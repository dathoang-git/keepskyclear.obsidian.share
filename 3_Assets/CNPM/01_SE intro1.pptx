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74" r:id="rId1"/>
  </p:sldMasterIdLst>
  <p:notesMasterIdLst>
    <p:notesMasterId r:id="rId28"/>
  </p:notesMasterIdLst>
  <p:handoutMasterIdLst>
    <p:handoutMasterId r:id="rId29"/>
  </p:handoutMasterIdLst>
  <p:sldIdLst>
    <p:sldId id="256" r:id="rId2"/>
    <p:sldId id="257" r:id="rId3"/>
    <p:sldId id="259" r:id="rId4"/>
    <p:sldId id="263" r:id="rId5"/>
    <p:sldId id="262" r:id="rId6"/>
    <p:sldId id="283" r:id="rId7"/>
    <p:sldId id="269" r:id="rId8"/>
    <p:sldId id="270" r:id="rId9"/>
    <p:sldId id="271" r:id="rId10"/>
    <p:sldId id="281" r:id="rId11"/>
    <p:sldId id="282" r:id="rId12"/>
    <p:sldId id="284" r:id="rId13"/>
    <p:sldId id="260" r:id="rId14"/>
    <p:sldId id="285" r:id="rId15"/>
    <p:sldId id="286" r:id="rId16"/>
    <p:sldId id="287" r:id="rId17"/>
    <p:sldId id="289" r:id="rId18"/>
    <p:sldId id="290" r:id="rId19"/>
    <p:sldId id="291" r:id="rId20"/>
    <p:sldId id="292" r:id="rId21"/>
    <p:sldId id="288" r:id="rId22"/>
    <p:sldId id="293" r:id="rId23"/>
    <p:sldId id="294" r:id="rId24"/>
    <p:sldId id="296" r:id="rId25"/>
    <p:sldId id="297" r:id="rId26"/>
    <p:sldId id="295" r:id="rId27"/>
  </p:sldIdLst>
  <p:sldSz cx="9105900" cy="6832600"/>
  <p:notesSz cx="6858000" cy="9766300"/>
  <p:kinsoku lang="ja-JP" invalStChars="、。，．・：；？！゛゜ヽヾゝゞ々ー’”）〕］｝〉》」』】°‰′″℃￠％ぁぃぅぇぉっゃゅょゎァィゥェォッャュョヮヵヶ!%),.:;?]}｡｣､･ｧｨｩｪｫｬｭｮｯｰﾞﾟ" invalEndChars="‘“（〔［｛〈《「『【￥＄$([\{｢￡"/>
  <p:defaultTextStyle>
    <a:defPPr>
      <a:defRPr lang="en-GB"/>
    </a:defPPr>
    <a:lvl1pPr algn="l" rtl="0" eaLnBrk="0" fontAlgn="base" hangingPunct="0">
      <a:spcBef>
        <a:spcPct val="0"/>
      </a:spcBef>
      <a:spcAft>
        <a:spcPct val="0"/>
      </a:spcAft>
      <a:defRPr sz="2400" kern="1200">
        <a:solidFill>
          <a:schemeClr val="tx1"/>
        </a:solidFill>
        <a:latin typeface="Times" charset="0"/>
        <a:ea typeface="+mn-ea"/>
        <a:cs typeface="+mn-cs"/>
      </a:defRPr>
    </a:lvl1pPr>
    <a:lvl2pPr marL="457200" algn="l" rtl="0" eaLnBrk="0" fontAlgn="base" hangingPunct="0">
      <a:spcBef>
        <a:spcPct val="0"/>
      </a:spcBef>
      <a:spcAft>
        <a:spcPct val="0"/>
      </a:spcAft>
      <a:defRPr sz="2400" kern="1200">
        <a:solidFill>
          <a:schemeClr val="tx1"/>
        </a:solidFill>
        <a:latin typeface="Times" charset="0"/>
        <a:ea typeface="+mn-ea"/>
        <a:cs typeface="+mn-cs"/>
      </a:defRPr>
    </a:lvl2pPr>
    <a:lvl3pPr marL="914400" algn="l" rtl="0" eaLnBrk="0" fontAlgn="base" hangingPunct="0">
      <a:spcBef>
        <a:spcPct val="0"/>
      </a:spcBef>
      <a:spcAft>
        <a:spcPct val="0"/>
      </a:spcAft>
      <a:defRPr sz="2400" kern="1200">
        <a:solidFill>
          <a:schemeClr val="tx1"/>
        </a:solidFill>
        <a:latin typeface="Times" charset="0"/>
        <a:ea typeface="+mn-ea"/>
        <a:cs typeface="+mn-cs"/>
      </a:defRPr>
    </a:lvl3pPr>
    <a:lvl4pPr marL="1371600" algn="l" rtl="0" eaLnBrk="0" fontAlgn="base" hangingPunct="0">
      <a:spcBef>
        <a:spcPct val="0"/>
      </a:spcBef>
      <a:spcAft>
        <a:spcPct val="0"/>
      </a:spcAft>
      <a:defRPr sz="2400" kern="1200">
        <a:solidFill>
          <a:schemeClr val="tx1"/>
        </a:solidFill>
        <a:latin typeface="Times" charset="0"/>
        <a:ea typeface="+mn-ea"/>
        <a:cs typeface="+mn-cs"/>
      </a:defRPr>
    </a:lvl4pPr>
    <a:lvl5pPr marL="1828800" algn="l" rtl="0" eaLnBrk="0" fontAlgn="base" hangingPunct="0">
      <a:spcBef>
        <a:spcPct val="0"/>
      </a:spcBef>
      <a:spcAft>
        <a:spcPct val="0"/>
      </a:spcAft>
      <a:defRPr sz="2400" kern="1200">
        <a:solidFill>
          <a:schemeClr val="tx1"/>
        </a:solidFill>
        <a:latin typeface="Times" charset="0"/>
        <a:ea typeface="+mn-ea"/>
        <a:cs typeface="+mn-cs"/>
      </a:defRPr>
    </a:lvl5pPr>
    <a:lvl6pPr marL="2286000" algn="l" defTabSz="914400" rtl="0" eaLnBrk="1" latinLnBrk="0" hangingPunct="1">
      <a:defRPr sz="2400" kern="1200">
        <a:solidFill>
          <a:schemeClr val="tx1"/>
        </a:solidFill>
        <a:latin typeface="Times" charset="0"/>
        <a:ea typeface="+mn-ea"/>
        <a:cs typeface="+mn-cs"/>
      </a:defRPr>
    </a:lvl6pPr>
    <a:lvl7pPr marL="2743200" algn="l" defTabSz="914400" rtl="0" eaLnBrk="1" latinLnBrk="0" hangingPunct="1">
      <a:defRPr sz="2400" kern="1200">
        <a:solidFill>
          <a:schemeClr val="tx1"/>
        </a:solidFill>
        <a:latin typeface="Times" charset="0"/>
        <a:ea typeface="+mn-ea"/>
        <a:cs typeface="+mn-cs"/>
      </a:defRPr>
    </a:lvl7pPr>
    <a:lvl8pPr marL="3200400" algn="l" defTabSz="914400" rtl="0" eaLnBrk="1" latinLnBrk="0" hangingPunct="1">
      <a:defRPr sz="2400" kern="1200">
        <a:solidFill>
          <a:schemeClr val="tx1"/>
        </a:solidFill>
        <a:latin typeface="Times" charset="0"/>
        <a:ea typeface="+mn-ea"/>
        <a:cs typeface="+mn-cs"/>
      </a:defRPr>
    </a:lvl8pPr>
    <a:lvl9pPr marL="3657600" algn="l" defTabSz="914400" rtl="0" eaLnBrk="1" latinLnBrk="0" hangingPunct="1">
      <a:defRPr sz="2400" kern="1200">
        <a:solidFill>
          <a:schemeClr val="tx1"/>
        </a:solidFill>
        <a:latin typeface="Times" charset="0"/>
        <a:ea typeface="+mn-ea"/>
        <a:cs typeface="+mn-cs"/>
      </a:defRPr>
    </a:lvl9pPr>
  </p:defaultTextStyle>
  <p:extLst>
    <p:ext uri="{EFAFB233-063F-42B5-8137-9DF3F51BA10A}">
      <p15:sldGuideLst xmlns:p15="http://schemas.microsoft.com/office/powerpoint/2012/main">
        <p15:guide id="1" orient="horz" pos="2152">
          <p15:clr>
            <a:srgbClr val="A4A3A4"/>
          </p15:clr>
        </p15:guide>
        <p15:guide id="2" pos="2868">
          <p15:clr>
            <a:srgbClr val="A4A3A4"/>
          </p15:clr>
        </p15:guide>
      </p15:sldGuideLst>
    </p:ext>
    <p:ext uri="{2D200454-40CA-4A62-9FC3-DE9A4176ACB9}">
      <p15:notesGuideLst xmlns:p15="http://schemas.microsoft.com/office/powerpoint/2012/main">
        <p15:guide id="1" orient="horz" pos="3076">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00"/>
    <a:srgbClr val="FF00FF"/>
    <a:srgbClr val="00FFFF"/>
    <a:srgbClr val="00FF00"/>
    <a:srgbClr val="FF0000"/>
    <a:srgbClr val="FFFFFF"/>
    <a:srgbClr val="653A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42" autoAdjust="0"/>
    <p:restoredTop sz="76161" autoAdjust="0"/>
  </p:normalViewPr>
  <p:slideViewPr>
    <p:cSldViewPr>
      <p:cViewPr varScale="1">
        <p:scale>
          <a:sx n="63" d="100"/>
          <a:sy n="63" d="100"/>
        </p:scale>
        <p:origin x="1742" y="58"/>
      </p:cViewPr>
      <p:guideLst>
        <p:guide orient="horz" pos="2152"/>
        <p:guide pos="28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2" d="100"/>
          <a:sy n="72" d="100"/>
        </p:scale>
        <p:origin x="-1696" y="-104"/>
      </p:cViewPr>
      <p:guideLst>
        <p:guide orient="horz" pos="3076"/>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32955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64185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7" tIns="44450" rIns="90487" bIns="44450" numCol="1" anchor="t" anchorCtr="0" compatLnSpc="1">
            <a:prstTxWarp prst="textNoShape">
              <a:avLst/>
            </a:prstTxWarp>
          </a:bodyPr>
          <a:lstStyle/>
          <a:p>
            <a:pPr lvl="0"/>
            <a:r>
              <a:rPr lang="en-GB" dirty="0"/>
              <a:t>Click to edit Master notes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051" name="Rectangle 3"/>
          <p:cNvSpPr>
            <a:spLocks noGrp="1" noRot="1" noChangeAspect="1" noChangeArrowheads="1" noTextEdit="1"/>
          </p:cNvSpPr>
          <p:nvPr>
            <p:ph type="sldImg" idx="2"/>
          </p:nvPr>
        </p:nvSpPr>
        <p:spPr bwMode="auto">
          <a:xfrm>
            <a:off x="1152525" y="854075"/>
            <a:ext cx="4552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Tree>
    <p:extLst>
      <p:ext uri="{BB962C8B-B14F-4D97-AF65-F5344CB8AC3E}">
        <p14:creationId xmlns:p14="http://schemas.microsoft.com/office/powerpoint/2010/main" val="21319417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r>
              <a:rPr lang="en-US"/>
              <a:t>Chào</a:t>
            </a:r>
            <a:r>
              <a:rPr lang="en-US" baseline="0"/>
              <a:t> các bạn!</a:t>
            </a:r>
          </a:p>
          <a:p>
            <a:r>
              <a:rPr lang="en-US" baseline="0"/>
              <a:t>Hôm nay, mình sẽ giới thiệu với các bạn bài học đầu tiên của môn học.</a:t>
            </a:r>
          </a:p>
          <a:p>
            <a:r>
              <a:rPr lang="en-US" baseline="0"/>
              <a:t>Trong bài này, chúng ta sẽ tìm hiểu các khái niệm cơ bản về CNPM.</a:t>
            </a:r>
            <a:endParaRPr lang="en-US"/>
          </a:p>
        </p:txBody>
      </p:sp>
      <p:sp>
        <p:nvSpPr>
          <p:cNvPr id="5123" name="Rectangle 3"/>
          <p:cNvSpPr>
            <a:spLocks noGrp="1" noRot="1" noChangeAspect="1" noChangeArrowheads="1" noTextEdit="1"/>
          </p:cNvSpPr>
          <p:nvPr>
            <p:ph type="sldImg"/>
          </p:nvPr>
        </p:nvSpPr>
        <p:spPr>
          <a:xfrm>
            <a:off x="1571625" y="833438"/>
            <a:ext cx="3689350" cy="2768600"/>
          </a:xfrm>
          <a:ln cap="flat"/>
        </p:spPr>
      </p:sp>
    </p:spTree>
    <p:extLst>
      <p:ext uri="{BB962C8B-B14F-4D97-AF65-F5344CB8AC3E}">
        <p14:creationId xmlns:p14="http://schemas.microsoft.com/office/powerpoint/2010/main" val="2971029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Đây</a:t>
            </a:r>
            <a:r>
              <a:rPr lang="en-US" baseline="0"/>
              <a:t> là các nội dung chính của bài học.</a:t>
            </a:r>
          </a:p>
          <a:p>
            <a:pPr>
              <a:lnSpc>
                <a:spcPct val="90000"/>
              </a:lnSpc>
            </a:pPr>
            <a:r>
              <a:rPr lang="en-US"/>
              <a:t>- Khái niệm SP Phần mềm, HTTT và</a:t>
            </a:r>
            <a:r>
              <a:rPr lang="en-US" baseline="0"/>
              <a:t> cách phân biệt</a:t>
            </a:r>
            <a:endParaRPr lang="en-US"/>
          </a:p>
          <a:p>
            <a:pPr>
              <a:lnSpc>
                <a:spcPct val="90000"/>
              </a:lnSpc>
            </a:pPr>
            <a:r>
              <a:rPr lang="en-US"/>
              <a:t>- Vai trò của PM trong cuộc</a:t>
            </a:r>
            <a:r>
              <a:rPr lang="en-US" baseline="0"/>
              <a:t> sống</a:t>
            </a:r>
            <a:endParaRPr lang="en-US"/>
          </a:p>
          <a:p>
            <a:pPr>
              <a:lnSpc>
                <a:spcPct val="90000"/>
              </a:lnSpc>
            </a:pPr>
            <a:r>
              <a:rPr lang="en-US"/>
              <a:t>- Các đặc trưng cơ bản của PM</a:t>
            </a:r>
          </a:p>
          <a:p>
            <a:pPr>
              <a:lnSpc>
                <a:spcPct val="90000"/>
              </a:lnSpc>
            </a:pPr>
            <a:r>
              <a:rPr lang="en-US"/>
              <a:t>- Các cách phân loại PM cơ</a:t>
            </a:r>
            <a:r>
              <a:rPr lang="en-US" baseline="0"/>
              <a:t> bản</a:t>
            </a:r>
            <a:endParaRPr lang="en-US"/>
          </a:p>
          <a:p>
            <a:pPr>
              <a:lnSpc>
                <a:spcPct val="90000"/>
              </a:lnSpc>
            </a:pPr>
            <a:r>
              <a:rPr lang="en-US"/>
              <a:t>- Các tiêu chí của một PM tốt nhằm</a:t>
            </a:r>
            <a:r>
              <a:rPr lang="en-US" baseline="0"/>
              <a:t> đánh giá chất lượng</a:t>
            </a:r>
            <a:endParaRPr lang="en-US"/>
          </a:p>
          <a:p>
            <a:pPr>
              <a:lnSpc>
                <a:spcPct val="90000"/>
              </a:lnSpc>
            </a:pPr>
            <a:r>
              <a:rPr lang="en-US"/>
              <a:t>- Tiến hóa PM và thách thức khi PM bị</a:t>
            </a:r>
            <a:r>
              <a:rPr lang="en-US" baseline="0"/>
              <a:t> tiến hóa</a:t>
            </a:r>
            <a:endParaRPr lang="en-US"/>
          </a:p>
          <a:p>
            <a:endParaRPr lang="vi-VN" dirty="0"/>
          </a:p>
        </p:txBody>
      </p:sp>
    </p:spTree>
    <p:extLst>
      <p:ext uri="{BB962C8B-B14F-4D97-AF65-F5344CB8AC3E}">
        <p14:creationId xmlns:p14="http://schemas.microsoft.com/office/powerpoint/2010/main" val="22116614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a:t>Một</a:t>
            </a:r>
            <a:r>
              <a:rPr lang="en-US" baseline="0"/>
              <a:t> trong những công việc sau này của các bạn là tham gia vào quá trình phát triển các sản phẩm PM tại các doanh nghiệp. Để có các kiến thức và kỹ năng đó</a:t>
            </a:r>
            <a:r>
              <a:rPr lang="en-US"/>
              <a:t>, </a:t>
            </a:r>
            <a:r>
              <a:rPr lang="en-US" dirty="0" err="1"/>
              <a:t>chúng</a:t>
            </a:r>
            <a:r>
              <a:rPr lang="en-US" dirty="0"/>
              <a:t> ta </a:t>
            </a:r>
            <a:r>
              <a:rPr lang="en-US" dirty="0" err="1"/>
              <a:t>cần</a:t>
            </a:r>
            <a:r>
              <a:rPr lang="en-US" dirty="0"/>
              <a:t> </a:t>
            </a:r>
            <a:r>
              <a:rPr lang="en-US" dirty="0" err="1"/>
              <a:t>hiểu</a:t>
            </a:r>
            <a:r>
              <a:rPr lang="en-US" dirty="0"/>
              <a:t> </a:t>
            </a:r>
            <a:r>
              <a:rPr lang="en-US" dirty="0" err="1"/>
              <a:t>chính</a:t>
            </a:r>
            <a:r>
              <a:rPr lang="en-US" dirty="0"/>
              <a:t> </a:t>
            </a:r>
            <a:r>
              <a:rPr lang="en-US" err="1"/>
              <a:t>xác</a:t>
            </a:r>
            <a:r>
              <a:rPr lang="en-US"/>
              <a:t> khái </a:t>
            </a:r>
            <a:r>
              <a:rPr lang="en-US" dirty="0" err="1"/>
              <a:t>niệm</a:t>
            </a:r>
            <a:r>
              <a:rPr lang="en-US" dirty="0"/>
              <a:t> </a:t>
            </a:r>
            <a:r>
              <a:rPr lang="en-US" dirty="0" err="1"/>
              <a:t>về</a:t>
            </a:r>
            <a:r>
              <a:rPr lang="en-US"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 </a:t>
            </a:r>
            <a:r>
              <a:rPr lang="en-US" dirty="0" err="1"/>
              <a:t>Trong</a:t>
            </a:r>
            <a:r>
              <a:rPr lang="en-US" dirty="0"/>
              <a:t> </a:t>
            </a:r>
            <a:r>
              <a:rPr lang="en-US" dirty="0" err="1"/>
              <a:t>thực</a:t>
            </a:r>
            <a:r>
              <a:rPr lang="en-US" dirty="0"/>
              <a:t> </a:t>
            </a:r>
            <a:r>
              <a:rPr lang="en-US" dirty="0" err="1"/>
              <a:t>tế</a:t>
            </a:r>
            <a:r>
              <a:rPr lang="en-US" dirty="0"/>
              <a:t>, </a:t>
            </a:r>
            <a:r>
              <a:rPr lang="en-US" dirty="0" err="1"/>
              <a:t>rất</a:t>
            </a:r>
            <a:r>
              <a:rPr lang="en-US" dirty="0"/>
              <a:t> </a:t>
            </a:r>
            <a:r>
              <a:rPr lang="en-US" dirty="0" err="1"/>
              <a:t>nhiều</a:t>
            </a:r>
            <a:r>
              <a:rPr lang="en-US" dirty="0"/>
              <a:t> </a:t>
            </a:r>
            <a:r>
              <a:rPr lang="en-US" dirty="0" err="1"/>
              <a:t>người</a:t>
            </a:r>
            <a:r>
              <a:rPr lang="en-US" dirty="0"/>
              <a:t> </a:t>
            </a:r>
            <a:r>
              <a:rPr lang="en-US" dirty="0" err="1"/>
              <a:t>hiểu</a:t>
            </a:r>
            <a:r>
              <a:rPr lang="en-US" dirty="0"/>
              <a:t> </a:t>
            </a:r>
            <a:r>
              <a:rPr lang="en-US" dirty="0" err="1"/>
              <a:t>sai</a:t>
            </a:r>
            <a:r>
              <a:rPr lang="en-US" dirty="0"/>
              <a:t> </a:t>
            </a:r>
            <a:r>
              <a:rPr lang="en-US" dirty="0" err="1"/>
              <a:t>về</a:t>
            </a:r>
            <a:r>
              <a:rPr lang="en-US" dirty="0"/>
              <a:t> </a:t>
            </a:r>
            <a:r>
              <a:rPr lang="en-US" dirty="0" err="1"/>
              <a:t>nội</a:t>
            </a:r>
            <a:r>
              <a:rPr lang="en-US" dirty="0"/>
              <a:t> </a:t>
            </a:r>
            <a:r>
              <a:rPr lang="en-US" dirty="0" err="1"/>
              <a:t>hàm</a:t>
            </a:r>
            <a:r>
              <a:rPr lang="en-US" dirty="0"/>
              <a:t> </a:t>
            </a:r>
            <a:r>
              <a:rPr lang="en-US" dirty="0" err="1"/>
              <a:t>của</a:t>
            </a:r>
            <a:r>
              <a:rPr lang="en-US" dirty="0"/>
              <a:t> </a:t>
            </a:r>
            <a:r>
              <a:rPr lang="en-US" dirty="0" err="1"/>
              <a:t>khái</a:t>
            </a:r>
            <a:r>
              <a:rPr lang="en-US" dirty="0"/>
              <a:t> </a:t>
            </a:r>
            <a:r>
              <a:rPr lang="en-US" dirty="0" err="1"/>
              <a:t>niệm</a:t>
            </a:r>
            <a:r>
              <a:rPr lang="en-US" dirty="0"/>
              <a:t> </a:t>
            </a:r>
            <a:r>
              <a:rPr lang="en-US" dirty="0" err="1"/>
              <a:t>này</a:t>
            </a:r>
            <a:r>
              <a:rPr lang="en-US" dirty="0"/>
              <a:t>. </a:t>
            </a:r>
          </a:p>
          <a:p>
            <a:pPr>
              <a:defRPr/>
            </a:pPr>
            <a:r>
              <a:rPr lang="en-US" dirty="0" err="1"/>
              <a:t>Thông</a:t>
            </a:r>
            <a:r>
              <a:rPr lang="en-US" dirty="0"/>
              <a:t> </a:t>
            </a:r>
            <a:r>
              <a:rPr lang="en-US" dirty="0" err="1"/>
              <a:t>thường</a:t>
            </a:r>
            <a:r>
              <a:rPr lang="en-US" dirty="0"/>
              <a:t>, </a:t>
            </a:r>
            <a:r>
              <a:rPr lang="en-US" dirty="0" err="1"/>
              <a:t>đa</a:t>
            </a:r>
            <a:r>
              <a:rPr lang="en-US" dirty="0"/>
              <a:t> </a:t>
            </a:r>
            <a:r>
              <a:rPr lang="en-US" dirty="0" err="1"/>
              <a:t>số</a:t>
            </a:r>
            <a:r>
              <a:rPr lang="en-US" dirty="0"/>
              <a:t> </a:t>
            </a:r>
            <a:r>
              <a:rPr lang="en-US" dirty="0" err="1"/>
              <a:t>mọi</a:t>
            </a:r>
            <a:r>
              <a:rPr lang="en-US" dirty="0"/>
              <a:t> </a:t>
            </a:r>
            <a:r>
              <a:rPr lang="en-US" dirty="0" err="1"/>
              <a:t>người</a:t>
            </a:r>
            <a:r>
              <a:rPr lang="en-US" dirty="0"/>
              <a:t> </a:t>
            </a:r>
            <a:r>
              <a:rPr lang="en-US" dirty="0" err="1"/>
              <a:t>đều</a:t>
            </a:r>
            <a:r>
              <a:rPr lang="en-US" dirty="0"/>
              <a:t> </a:t>
            </a:r>
            <a:r>
              <a:rPr lang="en-US" dirty="0" err="1"/>
              <a:t>hiểu</a:t>
            </a:r>
            <a:r>
              <a:rPr lang="en-US"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 </a:t>
            </a:r>
            <a:r>
              <a:rPr lang="en-US" dirty="0" err="1"/>
              <a:t>là</a:t>
            </a:r>
            <a:r>
              <a:rPr lang="en-US" dirty="0"/>
              <a:t> </a:t>
            </a:r>
            <a:r>
              <a:rPr lang="en-US" dirty="0" err="1"/>
              <a:t>chương</a:t>
            </a:r>
            <a:r>
              <a:rPr lang="en-US" dirty="0"/>
              <a:t> </a:t>
            </a:r>
            <a:r>
              <a:rPr lang="en-US" dirty="0" err="1"/>
              <a:t>trình</a:t>
            </a:r>
            <a:r>
              <a:rPr lang="en-US" dirty="0"/>
              <a:t> </a:t>
            </a:r>
            <a:r>
              <a:rPr lang="en-US" dirty="0" err="1"/>
              <a:t>máy</a:t>
            </a:r>
            <a:r>
              <a:rPr lang="en-US" dirty="0"/>
              <a:t> </a:t>
            </a:r>
            <a:r>
              <a:rPr lang="en-US" dirty="0" err="1"/>
              <a:t>tính</a:t>
            </a:r>
            <a:r>
              <a:rPr lang="en-US" dirty="0"/>
              <a:t> (</a:t>
            </a:r>
            <a:r>
              <a:rPr lang="en-US" dirty="0" err="1"/>
              <a:t>gồm</a:t>
            </a:r>
            <a:r>
              <a:rPr lang="en-US" dirty="0"/>
              <a:t> </a:t>
            </a:r>
            <a:r>
              <a:rPr lang="en-US" dirty="0" err="1"/>
              <a:t>mã</a:t>
            </a:r>
            <a:r>
              <a:rPr lang="en-US" dirty="0"/>
              <a:t> </a:t>
            </a:r>
            <a:r>
              <a:rPr lang="en-US" dirty="0" err="1"/>
              <a:t>nguồn</a:t>
            </a:r>
            <a:r>
              <a:rPr lang="en-US" dirty="0"/>
              <a:t> </a:t>
            </a:r>
            <a:r>
              <a:rPr lang="en-US" dirty="0" err="1"/>
              <a:t>và</a:t>
            </a:r>
            <a:r>
              <a:rPr lang="en-US" dirty="0"/>
              <a:t> </a:t>
            </a:r>
            <a:r>
              <a:rPr lang="en-US" dirty="0" err="1"/>
              <a:t>mã</a:t>
            </a:r>
            <a:r>
              <a:rPr lang="en-US" dirty="0"/>
              <a:t> </a:t>
            </a:r>
            <a:r>
              <a:rPr lang="en-US" dirty="0" err="1"/>
              <a:t>máy</a:t>
            </a:r>
            <a:r>
              <a:rPr lang="en-US" dirty="0"/>
              <a:t>). </a:t>
            </a:r>
            <a:r>
              <a:rPr lang="en-US" dirty="0" err="1"/>
              <a:t>Việc</a:t>
            </a:r>
            <a:r>
              <a:rPr lang="en-US" dirty="0"/>
              <a:t> </a:t>
            </a:r>
            <a:r>
              <a:rPr lang="en-US" dirty="0" err="1"/>
              <a:t>hiểu</a:t>
            </a:r>
            <a:r>
              <a:rPr lang="en-US" dirty="0"/>
              <a:t> </a:t>
            </a:r>
            <a:r>
              <a:rPr lang="en-US" dirty="0" err="1"/>
              <a:t>sai</a:t>
            </a:r>
            <a:r>
              <a:rPr lang="en-US" dirty="0"/>
              <a:t> </a:t>
            </a:r>
            <a:r>
              <a:rPr lang="en-US" dirty="0" err="1"/>
              <a:t>này</a:t>
            </a:r>
            <a:r>
              <a:rPr lang="en-US" dirty="0"/>
              <a:t> </a:t>
            </a:r>
            <a:r>
              <a:rPr lang="en-US" dirty="0" err="1"/>
              <a:t>dẫn</a:t>
            </a:r>
            <a:r>
              <a:rPr lang="en-US" dirty="0"/>
              <a:t> </a:t>
            </a:r>
            <a:r>
              <a:rPr lang="en-US" dirty="0" err="1"/>
              <a:t>đến</a:t>
            </a:r>
            <a:r>
              <a:rPr lang="en-US" dirty="0"/>
              <a:t> </a:t>
            </a:r>
            <a:r>
              <a:rPr lang="en-US" dirty="0" err="1"/>
              <a:t>nhiều</a:t>
            </a:r>
            <a:r>
              <a:rPr lang="en-US" dirty="0"/>
              <a:t> </a:t>
            </a:r>
            <a:r>
              <a:rPr lang="en-US" dirty="0" err="1"/>
              <a:t>sai</a:t>
            </a:r>
            <a:r>
              <a:rPr lang="en-US" dirty="0"/>
              <a:t> </a:t>
            </a:r>
            <a:r>
              <a:rPr lang="en-US" dirty="0" err="1"/>
              <a:t>lệch</a:t>
            </a:r>
            <a:r>
              <a:rPr lang="en-US" dirty="0"/>
              <a:t> </a:t>
            </a:r>
            <a:r>
              <a:rPr lang="en-US" err="1"/>
              <a:t>trong</a:t>
            </a:r>
            <a:r>
              <a:rPr lang="en-US"/>
              <a:t> việc phát</a:t>
            </a:r>
            <a:r>
              <a:rPr lang="en-US" baseline="0"/>
              <a:t> triển, chuyển giao</a:t>
            </a:r>
            <a:r>
              <a:rPr lang="en-US"/>
              <a:t> cũng</a:t>
            </a:r>
            <a:r>
              <a:rPr lang="en-US" baseline="0"/>
              <a:t> như việc</a:t>
            </a:r>
            <a:r>
              <a:rPr lang="en-US"/>
              <a:t> </a:t>
            </a:r>
            <a:r>
              <a:rPr lang="en-US" dirty="0" err="1"/>
              <a:t>kiểm</a:t>
            </a:r>
            <a:r>
              <a:rPr lang="en-US" dirty="0"/>
              <a:t> </a:t>
            </a:r>
            <a:r>
              <a:rPr lang="en-US" dirty="0" err="1"/>
              <a:t>tra</a:t>
            </a:r>
            <a:r>
              <a:rPr lang="en-US" dirty="0"/>
              <a:t> </a:t>
            </a:r>
            <a:r>
              <a:rPr lang="en-US" dirty="0" err="1"/>
              <a:t>giám</a:t>
            </a:r>
            <a:r>
              <a:rPr lang="en-US" dirty="0"/>
              <a:t> </a:t>
            </a:r>
            <a:r>
              <a:rPr lang="en-US" dirty="0" err="1"/>
              <a:t>sát</a:t>
            </a:r>
            <a:r>
              <a:rPr lang="en-US" dirty="0"/>
              <a:t> </a:t>
            </a:r>
            <a:r>
              <a:rPr lang="en-US" dirty="0" err="1"/>
              <a:t>các</a:t>
            </a:r>
            <a:r>
              <a:rPr lang="en-US" dirty="0"/>
              <a:t> </a:t>
            </a:r>
            <a:r>
              <a:rPr lang="en-US" err="1"/>
              <a:t>dự</a:t>
            </a:r>
            <a:r>
              <a:rPr lang="en-US"/>
              <a:t> án.</a:t>
            </a:r>
            <a:endParaRPr lang="en-US" dirty="0"/>
          </a:p>
          <a:p>
            <a:pPr>
              <a:defRPr/>
            </a:pPr>
            <a:r>
              <a:rPr lang="en-US" dirty="0" err="1"/>
              <a:t>Một</a:t>
            </a:r>
            <a:r>
              <a:rPr lang="en-US"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 </a:t>
            </a:r>
            <a:r>
              <a:rPr lang="en-US" dirty="0" err="1"/>
              <a:t>về</a:t>
            </a:r>
            <a:r>
              <a:rPr lang="en-US" dirty="0"/>
              <a:t> </a:t>
            </a:r>
            <a:r>
              <a:rPr lang="en-US" dirty="0" err="1"/>
              <a:t>nội</a:t>
            </a:r>
            <a:r>
              <a:rPr lang="en-US" dirty="0"/>
              <a:t> </a:t>
            </a:r>
            <a:r>
              <a:rPr lang="en-US" dirty="0" err="1"/>
              <a:t>hàm</a:t>
            </a:r>
            <a:r>
              <a:rPr lang="en-US" dirty="0"/>
              <a:t>, </a:t>
            </a:r>
            <a:r>
              <a:rPr lang="en-US" dirty="0" err="1"/>
              <a:t>phải</a:t>
            </a:r>
            <a:r>
              <a:rPr lang="en-US" dirty="0"/>
              <a:t> </a:t>
            </a:r>
            <a:r>
              <a:rPr lang="en-US" dirty="0" err="1"/>
              <a:t>gồm</a:t>
            </a:r>
            <a:r>
              <a:rPr lang="en-US" dirty="0"/>
              <a:t> </a:t>
            </a:r>
            <a:r>
              <a:rPr lang="en-US" dirty="0" err="1"/>
              <a:t>ba</a:t>
            </a:r>
            <a:r>
              <a:rPr lang="en-US" dirty="0"/>
              <a:t> </a:t>
            </a:r>
            <a:r>
              <a:rPr lang="en-US" dirty="0" err="1"/>
              <a:t>phần</a:t>
            </a:r>
            <a:r>
              <a:rPr lang="en-US" dirty="0"/>
              <a:t> </a:t>
            </a:r>
            <a:r>
              <a:rPr lang="en-US" dirty="0" err="1"/>
              <a:t>chính</a:t>
            </a:r>
            <a:r>
              <a:rPr lang="en-US" dirty="0"/>
              <a:t>:</a:t>
            </a:r>
          </a:p>
          <a:p>
            <a:pPr marL="285750" indent="-285750">
              <a:buFontTx/>
              <a:buAutoNum type="romanLcParenR"/>
              <a:defRPr/>
            </a:pPr>
            <a:r>
              <a:rPr lang="en-US" dirty="0" err="1"/>
              <a:t>Chương</a:t>
            </a:r>
            <a:r>
              <a:rPr lang="en-US" dirty="0"/>
              <a:t> </a:t>
            </a:r>
            <a:r>
              <a:rPr lang="en-US" dirty="0" err="1"/>
              <a:t>trình</a:t>
            </a:r>
            <a:r>
              <a:rPr lang="en-US" dirty="0"/>
              <a:t> </a:t>
            </a:r>
            <a:r>
              <a:rPr lang="en-US" dirty="0" err="1"/>
              <a:t>máy</a:t>
            </a:r>
            <a:r>
              <a:rPr lang="en-US" dirty="0"/>
              <a:t> </a:t>
            </a:r>
            <a:r>
              <a:rPr lang="en-US" dirty="0" err="1"/>
              <a:t>tính</a:t>
            </a:r>
            <a:r>
              <a:rPr lang="en-US" dirty="0"/>
              <a:t>, </a:t>
            </a:r>
            <a:r>
              <a:rPr lang="en-US" dirty="0" err="1"/>
              <a:t>bao</a:t>
            </a:r>
            <a:r>
              <a:rPr lang="en-US" dirty="0"/>
              <a:t> </a:t>
            </a:r>
            <a:r>
              <a:rPr lang="en-US" dirty="0" err="1"/>
              <a:t>gồm</a:t>
            </a:r>
            <a:r>
              <a:rPr lang="en-US" dirty="0"/>
              <a:t> </a:t>
            </a:r>
            <a:r>
              <a:rPr lang="en-US" dirty="0" err="1"/>
              <a:t>mã</a:t>
            </a:r>
            <a:r>
              <a:rPr lang="en-US" dirty="0"/>
              <a:t> </a:t>
            </a:r>
            <a:r>
              <a:rPr lang="en-US" dirty="0" err="1"/>
              <a:t>nguồn</a:t>
            </a:r>
            <a:r>
              <a:rPr lang="en-US" dirty="0"/>
              <a:t> </a:t>
            </a:r>
            <a:r>
              <a:rPr lang="en-US" dirty="0" err="1"/>
              <a:t>và</a:t>
            </a:r>
            <a:r>
              <a:rPr lang="en-US" dirty="0"/>
              <a:t> </a:t>
            </a:r>
            <a:r>
              <a:rPr lang="en-US" dirty="0" err="1"/>
              <a:t>mã</a:t>
            </a:r>
            <a:r>
              <a:rPr lang="en-US" dirty="0"/>
              <a:t> </a:t>
            </a:r>
            <a:r>
              <a:rPr lang="en-US" dirty="0" err="1"/>
              <a:t>máy</a:t>
            </a:r>
            <a:endParaRPr lang="en-US" dirty="0"/>
          </a:p>
          <a:p>
            <a:pPr marL="285750" indent="-285750">
              <a:buFontTx/>
              <a:buAutoNum type="romanLcParenR"/>
              <a:defRPr/>
            </a:pPr>
            <a:r>
              <a:rPr lang="en-US" dirty="0" err="1"/>
              <a:t>Cấu</a:t>
            </a:r>
            <a:r>
              <a:rPr lang="en-US" dirty="0"/>
              <a:t> </a:t>
            </a:r>
            <a:r>
              <a:rPr lang="en-US" dirty="0" err="1"/>
              <a:t>trúc</a:t>
            </a:r>
            <a:r>
              <a:rPr lang="en-US" dirty="0"/>
              <a:t> </a:t>
            </a:r>
            <a:r>
              <a:rPr lang="en-US" dirty="0" err="1"/>
              <a:t>dữ</a:t>
            </a:r>
            <a:r>
              <a:rPr lang="en-US" dirty="0"/>
              <a:t> </a:t>
            </a:r>
            <a:r>
              <a:rPr lang="en-US" dirty="0" err="1"/>
              <a:t>liệu</a:t>
            </a:r>
            <a:r>
              <a:rPr lang="en-US" dirty="0"/>
              <a:t>, </a:t>
            </a:r>
            <a:r>
              <a:rPr lang="en-US" dirty="0" err="1"/>
              <a:t>gồm</a:t>
            </a:r>
            <a:r>
              <a:rPr lang="en-US" dirty="0"/>
              <a:t> </a:t>
            </a:r>
            <a:r>
              <a:rPr lang="en-US" dirty="0" err="1"/>
              <a:t>cách</a:t>
            </a:r>
            <a:r>
              <a:rPr lang="en-US" dirty="0"/>
              <a:t> </a:t>
            </a:r>
            <a:r>
              <a:rPr lang="en-US" dirty="0" err="1"/>
              <a:t>tổ</a:t>
            </a:r>
            <a:r>
              <a:rPr lang="en-US" dirty="0"/>
              <a:t> </a:t>
            </a:r>
            <a:r>
              <a:rPr lang="en-US" dirty="0" err="1"/>
              <a:t>chức</a:t>
            </a:r>
            <a:r>
              <a:rPr lang="en-US" dirty="0"/>
              <a:t> </a:t>
            </a:r>
            <a:r>
              <a:rPr lang="en-US" dirty="0" err="1"/>
              <a:t>dữ</a:t>
            </a:r>
            <a:r>
              <a:rPr lang="en-US" dirty="0"/>
              <a:t> </a:t>
            </a:r>
            <a:r>
              <a:rPr lang="en-US" dirty="0" err="1"/>
              <a:t>liệu</a:t>
            </a:r>
            <a:r>
              <a:rPr lang="en-US" dirty="0"/>
              <a:t> ở </a:t>
            </a:r>
            <a:r>
              <a:rPr lang="en-US" dirty="0" err="1"/>
              <a:t>bộ</a:t>
            </a:r>
            <a:r>
              <a:rPr lang="en-US" dirty="0"/>
              <a:t> </a:t>
            </a:r>
            <a:r>
              <a:rPr lang="en-US" dirty="0" err="1"/>
              <a:t>nhớ</a:t>
            </a:r>
            <a:r>
              <a:rPr lang="en-US" dirty="0"/>
              <a:t> </a:t>
            </a:r>
            <a:r>
              <a:rPr lang="en-US" dirty="0" err="1"/>
              <a:t>trong</a:t>
            </a:r>
            <a:r>
              <a:rPr lang="en-US" dirty="0"/>
              <a:t> </a:t>
            </a:r>
            <a:r>
              <a:rPr lang="en-US" dirty="0" err="1"/>
              <a:t>và</a:t>
            </a:r>
            <a:r>
              <a:rPr lang="en-US" dirty="0"/>
              <a:t> </a:t>
            </a:r>
            <a:r>
              <a:rPr lang="en-US" dirty="0" err="1"/>
              <a:t>cách</a:t>
            </a:r>
            <a:r>
              <a:rPr lang="en-US" dirty="0"/>
              <a:t> </a:t>
            </a:r>
            <a:r>
              <a:rPr lang="en-US" dirty="0" err="1"/>
              <a:t>tổ</a:t>
            </a:r>
            <a:r>
              <a:rPr lang="en-US" dirty="0"/>
              <a:t> </a:t>
            </a:r>
            <a:r>
              <a:rPr lang="en-US" dirty="0" err="1"/>
              <a:t>chức</a:t>
            </a:r>
            <a:r>
              <a:rPr lang="en-US" dirty="0"/>
              <a:t> </a:t>
            </a:r>
            <a:r>
              <a:rPr lang="en-US" dirty="0" err="1"/>
              <a:t>lưu</a:t>
            </a:r>
            <a:r>
              <a:rPr lang="en-US" dirty="0"/>
              <a:t> </a:t>
            </a:r>
            <a:r>
              <a:rPr lang="en-US" dirty="0" err="1"/>
              <a:t>trữ</a:t>
            </a:r>
            <a:r>
              <a:rPr lang="en-US" dirty="0"/>
              <a:t> </a:t>
            </a:r>
            <a:r>
              <a:rPr lang="en-US" dirty="0" err="1"/>
              <a:t>lâu</a:t>
            </a:r>
            <a:r>
              <a:rPr lang="en-US" dirty="0"/>
              <a:t> </a:t>
            </a:r>
            <a:r>
              <a:rPr lang="en-US" dirty="0" err="1"/>
              <a:t>dài</a:t>
            </a:r>
            <a:r>
              <a:rPr lang="en-US" dirty="0"/>
              <a:t> ở </a:t>
            </a:r>
            <a:r>
              <a:rPr lang="en-US" dirty="0" err="1"/>
              <a:t>bộ</a:t>
            </a:r>
            <a:r>
              <a:rPr lang="en-US" dirty="0"/>
              <a:t> </a:t>
            </a:r>
            <a:r>
              <a:rPr lang="en-US" dirty="0" err="1"/>
              <a:t>nhớ</a:t>
            </a:r>
            <a:r>
              <a:rPr lang="en-US" dirty="0"/>
              <a:t> </a:t>
            </a:r>
            <a:r>
              <a:rPr lang="en-US" dirty="0" err="1"/>
              <a:t>ngoài</a:t>
            </a:r>
            <a:endParaRPr lang="en-US" dirty="0"/>
          </a:p>
          <a:p>
            <a:pPr marL="285750" indent="-285750">
              <a:buFontTx/>
              <a:buAutoNum type="romanLcParenR"/>
              <a:defRPr/>
            </a:pPr>
            <a:r>
              <a:rPr lang="en-US" dirty="0" err="1"/>
              <a:t>Tài</a:t>
            </a:r>
            <a:r>
              <a:rPr lang="en-US" dirty="0"/>
              <a:t> </a:t>
            </a:r>
            <a:r>
              <a:rPr lang="en-US" dirty="0" err="1"/>
              <a:t>liệu</a:t>
            </a:r>
            <a:r>
              <a:rPr lang="en-US" dirty="0"/>
              <a:t> </a:t>
            </a:r>
            <a:r>
              <a:rPr lang="en-US" dirty="0" err="1"/>
              <a:t>bao</a:t>
            </a:r>
            <a:r>
              <a:rPr lang="en-US" dirty="0"/>
              <a:t> </a:t>
            </a:r>
            <a:r>
              <a:rPr lang="en-US" dirty="0" err="1"/>
              <a:t>gồm</a:t>
            </a:r>
            <a:r>
              <a:rPr lang="en-US" dirty="0"/>
              <a:t> </a:t>
            </a:r>
            <a:r>
              <a:rPr lang="en-US" dirty="0" err="1"/>
              <a:t>tài</a:t>
            </a:r>
            <a:r>
              <a:rPr lang="en-US" dirty="0"/>
              <a:t> </a:t>
            </a:r>
            <a:r>
              <a:rPr lang="en-US" dirty="0" err="1"/>
              <a:t>liệu</a:t>
            </a:r>
            <a:r>
              <a:rPr lang="en-US" dirty="0"/>
              <a:t> </a:t>
            </a:r>
            <a:r>
              <a:rPr lang="en-US" dirty="0" err="1"/>
              <a:t>kỹ</a:t>
            </a:r>
            <a:r>
              <a:rPr lang="en-US" dirty="0"/>
              <a:t> </a:t>
            </a:r>
            <a:r>
              <a:rPr lang="en-US" dirty="0" err="1"/>
              <a:t>thuật</a:t>
            </a:r>
            <a:r>
              <a:rPr lang="en-US" dirty="0"/>
              <a:t> (</a:t>
            </a:r>
            <a:r>
              <a:rPr lang="en-US" dirty="0" err="1"/>
              <a:t>được</a:t>
            </a:r>
            <a:r>
              <a:rPr lang="en-US" dirty="0"/>
              <a:t> </a:t>
            </a:r>
            <a:r>
              <a:rPr lang="en-US" dirty="0" err="1"/>
              <a:t>tạo</a:t>
            </a:r>
            <a:r>
              <a:rPr lang="en-US" dirty="0"/>
              <a:t> </a:t>
            </a:r>
            <a:r>
              <a:rPr lang="en-US" dirty="0" err="1"/>
              <a:t>ra</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sản</a:t>
            </a:r>
            <a:r>
              <a:rPr lang="en-US" dirty="0"/>
              <a:t> </a:t>
            </a:r>
            <a:r>
              <a:rPr lang="en-US" dirty="0" err="1"/>
              <a:t>phẩm</a:t>
            </a:r>
            <a:r>
              <a:rPr lang="en-US" dirty="0"/>
              <a:t>), </a:t>
            </a:r>
            <a:r>
              <a:rPr lang="en-US" dirty="0" err="1"/>
              <a:t>tài</a:t>
            </a:r>
            <a:r>
              <a:rPr lang="en-US" dirty="0"/>
              <a:t> </a:t>
            </a:r>
            <a:r>
              <a:rPr lang="en-US" dirty="0" err="1"/>
              <a:t>liệu</a:t>
            </a:r>
            <a:r>
              <a:rPr lang="en-US" dirty="0"/>
              <a:t> </a:t>
            </a:r>
            <a:r>
              <a:rPr lang="en-US" dirty="0" err="1"/>
              <a:t>đào</a:t>
            </a:r>
            <a:r>
              <a:rPr lang="en-US" dirty="0"/>
              <a:t> </a:t>
            </a:r>
            <a:r>
              <a:rPr lang="en-US" dirty="0" err="1"/>
              <a:t>tạo</a:t>
            </a:r>
            <a:r>
              <a:rPr lang="en-US" dirty="0"/>
              <a:t> </a:t>
            </a:r>
            <a:r>
              <a:rPr lang="en-US" dirty="0" err="1"/>
              <a:t>người</a:t>
            </a:r>
            <a:r>
              <a:rPr lang="en-US" dirty="0"/>
              <a:t> </a:t>
            </a:r>
            <a:r>
              <a:rPr lang="en-US" dirty="0" err="1"/>
              <a:t>dùng</a:t>
            </a:r>
            <a:r>
              <a:rPr lang="en-US" dirty="0"/>
              <a:t> </a:t>
            </a:r>
            <a:r>
              <a:rPr lang="en-US" dirty="0" err="1"/>
              <a:t>và</a:t>
            </a:r>
            <a:r>
              <a:rPr lang="en-US" dirty="0"/>
              <a:t> </a:t>
            </a:r>
            <a:r>
              <a:rPr lang="en-US" dirty="0" err="1"/>
              <a:t>tài</a:t>
            </a:r>
            <a:r>
              <a:rPr lang="en-US" dirty="0"/>
              <a:t> </a:t>
            </a:r>
            <a:r>
              <a:rPr lang="en-US" dirty="0" err="1"/>
              <a:t>liệu</a:t>
            </a:r>
            <a:r>
              <a:rPr lang="en-US" dirty="0"/>
              <a:t> </a:t>
            </a:r>
            <a:r>
              <a:rPr lang="en-US" dirty="0" err="1"/>
              <a:t>hướng</a:t>
            </a:r>
            <a:r>
              <a:rPr lang="en-US" dirty="0"/>
              <a:t> </a:t>
            </a:r>
            <a:r>
              <a:rPr lang="en-US" dirty="0" err="1"/>
              <a:t>dẫn</a:t>
            </a:r>
            <a:r>
              <a:rPr lang="en-US" dirty="0"/>
              <a:t> </a:t>
            </a:r>
            <a:r>
              <a:rPr lang="en-US" dirty="0" err="1"/>
              <a:t>sử</a:t>
            </a:r>
            <a:r>
              <a:rPr lang="en-US" dirty="0"/>
              <a:t> </a:t>
            </a:r>
            <a:r>
              <a:rPr lang="en-US" dirty="0" err="1"/>
              <a:t>dụng</a:t>
            </a:r>
            <a:r>
              <a:rPr lang="en-US" dirty="0"/>
              <a:t>. </a:t>
            </a:r>
            <a:r>
              <a:rPr lang="en-US" dirty="0" err="1"/>
              <a:t>Tài</a:t>
            </a:r>
            <a:r>
              <a:rPr lang="en-US" dirty="0"/>
              <a:t> </a:t>
            </a:r>
            <a:r>
              <a:rPr lang="en-US" dirty="0" err="1"/>
              <a:t>liệu</a:t>
            </a:r>
            <a:r>
              <a:rPr lang="en-US" dirty="0"/>
              <a:t> </a:t>
            </a:r>
            <a:r>
              <a:rPr lang="en-US" dirty="0" err="1"/>
              <a:t>kỹ</a:t>
            </a:r>
            <a:r>
              <a:rPr lang="en-US" dirty="0"/>
              <a:t> </a:t>
            </a:r>
            <a:r>
              <a:rPr lang="en-US" dirty="0" err="1"/>
              <a:t>thuật</a:t>
            </a:r>
            <a:r>
              <a:rPr lang="en-US" dirty="0"/>
              <a:t> </a:t>
            </a:r>
            <a:r>
              <a:rPr lang="en-US" dirty="0" err="1"/>
              <a:t>đóng</a:t>
            </a:r>
            <a:r>
              <a:rPr lang="en-US" dirty="0"/>
              <a:t> </a:t>
            </a:r>
            <a:r>
              <a:rPr lang="en-US" dirty="0" err="1"/>
              <a:t>vai</a:t>
            </a:r>
            <a:r>
              <a:rPr lang="en-US" dirty="0"/>
              <a:t> </a:t>
            </a:r>
            <a:r>
              <a:rPr lang="en-US" dirty="0" err="1"/>
              <a:t>trò</a:t>
            </a:r>
            <a:r>
              <a:rPr lang="en-US" dirty="0"/>
              <a:t> </a:t>
            </a:r>
            <a:r>
              <a:rPr lang="en-US" dirty="0" err="1"/>
              <a:t>quyết</a:t>
            </a:r>
            <a:r>
              <a:rPr lang="en-US" dirty="0"/>
              <a:t> </a:t>
            </a:r>
            <a:r>
              <a:rPr lang="en-US" dirty="0" err="1"/>
              <a:t>định</a:t>
            </a:r>
            <a:r>
              <a:rPr lang="en-US" dirty="0"/>
              <a:t> </a:t>
            </a:r>
            <a:r>
              <a:rPr lang="en-US" dirty="0" err="1"/>
              <a:t>đến</a:t>
            </a:r>
            <a:r>
              <a:rPr lang="en-US" dirty="0"/>
              <a:t> </a:t>
            </a:r>
            <a:r>
              <a:rPr lang="en-US" dirty="0" err="1"/>
              <a:t>khả</a:t>
            </a:r>
            <a:r>
              <a:rPr lang="en-US" dirty="0"/>
              <a:t> </a:t>
            </a:r>
            <a:r>
              <a:rPr lang="en-US" dirty="0" err="1"/>
              <a:t>năng</a:t>
            </a:r>
            <a:r>
              <a:rPr lang="en-US" dirty="0"/>
              <a:t> </a:t>
            </a:r>
            <a:r>
              <a:rPr lang="en-US" dirty="0" err="1"/>
              <a:t>dễ</a:t>
            </a:r>
            <a:r>
              <a:rPr lang="en-US" dirty="0"/>
              <a:t> </a:t>
            </a:r>
            <a:r>
              <a:rPr lang="en-US" dirty="0" err="1"/>
              <a:t>nâng</a:t>
            </a:r>
            <a:r>
              <a:rPr lang="en-US" dirty="0"/>
              <a:t> </a:t>
            </a:r>
            <a:r>
              <a:rPr lang="en-US" dirty="0" err="1"/>
              <a:t>cấp</a:t>
            </a:r>
            <a:r>
              <a:rPr lang="en-US" dirty="0"/>
              <a:t>/</a:t>
            </a:r>
            <a:r>
              <a:rPr lang="en-US" dirty="0" err="1"/>
              <a:t>bảo</a:t>
            </a:r>
            <a:r>
              <a:rPr lang="en-US" dirty="0"/>
              <a:t> </a:t>
            </a:r>
            <a:r>
              <a:rPr lang="en-US" dirty="0" err="1"/>
              <a:t>trì</a:t>
            </a:r>
            <a:r>
              <a:rPr lang="en-US" dirty="0"/>
              <a:t> </a:t>
            </a:r>
            <a:r>
              <a:rPr lang="en-US" dirty="0" err="1"/>
              <a:t>của</a:t>
            </a:r>
            <a:r>
              <a:rPr lang="en-US" dirty="0"/>
              <a:t> </a:t>
            </a:r>
            <a:r>
              <a:rPr lang="en-US" dirty="0" err="1"/>
              <a:t>sản</a:t>
            </a:r>
            <a:r>
              <a:rPr lang="en-US" dirty="0"/>
              <a:t> </a:t>
            </a:r>
            <a:r>
              <a:rPr lang="en-US" dirty="0" err="1"/>
              <a:t>phẩm</a:t>
            </a:r>
            <a:endParaRPr lang="en-US" dirty="0"/>
          </a:p>
        </p:txBody>
      </p:sp>
      <p:sp>
        <p:nvSpPr>
          <p:cNvPr id="28676"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8C8B6CE8-E395-4C62-A827-B149C417C1ED}" type="slidenum">
              <a:rPr lang="ja-JP" altLang="en-US" smtClean="0"/>
              <a:pPr eaLnBrk="1" hangingPunct="1"/>
              <a:t>3</a:t>
            </a:fld>
            <a:endParaRPr lang="en-US" altLang="ja-JP"/>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a:defRPr/>
            </a:pPr>
            <a:r>
              <a:rPr lang="en-US"/>
              <a:t>Giả</a:t>
            </a:r>
            <a:r>
              <a:rPr lang="en-US" baseline="0"/>
              <a:t> sử </a:t>
            </a:r>
            <a:r>
              <a:rPr lang="en-US"/>
              <a:t>chúng</a:t>
            </a:r>
            <a:r>
              <a:rPr lang="en-US" baseline="0"/>
              <a:t> ta</a:t>
            </a:r>
            <a:r>
              <a:rPr lang="en-US"/>
              <a:t> </a:t>
            </a:r>
            <a:r>
              <a:rPr lang="en-US" dirty="0" err="1"/>
              <a:t>phải</a:t>
            </a:r>
            <a:r>
              <a:rPr lang="en-US" dirty="0"/>
              <a:t> </a:t>
            </a:r>
            <a:r>
              <a:rPr lang="en-US" dirty="0" err="1"/>
              <a:t>xây</a:t>
            </a:r>
            <a:r>
              <a:rPr lang="en-US" dirty="0"/>
              <a:t> </a:t>
            </a:r>
            <a:r>
              <a:rPr lang="en-US" dirty="0" err="1"/>
              <a:t>dựng</a:t>
            </a:r>
            <a:r>
              <a:rPr lang="en-US" dirty="0"/>
              <a:t> </a:t>
            </a:r>
            <a:r>
              <a:rPr lang="en-US" err="1"/>
              <a:t>một</a:t>
            </a:r>
            <a:r>
              <a:rPr lang="en-US"/>
              <a:t> HTTT cho một</a:t>
            </a:r>
            <a:r>
              <a:rPr lang="en-US" baseline="0"/>
              <a:t> cơ quan/tổ chức.</a:t>
            </a:r>
            <a:endParaRPr lang="en-US" dirty="0"/>
          </a:p>
          <a:p>
            <a:pPr>
              <a:defRPr/>
            </a:pPr>
            <a:r>
              <a:rPr lang="en-US" dirty="0" err="1"/>
              <a:t>Để</a:t>
            </a:r>
            <a:r>
              <a:rPr lang="en-US" dirty="0"/>
              <a:t> </a:t>
            </a:r>
            <a:r>
              <a:rPr lang="en-US" dirty="0" err="1"/>
              <a:t>đạt</a:t>
            </a:r>
            <a:r>
              <a:rPr lang="en-US" dirty="0"/>
              <a:t> </a:t>
            </a:r>
            <a:r>
              <a:rPr lang="en-US" dirty="0" err="1"/>
              <a:t>được</a:t>
            </a:r>
            <a:r>
              <a:rPr lang="en-US" dirty="0"/>
              <a:t> </a:t>
            </a:r>
            <a:r>
              <a:rPr lang="en-US" dirty="0" err="1"/>
              <a:t>mục</a:t>
            </a:r>
            <a:r>
              <a:rPr lang="en-US" dirty="0"/>
              <a:t> </a:t>
            </a:r>
            <a:r>
              <a:rPr lang="en-US" dirty="0" err="1"/>
              <a:t>tiêu</a:t>
            </a:r>
            <a:r>
              <a:rPr lang="en-US" dirty="0"/>
              <a:t> </a:t>
            </a:r>
            <a:r>
              <a:rPr lang="en-US" dirty="0" err="1"/>
              <a:t>này</a:t>
            </a:r>
            <a:r>
              <a:rPr lang="en-US" dirty="0"/>
              <a:t>, </a:t>
            </a:r>
            <a:r>
              <a:rPr lang="en-US" dirty="0" err="1"/>
              <a:t>chúng</a:t>
            </a:r>
            <a:r>
              <a:rPr lang="en-US" dirty="0"/>
              <a:t> ta </a:t>
            </a:r>
            <a:r>
              <a:rPr lang="en-US" dirty="0" err="1"/>
              <a:t>cần</a:t>
            </a:r>
            <a:r>
              <a:rPr lang="en-US" dirty="0"/>
              <a:t>:</a:t>
            </a:r>
          </a:p>
          <a:p>
            <a:pPr marL="171450" indent="-171450">
              <a:buFontTx/>
              <a:buChar char="-"/>
              <a:defRPr/>
            </a:pPr>
            <a:r>
              <a:rPr lang="en-US" dirty="0"/>
              <a:t>Trang </a:t>
            </a:r>
            <a:r>
              <a:rPr lang="en-US" dirty="0" err="1"/>
              <a:t>bị</a:t>
            </a:r>
            <a:r>
              <a:rPr lang="en-US" dirty="0"/>
              <a:t> </a:t>
            </a:r>
            <a:r>
              <a:rPr lang="en-US" dirty="0" err="1"/>
              <a:t>máy</a:t>
            </a:r>
            <a:r>
              <a:rPr lang="en-US" dirty="0"/>
              <a:t> </a:t>
            </a:r>
            <a:r>
              <a:rPr lang="en-US" dirty="0" err="1"/>
              <a:t>móc</a:t>
            </a:r>
            <a:r>
              <a:rPr lang="en-US" dirty="0"/>
              <a:t> </a:t>
            </a:r>
            <a:r>
              <a:rPr lang="en-US" dirty="0" err="1"/>
              <a:t>trang</a:t>
            </a:r>
            <a:r>
              <a:rPr lang="en-US" dirty="0"/>
              <a:t> </a:t>
            </a:r>
            <a:r>
              <a:rPr lang="en-US" dirty="0" err="1"/>
              <a:t>thiết</a:t>
            </a:r>
            <a:r>
              <a:rPr lang="en-US" dirty="0"/>
              <a:t> </a:t>
            </a:r>
            <a:r>
              <a:rPr lang="en-US" dirty="0" err="1"/>
              <a:t>bị</a:t>
            </a:r>
            <a:r>
              <a:rPr lang="en-US" dirty="0"/>
              <a:t> </a:t>
            </a:r>
            <a:r>
              <a:rPr lang="en-US" dirty="0" err="1"/>
              <a:t>và</a:t>
            </a:r>
            <a:r>
              <a:rPr lang="en-US" dirty="0"/>
              <a:t> </a:t>
            </a:r>
            <a:r>
              <a:rPr lang="en-US" dirty="0" err="1"/>
              <a:t>cơ</a:t>
            </a:r>
            <a:r>
              <a:rPr lang="en-US" dirty="0"/>
              <a:t> </a:t>
            </a:r>
            <a:r>
              <a:rPr lang="en-US" dirty="0" err="1"/>
              <a:t>sở</a:t>
            </a:r>
            <a:r>
              <a:rPr lang="en-US" dirty="0"/>
              <a:t> </a:t>
            </a:r>
            <a:r>
              <a:rPr lang="en-US" dirty="0" err="1"/>
              <a:t>hạ</a:t>
            </a:r>
            <a:r>
              <a:rPr lang="en-US" dirty="0"/>
              <a:t> </a:t>
            </a:r>
            <a:r>
              <a:rPr lang="en-US" dirty="0" err="1"/>
              <a:t>tầng</a:t>
            </a:r>
            <a:r>
              <a:rPr lang="en-US" dirty="0"/>
              <a:t> </a:t>
            </a:r>
            <a:r>
              <a:rPr lang="en-US" dirty="0" err="1"/>
              <a:t>về</a:t>
            </a:r>
            <a:r>
              <a:rPr lang="en-US" dirty="0"/>
              <a:t> </a:t>
            </a:r>
            <a:r>
              <a:rPr lang="en-US" dirty="0" err="1"/>
              <a:t>mạng</a:t>
            </a:r>
            <a:r>
              <a:rPr lang="en-US" dirty="0"/>
              <a:t> </a:t>
            </a:r>
            <a:r>
              <a:rPr lang="en-US" dirty="0" err="1"/>
              <a:t>và</a:t>
            </a:r>
            <a:r>
              <a:rPr lang="en-US" dirty="0"/>
              <a:t> </a:t>
            </a:r>
            <a:r>
              <a:rPr lang="en-US" dirty="0" err="1"/>
              <a:t>truyền</a:t>
            </a:r>
            <a:r>
              <a:rPr lang="en-US" dirty="0"/>
              <a:t> </a:t>
            </a:r>
            <a:r>
              <a:rPr lang="en-US" dirty="0" err="1"/>
              <a:t>thông</a:t>
            </a:r>
            <a:r>
              <a:rPr lang="en-US" dirty="0"/>
              <a:t> (</a:t>
            </a:r>
            <a:r>
              <a:rPr lang="en-US" dirty="0" err="1"/>
              <a:t>Phần</a:t>
            </a:r>
            <a:r>
              <a:rPr lang="en-US" dirty="0"/>
              <a:t> </a:t>
            </a:r>
            <a:r>
              <a:rPr lang="en-US" dirty="0" err="1"/>
              <a:t>cứng</a:t>
            </a:r>
            <a:r>
              <a:rPr lang="en-US" dirty="0"/>
              <a:t>)</a:t>
            </a:r>
          </a:p>
          <a:p>
            <a:pPr marL="171450" indent="-171450">
              <a:buFontTx/>
              <a:buChar char="-"/>
              <a:defRPr/>
            </a:pPr>
            <a:r>
              <a:rPr lang="en-US" dirty="0" err="1"/>
              <a:t>Tiếp</a:t>
            </a:r>
            <a:r>
              <a:rPr lang="en-US" dirty="0"/>
              <a:t> </a:t>
            </a:r>
            <a:r>
              <a:rPr lang="en-US" dirty="0" err="1"/>
              <a:t>theo</a:t>
            </a:r>
            <a:r>
              <a:rPr lang="en-US" dirty="0"/>
              <a:t>, </a:t>
            </a:r>
            <a:r>
              <a:rPr lang="en-US" dirty="0" err="1"/>
              <a:t>trang</a:t>
            </a:r>
            <a:r>
              <a:rPr lang="en-US" dirty="0"/>
              <a:t> </a:t>
            </a:r>
            <a:r>
              <a:rPr lang="en-US" dirty="0" err="1"/>
              <a:t>bị</a:t>
            </a:r>
            <a:r>
              <a:rPr lang="en-US" dirty="0"/>
              <a:t> </a:t>
            </a:r>
            <a:r>
              <a:rPr lang="en-US" dirty="0" err="1"/>
              <a:t>các</a:t>
            </a:r>
            <a:r>
              <a:rPr lang="en-US" dirty="0"/>
              <a:t> </a:t>
            </a:r>
            <a:r>
              <a:rPr lang="en-US" dirty="0" err="1"/>
              <a:t>phần</a:t>
            </a:r>
            <a:r>
              <a:rPr lang="en-US" dirty="0"/>
              <a:t> </a:t>
            </a:r>
            <a:r>
              <a:rPr lang="en-US" dirty="0" err="1"/>
              <a:t>mềm</a:t>
            </a:r>
            <a:r>
              <a:rPr lang="en-US" dirty="0"/>
              <a:t> </a:t>
            </a:r>
            <a:r>
              <a:rPr lang="en-US" dirty="0" err="1"/>
              <a:t>cơ</a:t>
            </a:r>
            <a:r>
              <a:rPr lang="en-US" dirty="0"/>
              <a:t> </a:t>
            </a:r>
            <a:r>
              <a:rPr lang="en-US" dirty="0" err="1"/>
              <a:t>bản</a:t>
            </a:r>
            <a:r>
              <a:rPr lang="en-US" dirty="0"/>
              <a:t> </a:t>
            </a:r>
            <a:r>
              <a:rPr lang="en-US" dirty="0" err="1"/>
              <a:t>để</a:t>
            </a:r>
            <a:r>
              <a:rPr lang="en-US" dirty="0"/>
              <a:t> </a:t>
            </a:r>
            <a:r>
              <a:rPr lang="en-US" dirty="0" err="1"/>
              <a:t>phần</a:t>
            </a:r>
            <a:r>
              <a:rPr lang="en-US" dirty="0"/>
              <a:t> </a:t>
            </a:r>
            <a:r>
              <a:rPr lang="en-US" dirty="0" err="1"/>
              <a:t>cứng</a:t>
            </a:r>
            <a:r>
              <a:rPr lang="en-US" dirty="0"/>
              <a:t> </a:t>
            </a:r>
            <a:r>
              <a:rPr lang="en-US" dirty="0" err="1"/>
              <a:t>hoạt</a:t>
            </a:r>
            <a:r>
              <a:rPr lang="en-US" dirty="0"/>
              <a:t> </a:t>
            </a:r>
            <a:r>
              <a:rPr lang="en-US" dirty="0" err="1"/>
              <a:t>động</a:t>
            </a:r>
            <a:r>
              <a:rPr lang="en-US" dirty="0"/>
              <a:t> </a:t>
            </a:r>
            <a:r>
              <a:rPr lang="en-US" dirty="0" err="1"/>
              <a:t>được</a:t>
            </a:r>
            <a:r>
              <a:rPr lang="en-US" dirty="0"/>
              <a:t> (</a:t>
            </a:r>
            <a:r>
              <a:rPr lang="en-US" dirty="0" err="1"/>
              <a:t>Hệ</a:t>
            </a:r>
            <a:r>
              <a:rPr lang="en-US" dirty="0"/>
              <a:t> </a:t>
            </a:r>
            <a:r>
              <a:rPr lang="en-US" dirty="0" err="1"/>
              <a:t>điều</a:t>
            </a:r>
            <a:r>
              <a:rPr lang="en-US" dirty="0"/>
              <a:t> </a:t>
            </a:r>
            <a:r>
              <a:rPr lang="en-US" dirty="0" err="1"/>
              <a:t>hành</a:t>
            </a:r>
            <a:r>
              <a:rPr lang="en-US" dirty="0"/>
              <a:t>, office, …) </a:t>
            </a:r>
            <a:r>
              <a:rPr lang="en-US" dirty="0" err="1"/>
              <a:t>và</a:t>
            </a:r>
            <a:r>
              <a:rPr lang="en-US" dirty="0"/>
              <a:t> </a:t>
            </a:r>
            <a:r>
              <a:rPr lang="en-US" dirty="0" err="1"/>
              <a:t>điều</a:t>
            </a:r>
            <a:r>
              <a:rPr lang="en-US" dirty="0"/>
              <a:t> quan </a:t>
            </a:r>
            <a:r>
              <a:rPr lang="en-US" dirty="0" err="1"/>
              <a:t>trọng</a:t>
            </a:r>
            <a:r>
              <a:rPr lang="en-US" dirty="0"/>
              <a:t> </a:t>
            </a:r>
            <a:r>
              <a:rPr lang="en-US" dirty="0" err="1"/>
              <a:t>là</a:t>
            </a:r>
            <a:r>
              <a:rPr lang="en-US" dirty="0"/>
              <a:t> </a:t>
            </a:r>
            <a:r>
              <a:rPr lang="en-US" dirty="0" err="1"/>
              <a:t>xây</a:t>
            </a:r>
            <a:r>
              <a:rPr lang="en-US" dirty="0"/>
              <a:t> </a:t>
            </a:r>
            <a:r>
              <a:rPr lang="en-US" dirty="0" err="1"/>
              <a:t>dựng</a:t>
            </a:r>
            <a:r>
              <a:rPr lang="en-US" dirty="0"/>
              <a:t> </a:t>
            </a:r>
            <a:r>
              <a:rPr lang="en-US" dirty="0" err="1"/>
              <a:t>một</a:t>
            </a:r>
            <a:r>
              <a:rPr lang="en-US" dirty="0"/>
              <a:t> </a:t>
            </a:r>
            <a:r>
              <a:rPr lang="en-US" dirty="0" err="1"/>
              <a:t>sản</a:t>
            </a:r>
            <a:r>
              <a:rPr lang="en-US" dirty="0"/>
              <a:t> </a:t>
            </a:r>
            <a:r>
              <a:rPr lang="en-US" dirty="0" err="1"/>
              <a:t>phẩm</a:t>
            </a:r>
            <a:r>
              <a:rPr lang="en-US" dirty="0"/>
              <a:t> PM </a:t>
            </a:r>
            <a:r>
              <a:rPr lang="en-US" dirty="0" err="1"/>
              <a:t>hỗ</a:t>
            </a:r>
            <a:r>
              <a:rPr lang="en-US" dirty="0"/>
              <a:t> </a:t>
            </a:r>
            <a:r>
              <a:rPr lang="en-US" dirty="0" err="1"/>
              <a:t>trợ</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nghiệp</a:t>
            </a:r>
            <a:r>
              <a:rPr lang="en-US" dirty="0"/>
              <a:t> </a:t>
            </a:r>
            <a:r>
              <a:rPr lang="en-US" dirty="0" err="1"/>
              <a:t>vụ</a:t>
            </a:r>
            <a:r>
              <a:rPr lang="en-US" dirty="0"/>
              <a:t> </a:t>
            </a:r>
            <a:r>
              <a:rPr lang="en-US" dirty="0" err="1"/>
              <a:t>mà</a:t>
            </a:r>
            <a:r>
              <a:rPr lang="en-US" dirty="0"/>
              <a:t> </a:t>
            </a:r>
            <a:r>
              <a:rPr lang="en-US" dirty="0" err="1"/>
              <a:t>cơ</a:t>
            </a:r>
            <a:r>
              <a:rPr lang="en-US" dirty="0"/>
              <a:t> quan </a:t>
            </a:r>
            <a:r>
              <a:rPr lang="en-US" dirty="0" err="1"/>
              <a:t>cần</a:t>
            </a:r>
            <a:r>
              <a:rPr lang="en-US" dirty="0"/>
              <a:t> tin </a:t>
            </a:r>
            <a:r>
              <a:rPr lang="en-US"/>
              <a:t>học hóa</a:t>
            </a:r>
            <a:r>
              <a:rPr lang="en-US" baseline="0"/>
              <a:t> (Phần mềm)</a:t>
            </a:r>
            <a:endParaRPr lang="en-US" dirty="0"/>
          </a:p>
          <a:p>
            <a:pPr marL="171450" indent="-171450">
              <a:buFontTx/>
              <a:buChar char="-"/>
              <a:defRPr/>
            </a:pPr>
            <a:r>
              <a:rPr lang="en-US" dirty="0" err="1"/>
              <a:t>Tiêp</a:t>
            </a:r>
            <a:r>
              <a:rPr lang="en-US" dirty="0"/>
              <a:t> </a:t>
            </a:r>
            <a:r>
              <a:rPr lang="en-US" dirty="0" err="1"/>
              <a:t>đến</a:t>
            </a:r>
            <a:r>
              <a:rPr lang="en-US" dirty="0"/>
              <a:t>, </a:t>
            </a:r>
            <a:r>
              <a:rPr lang="en-US" dirty="0" err="1"/>
              <a:t>để</a:t>
            </a:r>
            <a:r>
              <a:rPr lang="en-US" dirty="0"/>
              <a:t> </a:t>
            </a:r>
            <a:r>
              <a:rPr lang="en-US" dirty="0" err="1"/>
              <a:t>sản</a:t>
            </a:r>
            <a:r>
              <a:rPr lang="en-US" dirty="0"/>
              <a:t> </a:t>
            </a:r>
            <a:r>
              <a:rPr lang="en-US" dirty="0" err="1"/>
              <a:t>phẩm</a:t>
            </a:r>
            <a:r>
              <a:rPr lang="en-US" dirty="0"/>
              <a:t> PM </a:t>
            </a:r>
            <a:r>
              <a:rPr lang="en-US" dirty="0" err="1"/>
              <a:t>có</a:t>
            </a:r>
            <a:r>
              <a:rPr lang="en-US" dirty="0"/>
              <a:t> </a:t>
            </a:r>
            <a:r>
              <a:rPr lang="en-US" dirty="0" err="1"/>
              <a:t>thể</a:t>
            </a:r>
            <a:r>
              <a:rPr lang="en-US" dirty="0"/>
              <a:t> </a:t>
            </a:r>
            <a:r>
              <a:rPr lang="en-US" dirty="0" err="1"/>
              <a:t>hoạt</a:t>
            </a:r>
            <a:r>
              <a:rPr lang="en-US" dirty="0"/>
              <a:t> </a:t>
            </a:r>
            <a:r>
              <a:rPr lang="en-US" dirty="0" err="1"/>
              <a:t>động</a:t>
            </a:r>
            <a:r>
              <a:rPr lang="en-US" dirty="0"/>
              <a:t> </a:t>
            </a:r>
            <a:r>
              <a:rPr lang="en-US" dirty="0" err="1"/>
              <a:t>được</a:t>
            </a:r>
            <a:r>
              <a:rPr lang="en-US" dirty="0"/>
              <a:t>, </a:t>
            </a:r>
            <a:r>
              <a:rPr lang="en-US" dirty="0" err="1"/>
              <a:t>chúng</a:t>
            </a:r>
            <a:r>
              <a:rPr lang="en-US" dirty="0"/>
              <a:t> ta </a:t>
            </a:r>
            <a:r>
              <a:rPr lang="en-US" dirty="0" err="1"/>
              <a:t>cần</a:t>
            </a:r>
            <a:r>
              <a:rPr lang="en-US" dirty="0"/>
              <a:t> </a:t>
            </a:r>
            <a:r>
              <a:rPr lang="en-US" dirty="0" err="1"/>
              <a:t>có</a:t>
            </a:r>
            <a:r>
              <a:rPr lang="en-US" dirty="0"/>
              <a:t> </a:t>
            </a:r>
            <a:r>
              <a:rPr lang="en-US" dirty="0" err="1"/>
              <a:t>dữ</a:t>
            </a:r>
            <a:r>
              <a:rPr lang="en-US" dirty="0"/>
              <a:t> </a:t>
            </a:r>
            <a:r>
              <a:rPr lang="en-US" dirty="0" err="1"/>
              <a:t>liệu</a:t>
            </a:r>
            <a:r>
              <a:rPr lang="en-US" dirty="0"/>
              <a:t>. </a:t>
            </a:r>
            <a:r>
              <a:rPr lang="en-US" dirty="0" err="1"/>
              <a:t>Trong</a:t>
            </a:r>
            <a:r>
              <a:rPr lang="en-US" dirty="0"/>
              <a:t> </a:t>
            </a:r>
            <a:r>
              <a:rPr lang="en-US" dirty="0" err="1"/>
              <a:t>thực</a:t>
            </a:r>
            <a:r>
              <a:rPr lang="en-US" dirty="0"/>
              <a:t> </a:t>
            </a:r>
            <a:r>
              <a:rPr lang="en-US" dirty="0" err="1"/>
              <a:t>tế</a:t>
            </a:r>
            <a:r>
              <a:rPr lang="en-US" dirty="0"/>
              <a:t>, </a:t>
            </a:r>
            <a:r>
              <a:rPr lang="en-US" dirty="0" err="1"/>
              <a:t>việc</a:t>
            </a:r>
            <a:r>
              <a:rPr lang="en-US" dirty="0"/>
              <a:t> </a:t>
            </a:r>
            <a:r>
              <a:rPr lang="en-US" dirty="0" err="1"/>
              <a:t>chuẩn</a:t>
            </a:r>
            <a:r>
              <a:rPr lang="en-US" dirty="0"/>
              <a:t> </a:t>
            </a:r>
            <a:r>
              <a:rPr lang="en-US" dirty="0" err="1"/>
              <a:t>bị</a:t>
            </a:r>
            <a:r>
              <a:rPr lang="en-US" dirty="0"/>
              <a:t> </a:t>
            </a:r>
            <a:r>
              <a:rPr lang="en-US" dirty="0" err="1"/>
              <a:t>dữ</a:t>
            </a:r>
            <a:r>
              <a:rPr lang="en-US" dirty="0"/>
              <a:t> </a:t>
            </a:r>
            <a:r>
              <a:rPr lang="en-US" dirty="0" err="1"/>
              <a:t>liệu</a:t>
            </a:r>
            <a:r>
              <a:rPr lang="en-US" dirty="0"/>
              <a:t> </a:t>
            </a:r>
            <a:r>
              <a:rPr lang="en-US" dirty="0" err="1"/>
              <a:t>cũng</a:t>
            </a:r>
            <a:r>
              <a:rPr lang="en-US" dirty="0"/>
              <a:t> </a:t>
            </a:r>
            <a:r>
              <a:rPr lang="en-US" dirty="0" err="1"/>
              <a:t>là</a:t>
            </a:r>
            <a:r>
              <a:rPr lang="en-US" dirty="0"/>
              <a:t> </a:t>
            </a:r>
            <a:r>
              <a:rPr lang="en-US" dirty="0" err="1"/>
              <a:t>một</a:t>
            </a:r>
            <a:r>
              <a:rPr lang="en-US" dirty="0"/>
              <a:t> </a:t>
            </a:r>
            <a:r>
              <a:rPr lang="en-US" dirty="0" err="1"/>
              <a:t>công</a:t>
            </a:r>
            <a:r>
              <a:rPr lang="en-US" dirty="0"/>
              <a:t> </a:t>
            </a:r>
            <a:r>
              <a:rPr lang="en-US" dirty="0" err="1"/>
              <a:t>việc</a:t>
            </a:r>
            <a:r>
              <a:rPr lang="en-US" dirty="0"/>
              <a:t> </a:t>
            </a:r>
            <a:r>
              <a:rPr lang="en-US" dirty="0" err="1"/>
              <a:t>lớn</a:t>
            </a:r>
            <a:r>
              <a:rPr lang="en-US" dirty="0"/>
              <a:t>, </a:t>
            </a:r>
            <a:r>
              <a:rPr lang="en-US" dirty="0" err="1"/>
              <a:t>tiêu</a:t>
            </a:r>
            <a:r>
              <a:rPr lang="en-US" dirty="0"/>
              <a:t> </a:t>
            </a:r>
            <a:r>
              <a:rPr lang="en-US" dirty="0" err="1"/>
              <a:t>tốn</a:t>
            </a:r>
            <a:r>
              <a:rPr lang="en-US" dirty="0"/>
              <a:t> </a:t>
            </a:r>
            <a:r>
              <a:rPr lang="en-US" dirty="0" err="1"/>
              <a:t>nhiều</a:t>
            </a:r>
            <a:r>
              <a:rPr lang="en-US" dirty="0"/>
              <a:t> </a:t>
            </a:r>
            <a:r>
              <a:rPr lang="en-US" dirty="0" err="1"/>
              <a:t>thời</a:t>
            </a:r>
            <a:r>
              <a:rPr lang="en-US" dirty="0"/>
              <a:t> </a:t>
            </a:r>
            <a:r>
              <a:rPr lang="en-US" dirty="0" err="1"/>
              <a:t>gian</a:t>
            </a:r>
            <a:r>
              <a:rPr lang="en-US" dirty="0"/>
              <a:t> </a:t>
            </a:r>
            <a:r>
              <a:rPr lang="en-US" dirty="0" err="1"/>
              <a:t>avf</a:t>
            </a:r>
            <a:r>
              <a:rPr lang="en-US" dirty="0"/>
              <a:t> </a:t>
            </a:r>
            <a:r>
              <a:rPr lang="en-US" err="1"/>
              <a:t>nguồn</a:t>
            </a:r>
            <a:r>
              <a:rPr lang="en-US"/>
              <a:t> lực (Dữ</a:t>
            </a:r>
            <a:r>
              <a:rPr lang="en-US" baseline="0"/>
              <a:t> liệu)</a:t>
            </a:r>
            <a:endParaRPr lang="en-US" dirty="0"/>
          </a:p>
          <a:p>
            <a:pPr marL="171450" indent="-171450">
              <a:buFontTx/>
              <a:buChar char="-"/>
              <a:defRPr/>
            </a:pPr>
            <a:r>
              <a:rPr lang="en-US" dirty="0" err="1"/>
              <a:t>Trong</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PM, </a:t>
            </a:r>
            <a:r>
              <a:rPr lang="en-US" dirty="0" err="1"/>
              <a:t>các</a:t>
            </a:r>
            <a:r>
              <a:rPr lang="en-US" dirty="0"/>
              <a:t> </a:t>
            </a:r>
            <a:r>
              <a:rPr lang="en-US" dirty="0" err="1"/>
              <a:t>quy</a:t>
            </a:r>
            <a:r>
              <a:rPr lang="en-US" dirty="0"/>
              <a:t> </a:t>
            </a:r>
            <a:r>
              <a:rPr lang="en-US" dirty="0" err="1"/>
              <a:t>trình</a:t>
            </a:r>
            <a:r>
              <a:rPr lang="en-US" dirty="0"/>
              <a:t>/</a:t>
            </a:r>
            <a:r>
              <a:rPr lang="en-US" dirty="0" err="1"/>
              <a:t>thủ</a:t>
            </a:r>
            <a:r>
              <a:rPr lang="en-US" dirty="0"/>
              <a:t> </a:t>
            </a:r>
            <a:r>
              <a:rPr lang="en-US" dirty="0" err="1"/>
              <a:t>tục</a:t>
            </a:r>
            <a:r>
              <a:rPr lang="en-US" dirty="0"/>
              <a:t> </a:t>
            </a:r>
            <a:r>
              <a:rPr lang="en-US" dirty="0" err="1"/>
              <a:t>tương</a:t>
            </a:r>
            <a:r>
              <a:rPr lang="en-US" dirty="0"/>
              <a:t> </a:t>
            </a:r>
            <a:r>
              <a:rPr lang="en-US" dirty="0" err="1"/>
              <a:t>ứng</a:t>
            </a:r>
            <a:r>
              <a:rPr lang="en-US" dirty="0"/>
              <a:t> </a:t>
            </a:r>
            <a:r>
              <a:rPr lang="en-US" dirty="0" err="1"/>
              <a:t>với</a:t>
            </a:r>
            <a:r>
              <a:rPr lang="en-US" dirty="0"/>
              <a:t> </a:t>
            </a:r>
            <a:r>
              <a:rPr lang="en-US" dirty="0" err="1"/>
              <a:t>các</a:t>
            </a:r>
            <a:r>
              <a:rPr lang="en-US" dirty="0"/>
              <a:t> </a:t>
            </a:r>
            <a:r>
              <a:rPr lang="en-US" dirty="0" err="1"/>
              <a:t>nghiệp</a:t>
            </a:r>
            <a:r>
              <a:rPr lang="en-US" dirty="0"/>
              <a:t> </a:t>
            </a:r>
            <a:r>
              <a:rPr lang="en-US" dirty="0" err="1"/>
              <a:t>vụ</a:t>
            </a:r>
            <a:r>
              <a:rPr lang="en-US" dirty="0"/>
              <a:t> </a:t>
            </a:r>
            <a:r>
              <a:rPr lang="en-US" dirty="0" err="1"/>
              <a:t>trong</a:t>
            </a:r>
            <a:r>
              <a:rPr lang="en-US" dirty="0"/>
              <a:t> </a:t>
            </a:r>
            <a:r>
              <a:rPr lang="en-US" dirty="0" err="1"/>
              <a:t>cơ</a:t>
            </a:r>
            <a:r>
              <a:rPr lang="en-US" dirty="0"/>
              <a:t> quan </a:t>
            </a:r>
            <a:r>
              <a:rPr lang="en-US" dirty="0" err="1"/>
              <a:t>anh</a:t>
            </a:r>
            <a:r>
              <a:rPr lang="en-US" dirty="0"/>
              <a:t>/</a:t>
            </a:r>
            <a:r>
              <a:rPr lang="en-US" dirty="0" err="1"/>
              <a:t>chị</a:t>
            </a:r>
            <a:r>
              <a:rPr lang="en-US" dirty="0"/>
              <a:t> </a:t>
            </a:r>
            <a:r>
              <a:rPr lang="en-US" dirty="0" err="1"/>
              <a:t>cũng</a:t>
            </a:r>
            <a:r>
              <a:rPr lang="en-US" dirty="0"/>
              <a:t> </a:t>
            </a:r>
            <a:r>
              <a:rPr lang="en-US" dirty="0" err="1"/>
              <a:t>sẽ</a:t>
            </a:r>
            <a:r>
              <a:rPr lang="en-US" dirty="0"/>
              <a:t> </a:t>
            </a:r>
            <a:r>
              <a:rPr lang="en-US" dirty="0" err="1"/>
              <a:t>được</a:t>
            </a:r>
            <a:r>
              <a:rPr lang="en-US" dirty="0"/>
              <a:t> </a:t>
            </a:r>
            <a:r>
              <a:rPr lang="en-US" dirty="0" err="1"/>
              <a:t>chuẩn</a:t>
            </a:r>
            <a:r>
              <a:rPr lang="en-US" dirty="0"/>
              <a:t> </a:t>
            </a:r>
            <a:r>
              <a:rPr lang="en-US" dirty="0" err="1"/>
              <a:t>hóa</a:t>
            </a:r>
            <a:r>
              <a:rPr lang="en-US" dirty="0"/>
              <a:t>, </a:t>
            </a:r>
            <a:r>
              <a:rPr lang="en-US" dirty="0" err="1"/>
              <a:t>thậm</a:t>
            </a:r>
            <a:r>
              <a:rPr lang="en-US" dirty="0"/>
              <a:t> </a:t>
            </a:r>
            <a:r>
              <a:rPr lang="en-US" dirty="0" err="1"/>
              <a:t>chí</a:t>
            </a:r>
            <a:r>
              <a:rPr lang="en-US" dirty="0"/>
              <a:t> </a:t>
            </a:r>
            <a:r>
              <a:rPr lang="en-US" dirty="0" err="1"/>
              <a:t>có</a:t>
            </a:r>
            <a:r>
              <a:rPr lang="en-US" dirty="0"/>
              <a:t> </a:t>
            </a:r>
            <a:r>
              <a:rPr lang="en-US" dirty="0" err="1"/>
              <a:t>một</a:t>
            </a:r>
            <a:r>
              <a:rPr lang="en-US" dirty="0"/>
              <a:t> </a:t>
            </a:r>
            <a:r>
              <a:rPr lang="en-US" dirty="0" err="1"/>
              <a:t>số</a:t>
            </a:r>
            <a:r>
              <a:rPr lang="en-US" dirty="0"/>
              <a:t> </a:t>
            </a:r>
            <a:r>
              <a:rPr lang="en-US" dirty="0" err="1"/>
              <a:t>bị</a:t>
            </a:r>
            <a:r>
              <a:rPr lang="en-US" dirty="0"/>
              <a:t> </a:t>
            </a:r>
            <a:r>
              <a:rPr lang="en-US" dirty="0" err="1"/>
              <a:t>loại</a:t>
            </a:r>
            <a:r>
              <a:rPr lang="en-US" dirty="0"/>
              <a:t> </a:t>
            </a:r>
            <a:r>
              <a:rPr lang="en-US" err="1"/>
              <a:t>bỏ</a:t>
            </a:r>
            <a:r>
              <a:rPr lang="en-US"/>
              <a:t>/</a:t>
            </a:r>
            <a:r>
              <a:rPr lang="en-US" err="1"/>
              <a:t>thêm</a:t>
            </a:r>
            <a:r>
              <a:rPr lang="en-US"/>
              <a:t> mới (Thủ</a:t>
            </a:r>
            <a:r>
              <a:rPr lang="en-US" baseline="0"/>
              <a:t> tục)</a:t>
            </a:r>
            <a:endParaRPr lang="en-US" dirty="0"/>
          </a:p>
          <a:p>
            <a:pPr marL="171450" indent="-171450">
              <a:buFontTx/>
              <a:buChar char="-"/>
              <a:defRPr/>
            </a:pPr>
            <a:r>
              <a:rPr lang="en-US" dirty="0" err="1"/>
              <a:t>Cuối</a:t>
            </a:r>
            <a:r>
              <a:rPr lang="en-US" dirty="0"/>
              <a:t> </a:t>
            </a:r>
            <a:r>
              <a:rPr lang="en-US" dirty="0" err="1"/>
              <a:t>cùng</a:t>
            </a:r>
            <a:r>
              <a:rPr lang="en-US" dirty="0"/>
              <a:t>, </a:t>
            </a:r>
            <a:r>
              <a:rPr lang="en-US" dirty="0" err="1"/>
              <a:t>chúng</a:t>
            </a:r>
            <a:r>
              <a:rPr lang="en-US" dirty="0"/>
              <a:t> ta </a:t>
            </a:r>
            <a:r>
              <a:rPr lang="en-US" dirty="0" err="1"/>
              <a:t>cần</a:t>
            </a:r>
            <a:r>
              <a:rPr lang="en-US" dirty="0"/>
              <a:t> </a:t>
            </a:r>
            <a:r>
              <a:rPr lang="en-US" dirty="0" err="1"/>
              <a:t>chuẩn</a:t>
            </a:r>
            <a:r>
              <a:rPr lang="en-US" dirty="0"/>
              <a:t> </a:t>
            </a:r>
            <a:r>
              <a:rPr lang="en-US" dirty="0" err="1"/>
              <a:t>bị</a:t>
            </a:r>
            <a:r>
              <a:rPr lang="en-US" dirty="0"/>
              <a:t> </a:t>
            </a:r>
            <a:r>
              <a:rPr lang="en-US" dirty="0" err="1"/>
              <a:t>và</a:t>
            </a:r>
            <a:r>
              <a:rPr lang="en-US" dirty="0"/>
              <a:t> </a:t>
            </a:r>
            <a:r>
              <a:rPr lang="en-US" dirty="0" err="1"/>
              <a:t>đào</a:t>
            </a:r>
            <a:r>
              <a:rPr lang="en-US" dirty="0"/>
              <a:t> </a:t>
            </a:r>
            <a:r>
              <a:rPr lang="en-US" dirty="0" err="1"/>
              <a:t>tạo</a:t>
            </a:r>
            <a:r>
              <a:rPr lang="en-US" dirty="0"/>
              <a:t> </a:t>
            </a:r>
            <a:r>
              <a:rPr lang="en-US" dirty="0" err="1"/>
              <a:t>nguồn</a:t>
            </a:r>
            <a:r>
              <a:rPr lang="en-US" dirty="0"/>
              <a:t> </a:t>
            </a:r>
            <a:r>
              <a:rPr lang="en-US" dirty="0" err="1"/>
              <a:t>nhân</a:t>
            </a:r>
            <a:r>
              <a:rPr lang="en-US" dirty="0"/>
              <a:t> </a:t>
            </a:r>
            <a:r>
              <a:rPr lang="en-US" dirty="0" err="1"/>
              <a:t>lực</a:t>
            </a:r>
            <a:r>
              <a:rPr lang="en-US" dirty="0"/>
              <a:t> </a:t>
            </a:r>
            <a:r>
              <a:rPr lang="en-US" dirty="0" err="1"/>
              <a:t>nhằm</a:t>
            </a:r>
            <a:r>
              <a:rPr lang="en-US" dirty="0"/>
              <a:t> </a:t>
            </a:r>
            <a:r>
              <a:rPr lang="en-US" dirty="0" err="1"/>
              <a:t>vận</a:t>
            </a:r>
            <a:r>
              <a:rPr lang="en-US" dirty="0"/>
              <a:t> </a:t>
            </a:r>
            <a:r>
              <a:rPr lang="en-US" dirty="0" err="1"/>
              <a:t>hành</a:t>
            </a:r>
            <a:r>
              <a:rPr lang="en-US" dirty="0"/>
              <a:t> </a:t>
            </a:r>
            <a:r>
              <a:rPr lang="en-US" dirty="0" err="1"/>
              <a:t>và</a:t>
            </a:r>
            <a:r>
              <a:rPr lang="en-US" dirty="0"/>
              <a:t> </a:t>
            </a:r>
            <a:r>
              <a:rPr lang="en-US" dirty="0" err="1"/>
              <a:t>sử</a:t>
            </a:r>
            <a:r>
              <a:rPr lang="en-US" dirty="0"/>
              <a:t> </a:t>
            </a:r>
            <a:r>
              <a:rPr lang="en-US" dirty="0" err="1"/>
              <a:t>dụng</a:t>
            </a:r>
            <a:r>
              <a:rPr lang="en-US" dirty="0"/>
              <a:t> </a:t>
            </a:r>
            <a:r>
              <a:rPr lang="en-US" dirty="0" err="1"/>
              <a:t>hệ</a:t>
            </a:r>
            <a:r>
              <a:rPr lang="en-US" dirty="0"/>
              <a:t> </a:t>
            </a:r>
            <a:r>
              <a:rPr lang="en-US" dirty="0" err="1"/>
              <a:t>thống</a:t>
            </a:r>
            <a:r>
              <a:rPr lang="en-US" dirty="0"/>
              <a:t> </a:t>
            </a:r>
            <a:r>
              <a:rPr lang="en-US" dirty="0" err="1"/>
              <a:t>thông</a:t>
            </a:r>
            <a:r>
              <a:rPr lang="en-US" dirty="0"/>
              <a:t> tin </a:t>
            </a:r>
            <a:r>
              <a:rPr lang="en-US" dirty="0" err="1"/>
              <a:t>một</a:t>
            </a:r>
            <a:r>
              <a:rPr lang="en-US" dirty="0"/>
              <a:t> </a:t>
            </a:r>
            <a:r>
              <a:rPr lang="en-US" dirty="0" err="1"/>
              <a:t>cách</a:t>
            </a:r>
            <a:r>
              <a:rPr lang="en-US" dirty="0"/>
              <a:t> </a:t>
            </a:r>
            <a:r>
              <a:rPr lang="en-US" dirty="0" err="1"/>
              <a:t>hiệu</a:t>
            </a:r>
            <a:r>
              <a:rPr lang="en-US" dirty="0"/>
              <a:t> </a:t>
            </a:r>
            <a:r>
              <a:rPr lang="en-US" err="1"/>
              <a:t>quả</a:t>
            </a:r>
            <a:r>
              <a:rPr lang="en-US"/>
              <a:t> nhất (con người)</a:t>
            </a:r>
          </a:p>
          <a:p>
            <a:pPr marL="0" indent="0">
              <a:buFontTx/>
              <a:buNone/>
              <a:defRPr/>
            </a:pPr>
            <a:r>
              <a:rPr lang="en-US"/>
              <a:t>5</a:t>
            </a:r>
            <a:r>
              <a:rPr lang="en-US" baseline="0"/>
              <a:t> yếu tố trên là các thành phần chính cấu thành một HTTT</a:t>
            </a:r>
          </a:p>
          <a:p>
            <a:pPr marL="0" indent="0">
              <a:buFontTx/>
              <a:buNone/>
              <a:defRPr/>
            </a:pPr>
            <a:r>
              <a:rPr lang="en-US" baseline="0"/>
              <a:t>Ngoài ra, các bạn cũng cần suy nghĩ để trả lời câu hỏi: Khi nào một tổ chức xây dựng HTTT? Khi nào thì chỉ xây dựng PM?</a:t>
            </a:r>
            <a:endParaRPr lang="en-US" dirty="0"/>
          </a:p>
        </p:txBody>
      </p:sp>
      <p:sp>
        <p:nvSpPr>
          <p:cNvPr id="32772"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541BA970-C43A-499E-985E-FB72DF538E8E}" type="slidenum">
              <a:rPr lang="ja-JP" altLang="en-US" smtClean="0"/>
              <a:pPr eaLnBrk="1" hangingPunct="1"/>
              <a:t>4</a:t>
            </a:fld>
            <a:endParaRPr lang="en-US" altLang="ja-JP"/>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Chúng</a:t>
            </a:r>
            <a:r>
              <a:rPr lang="en-US" baseline="0"/>
              <a:t> ta đều đã rõ vai trò của máy tính nói chung và của PM nói riêng trong cuộc sống.</a:t>
            </a:r>
          </a:p>
          <a:p>
            <a:r>
              <a:rPr lang="en-US" baseline="0"/>
              <a:t>Có 3 ý quan trọng mà các bạn cần nhấn mạnh khi đề cập đến nội dung này.</a:t>
            </a:r>
          </a:p>
          <a:p>
            <a:pPr marL="171450" indent="-171450">
              <a:buFontTx/>
              <a:buChar char="-"/>
            </a:pPr>
            <a:r>
              <a:rPr lang="en-US"/>
              <a:t>Hầu hết các hoạt động của trong lĩnh vực của các nước (nhất là các nước phát triển) đều phụ thuộc vào PM</a:t>
            </a:r>
          </a:p>
          <a:p>
            <a:pPr marL="171450" indent="-171450">
              <a:buFontTx/>
              <a:buChar char="-"/>
            </a:pPr>
            <a:r>
              <a:rPr lang="en-US"/>
              <a:t>Việc</a:t>
            </a:r>
            <a:r>
              <a:rPr lang="en-US" baseline="0"/>
              <a:t> ứng dụng CNTT vào các lĩnh vực trong đời sống xã hội (quá trình tin học hóa) là một xu hướng tất yếu</a:t>
            </a:r>
          </a:p>
          <a:p>
            <a:pPr marL="171450" indent="-171450">
              <a:buFontTx/>
              <a:buChar char="-"/>
            </a:pPr>
            <a:r>
              <a:rPr lang="en-US" baseline="0"/>
              <a:t>Cuộc sống của con người (học tập, làm việc, giải trí, giao tiếp, …) ngày càng phụ thuộc vào PM</a:t>
            </a:r>
            <a:endParaRPr lang="en-US"/>
          </a:p>
        </p:txBody>
      </p:sp>
    </p:spTree>
    <p:extLst>
      <p:ext uri="{BB962C8B-B14F-4D97-AF65-F5344CB8AC3E}">
        <p14:creationId xmlns:p14="http://schemas.microsoft.com/office/powerpoint/2010/main" val="3088726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Amazon</a:t>
            </a:r>
            <a:r>
              <a:rPr lang="en-US" baseline="0"/>
              <a:t> từ khi tham gia vào thị trường bán lẻ đã làm thay đổi về chất của lĩnh vực thương mại điện tử bằng cách định nghĩa lại thói quen mua sắm của một lượng lớn khách hàng. Nhờ ứng dụng CNTT một cách hiệu quả, </a:t>
            </a:r>
            <a:r>
              <a:rPr lang="en-US"/>
              <a:t>Amazon đã</a:t>
            </a:r>
            <a:r>
              <a:rPr lang="en-US" baseline="0"/>
              <a:t> tạo ra một lợi thế cạnh tranh lớn so với các HT bán lẻ khác (nhất là về giá cả) và gần như thống trị thị trường bán lẻ của Mỹ và một số nước phát triển.</a:t>
            </a:r>
          </a:p>
          <a:p>
            <a:endParaRPr lang="en-US" baseline="0"/>
          </a:p>
          <a:p>
            <a:r>
              <a:rPr lang="en-US"/>
              <a:t>Walmart được</a:t>
            </a:r>
            <a:r>
              <a:rPr lang="en-US" baseline="0"/>
              <a:t> biết đến như là một HT bán lẻ triển khai quản lý kho hiệu quả nhờ ứng dụng CNTT. </a:t>
            </a:r>
            <a:endParaRPr lang="en-US"/>
          </a:p>
        </p:txBody>
      </p:sp>
    </p:spTree>
    <p:extLst>
      <p:ext uri="{BB962C8B-B14F-4D97-AF65-F5344CB8AC3E}">
        <p14:creationId xmlns:p14="http://schemas.microsoft.com/office/powerpoint/2010/main" val="2265565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PM là</a:t>
            </a:r>
            <a:r>
              <a:rPr lang="en-US" baseline="0"/>
              <a:t> đối tượng nghiên cứu, là sản phẩm mà chúng ta sẽ phát triển.</a:t>
            </a:r>
          </a:p>
          <a:p>
            <a:r>
              <a:rPr lang="en-US" baseline="0"/>
              <a:t>Để hiểu được PM (rất phức tạp và khó hiểu), chúng ta cần hiểu các đặc trưng của nó.</a:t>
            </a:r>
          </a:p>
          <a:p>
            <a:r>
              <a:rPr lang="en-US" baseline="0"/>
              <a:t>Đặc trưng thứ nhất: PM không bị mòn cũ/hỏng như phần cứng/các thiết bị vật lý</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a:t>phần cứng/các thiết bị vật lý bị mòn cũ/hỏng do va đập vật lý, do điều kiện môi trường (độ ẩm, nhiệt độ, …), …</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a:t>PM cũng bị “hỏng”/bỏ đi sau một thời gian sử dụng nhưng vì lý do khác (lỗi phát sinh quá nhiều, yêu cầu nghiệp vụ thay đổi, môi trường (phần cứng, phần mềm) bị thay đổi, …</a:t>
            </a:r>
          </a:p>
          <a:p>
            <a:endParaRPr lang="en-US"/>
          </a:p>
        </p:txBody>
      </p:sp>
    </p:spTree>
    <p:extLst>
      <p:ext uri="{BB962C8B-B14F-4D97-AF65-F5344CB8AC3E}">
        <p14:creationId xmlns:p14="http://schemas.microsoft.com/office/powerpoint/2010/main" val="1995810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Đặc</a:t>
            </a:r>
            <a:r>
              <a:rPr lang="en-US" baseline="0"/>
              <a:t> trưng thứ 2: PM thường không được sản xuất hàng loạt (lắp ráp theo khuôn mẫu có sẵn) như các SP phần cứng. PM thường được phát triển theo đơn đặt hàng ứng với tập yêu cầu riêng (một KH, một công ty, 1 SP duy nhất). Ta thường gọi là sản phẩm “may đo”</a:t>
            </a:r>
          </a:p>
          <a:p>
            <a:pPr marL="171450" indent="-171450">
              <a:buFontTx/>
              <a:buChar char="-"/>
            </a:pPr>
            <a:r>
              <a:rPr lang="en-US" baseline="0"/>
              <a:t>Đặc trưng thứ 3: PM thường phức tạp (quy mô lớn, mối quan hệ phức tạp, …), khó hiểu và vô hình</a:t>
            </a:r>
          </a:p>
          <a:p>
            <a:pPr marL="171450" indent="-171450">
              <a:buFontTx/>
              <a:buChar char="-"/>
            </a:pPr>
            <a:r>
              <a:rPr lang="en-US" baseline="0"/>
              <a:t>Đặc trưng thứ 4: Thay đổi là bản chất của PM (PM thường xuyên bị thay đổi, thay đổi xảy ra trong quá trình phát triển và trong quá trình sử dụng). Nguyên nhân: Nghiệp vụ thay đổi, lỗi phát sinh hoặc môi trường thay đổi</a:t>
            </a:r>
          </a:p>
          <a:p>
            <a:pPr marL="171450" indent="-171450">
              <a:buFontTx/>
              <a:buChar char="-"/>
            </a:pPr>
            <a:r>
              <a:rPr lang="en-US" baseline="0"/>
              <a:t>Đặc trưng thứ 5: PM thường được phát triển bởi một nhóm có chuyên môn (do quy mô lớn, phức tạp, do thời gian bàn giao ngắn, …)  </a:t>
            </a:r>
            <a:endParaRPr lang="en-US"/>
          </a:p>
        </p:txBody>
      </p:sp>
    </p:spTree>
    <p:extLst>
      <p:ext uri="{BB962C8B-B14F-4D97-AF65-F5344CB8AC3E}">
        <p14:creationId xmlns:p14="http://schemas.microsoft.com/office/powerpoint/2010/main" val="373867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a:t>
            </a:r>
            <a:r>
              <a:rPr lang="en-US" baseline="0"/>
              <a:t> nhiều cách phân loại các SP PM</a:t>
            </a:r>
          </a:p>
          <a:p>
            <a:r>
              <a:rPr lang="en-US" baseline="0"/>
              <a:t>Nếu phân loại theo chức năng, có thể chia PM thành các loại sau:</a:t>
            </a:r>
          </a:p>
          <a:p>
            <a:pPr marL="171450" indent="-171450">
              <a:buFontTx/>
              <a:buChar char="-"/>
            </a:pPr>
            <a:r>
              <a:rPr lang="en-US" baseline="0"/>
              <a:t>PM hệ thống</a:t>
            </a:r>
          </a:p>
          <a:p>
            <a:pPr marL="171450" indent="-171450">
              <a:buFontTx/>
              <a:buChar char="-"/>
            </a:pPr>
            <a:r>
              <a:rPr lang="en-US" baseline="0"/>
              <a:t>PM nghiệp vụ (PM ứng dụng)</a:t>
            </a:r>
          </a:p>
          <a:p>
            <a:pPr marL="171450" indent="-171450">
              <a:buFontTx/>
              <a:buChar char="-"/>
            </a:pPr>
            <a:r>
              <a:rPr lang="en-US" baseline="0"/>
              <a:t>PM công cụ</a:t>
            </a:r>
            <a:endParaRPr lang="en-US"/>
          </a:p>
        </p:txBody>
      </p:sp>
    </p:spTree>
    <p:extLst>
      <p:ext uri="{BB962C8B-B14F-4D97-AF65-F5344CB8AC3E}">
        <p14:creationId xmlns:p14="http://schemas.microsoft.com/office/powerpoint/2010/main" val="3643615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Một</a:t>
            </a:r>
            <a:r>
              <a:rPr lang="en-US" baseline="0"/>
              <a:t> cách phân loại theo chức năng khác:</a:t>
            </a:r>
          </a:p>
          <a:p>
            <a:pPr marL="171450" indent="-171450">
              <a:buFontTx/>
              <a:buChar char="-"/>
            </a:pPr>
            <a:r>
              <a:rPr lang="en-US" baseline="0"/>
              <a:t>PM dùng chung</a:t>
            </a:r>
          </a:p>
          <a:p>
            <a:pPr marL="171450" indent="-171450">
              <a:buFontTx/>
              <a:buChar char="-"/>
            </a:pPr>
            <a:r>
              <a:rPr lang="en-US" baseline="0"/>
              <a:t>PM theo đơn đặt hàng</a:t>
            </a:r>
          </a:p>
          <a:p>
            <a:pPr marL="171450" indent="-171450">
              <a:buFontTx/>
              <a:buChar char="-"/>
            </a:pPr>
            <a:endParaRPr lang="en-US" baseline="0"/>
          </a:p>
          <a:p>
            <a:pPr marL="0" indent="0">
              <a:buFontTx/>
              <a:buNone/>
            </a:pPr>
            <a:r>
              <a:rPr lang="en-US" baseline="0"/>
              <a:t>Chúng ta sẽ học các phương pháp, kỹ thuật và công cụ để phát triển PM theo đơn đặt hàng</a:t>
            </a:r>
            <a:endParaRPr lang="en-US"/>
          </a:p>
        </p:txBody>
      </p:sp>
    </p:spTree>
    <p:extLst>
      <p:ext uri="{BB962C8B-B14F-4D97-AF65-F5344CB8AC3E}">
        <p14:creationId xmlns:p14="http://schemas.microsoft.com/office/powerpoint/2010/main" val="2646308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Đây</a:t>
            </a:r>
            <a:r>
              <a:rPr lang="en-US" baseline="0"/>
              <a:t> là một cách phân loại khác theo lĩnh vực ứng dụng của PM</a:t>
            </a:r>
            <a:endParaRPr lang="en-US"/>
          </a:p>
        </p:txBody>
      </p:sp>
    </p:spTree>
    <p:extLst>
      <p:ext uri="{BB962C8B-B14F-4D97-AF65-F5344CB8AC3E}">
        <p14:creationId xmlns:p14="http://schemas.microsoft.com/office/powerpoint/2010/main" val="6561960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Đặt</a:t>
            </a:r>
            <a:r>
              <a:rPr lang="en-US" baseline="0"/>
              <a:t> câu hỏi và để SV thảo luận, lấy ví dụ. Có thể triển khai theo nhóm (từng bàn)</a:t>
            </a:r>
            <a:endParaRPr lang="en-US"/>
          </a:p>
        </p:txBody>
      </p:sp>
    </p:spTree>
    <p:extLst>
      <p:ext uri="{BB962C8B-B14F-4D97-AF65-F5344CB8AC3E}">
        <p14:creationId xmlns:p14="http://schemas.microsoft.com/office/powerpoint/2010/main" val="2768424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a:ln/>
        </p:spPr>
      </p:sp>
      <p:sp>
        <p:nvSpPr>
          <p:cNvPr id="296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err="1">
                <a:latin typeface="Arial" charset="0"/>
                <a:cs typeface="Arial" charset="0"/>
              </a:rPr>
              <a:t>Tiếp</a:t>
            </a:r>
            <a:r>
              <a:rPr lang="en-US" altLang="en-US" dirty="0">
                <a:latin typeface="Arial" charset="0"/>
                <a:cs typeface="Arial" charset="0"/>
              </a:rPr>
              <a:t> </a:t>
            </a:r>
            <a:r>
              <a:rPr lang="en-US" altLang="en-US" dirty="0" err="1">
                <a:latin typeface="Arial" charset="0"/>
                <a:cs typeface="Arial" charset="0"/>
              </a:rPr>
              <a:t>theo</a:t>
            </a:r>
            <a:r>
              <a:rPr lang="en-US" altLang="en-US" dirty="0">
                <a:latin typeface="Arial" charset="0"/>
                <a:cs typeface="Arial" charset="0"/>
              </a:rPr>
              <a:t>, </a:t>
            </a:r>
            <a:r>
              <a:rPr lang="en-US" altLang="en-US" dirty="0" err="1">
                <a:latin typeface="Arial" charset="0"/>
                <a:cs typeface="Arial" charset="0"/>
              </a:rPr>
              <a:t>chúng</a:t>
            </a:r>
            <a:r>
              <a:rPr lang="en-US" altLang="en-US" dirty="0">
                <a:latin typeface="Arial" charset="0"/>
                <a:cs typeface="Arial" charset="0"/>
              </a:rPr>
              <a:t> ta </a:t>
            </a:r>
            <a:r>
              <a:rPr lang="en-US" altLang="en-US" dirty="0" err="1">
                <a:latin typeface="Arial" charset="0"/>
                <a:cs typeface="Arial" charset="0"/>
              </a:rPr>
              <a:t>cần</a:t>
            </a:r>
            <a:r>
              <a:rPr lang="en-US" altLang="en-US" dirty="0">
                <a:latin typeface="Arial" charset="0"/>
                <a:cs typeface="Arial" charset="0"/>
              </a:rPr>
              <a:t> quan </a:t>
            </a:r>
            <a:r>
              <a:rPr lang="en-US" altLang="en-US" dirty="0" err="1">
                <a:latin typeface="Arial" charset="0"/>
                <a:cs typeface="Arial" charset="0"/>
              </a:rPr>
              <a:t>tâm</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các</a:t>
            </a:r>
            <a:r>
              <a:rPr lang="en-US" altLang="en-US" dirty="0">
                <a:latin typeface="Arial" charset="0"/>
                <a:cs typeface="Arial" charset="0"/>
              </a:rPr>
              <a:t> </a:t>
            </a:r>
            <a:r>
              <a:rPr lang="en-US" altLang="en-US" dirty="0" err="1">
                <a:latin typeface="Arial" charset="0"/>
                <a:cs typeface="Arial" charset="0"/>
              </a:rPr>
              <a:t>tiêu</a:t>
            </a:r>
            <a:r>
              <a:rPr lang="en-US" altLang="en-US" dirty="0">
                <a:latin typeface="Arial" charset="0"/>
                <a:cs typeface="Arial" charset="0"/>
              </a:rPr>
              <a:t> </a:t>
            </a:r>
            <a:r>
              <a:rPr lang="en-US" altLang="en-US" dirty="0" err="1">
                <a:latin typeface="Arial" charset="0"/>
                <a:cs typeface="Arial" charset="0"/>
              </a:rPr>
              <a:t>chí</a:t>
            </a:r>
            <a:r>
              <a:rPr lang="en-US" altLang="en-US" dirty="0">
                <a:latin typeface="Arial" charset="0"/>
                <a:cs typeface="Arial" charset="0"/>
              </a:rPr>
              <a:t> </a:t>
            </a:r>
            <a:r>
              <a:rPr lang="en-US" altLang="en-US" dirty="0" err="1">
                <a:latin typeface="Arial" charset="0"/>
                <a:cs typeface="Arial" charset="0"/>
              </a:rPr>
              <a:t>nhằm</a:t>
            </a:r>
            <a:r>
              <a:rPr lang="en-US" altLang="en-US" dirty="0">
                <a:latin typeface="Arial" charset="0"/>
                <a:cs typeface="Arial" charset="0"/>
              </a:rPr>
              <a:t> </a:t>
            </a:r>
            <a:r>
              <a:rPr lang="en-US" altLang="en-US" dirty="0" err="1">
                <a:latin typeface="Arial" charset="0"/>
                <a:cs typeface="Arial" charset="0"/>
              </a:rPr>
              <a:t>đánh</a:t>
            </a:r>
            <a:r>
              <a:rPr lang="en-US" altLang="en-US" dirty="0">
                <a:latin typeface="Arial" charset="0"/>
                <a:cs typeface="Arial" charset="0"/>
              </a:rPr>
              <a:t> </a:t>
            </a:r>
            <a:r>
              <a:rPr lang="en-US" altLang="en-US" dirty="0" err="1">
                <a:latin typeface="Arial" charset="0"/>
                <a:cs typeface="Arial" charset="0"/>
              </a:rPr>
              <a:t>giá</a:t>
            </a:r>
            <a:r>
              <a:rPr lang="en-US" altLang="en-US" dirty="0">
                <a:latin typeface="Arial" charset="0"/>
                <a:cs typeface="Arial" charset="0"/>
              </a:rPr>
              <a:t> </a:t>
            </a:r>
            <a:r>
              <a:rPr lang="en-US" altLang="en-US" dirty="0" err="1">
                <a:latin typeface="Arial" charset="0"/>
                <a:cs typeface="Arial" charset="0"/>
              </a:rPr>
              <a:t>chất</a:t>
            </a:r>
            <a:r>
              <a:rPr lang="en-US" altLang="en-US" dirty="0">
                <a:latin typeface="Arial" charset="0"/>
                <a:cs typeface="Arial" charset="0"/>
              </a:rPr>
              <a:t> </a:t>
            </a:r>
            <a:r>
              <a:rPr lang="en-US" altLang="en-US" dirty="0" err="1">
                <a:latin typeface="Arial" charset="0"/>
                <a:cs typeface="Arial" charset="0"/>
              </a:rPr>
              <a:t>lượng</a:t>
            </a:r>
            <a:r>
              <a:rPr lang="en-US" altLang="en-US" dirty="0">
                <a:latin typeface="Arial" charset="0"/>
                <a:cs typeface="Arial" charset="0"/>
              </a:rPr>
              <a:t> </a:t>
            </a:r>
            <a:r>
              <a:rPr lang="en-US" altLang="en-US" dirty="0" err="1">
                <a:latin typeface="Arial" charset="0"/>
                <a:cs typeface="Arial" charset="0"/>
              </a:rPr>
              <a:t>của</a:t>
            </a:r>
            <a:r>
              <a:rPr lang="en-US" altLang="en-US" dirty="0">
                <a:latin typeface="Arial" charset="0"/>
                <a:cs typeface="Arial" charset="0"/>
              </a:rPr>
              <a:t> </a:t>
            </a:r>
            <a:r>
              <a:rPr lang="en-US" altLang="en-US" dirty="0" err="1">
                <a:latin typeface="Arial" charset="0"/>
                <a:cs typeface="Arial" charset="0"/>
              </a:rPr>
              <a:t>một</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PM.</a:t>
            </a:r>
          </a:p>
          <a:p>
            <a:r>
              <a:rPr lang="en-US" altLang="en-US" dirty="0" err="1">
                <a:latin typeface="Arial" charset="0"/>
                <a:cs typeface="Arial" charset="0"/>
              </a:rPr>
              <a:t>Các</a:t>
            </a:r>
            <a:r>
              <a:rPr lang="en-US" altLang="en-US" dirty="0">
                <a:latin typeface="Arial" charset="0"/>
                <a:cs typeface="Arial" charset="0"/>
              </a:rPr>
              <a:t> </a:t>
            </a:r>
            <a:r>
              <a:rPr lang="en-US" altLang="en-US" dirty="0" err="1">
                <a:latin typeface="Arial" charset="0"/>
                <a:cs typeface="Arial" charset="0"/>
              </a:rPr>
              <a:t>tiêu</a:t>
            </a:r>
            <a:r>
              <a:rPr lang="en-US" altLang="en-US" dirty="0">
                <a:latin typeface="Arial" charset="0"/>
                <a:cs typeface="Arial" charset="0"/>
              </a:rPr>
              <a:t> </a:t>
            </a:r>
            <a:r>
              <a:rPr lang="en-US" altLang="en-US" dirty="0" err="1">
                <a:latin typeface="Arial" charset="0"/>
                <a:cs typeface="Arial" charset="0"/>
              </a:rPr>
              <a:t>chí</a:t>
            </a:r>
            <a:r>
              <a:rPr lang="en-US" altLang="en-US" dirty="0">
                <a:latin typeface="Arial" charset="0"/>
                <a:cs typeface="Arial" charset="0"/>
              </a:rPr>
              <a:t> </a:t>
            </a:r>
            <a:r>
              <a:rPr lang="en-US" altLang="en-US" dirty="0" err="1">
                <a:latin typeface="Arial" charset="0"/>
                <a:cs typeface="Arial" charset="0"/>
              </a:rPr>
              <a:t>này</a:t>
            </a:r>
            <a:r>
              <a:rPr lang="en-US" altLang="en-US" dirty="0">
                <a:latin typeface="Arial" charset="0"/>
                <a:cs typeface="Arial" charset="0"/>
              </a:rPr>
              <a:t> </a:t>
            </a:r>
            <a:r>
              <a:rPr lang="en-US" altLang="en-US" dirty="0" err="1">
                <a:latin typeface="Arial" charset="0"/>
                <a:cs typeface="Arial" charset="0"/>
              </a:rPr>
              <a:t>đã</a:t>
            </a:r>
            <a:r>
              <a:rPr lang="en-US" altLang="en-US" dirty="0">
                <a:latin typeface="Arial" charset="0"/>
                <a:cs typeface="Arial" charset="0"/>
              </a:rPr>
              <a:t> </a:t>
            </a:r>
            <a:r>
              <a:rPr lang="en-US" altLang="en-US" dirty="0" err="1">
                <a:latin typeface="Arial" charset="0"/>
                <a:cs typeface="Arial" charset="0"/>
              </a:rPr>
              <a:t>được</a:t>
            </a:r>
            <a:r>
              <a:rPr lang="en-US" altLang="en-US" dirty="0">
                <a:latin typeface="Arial" charset="0"/>
                <a:cs typeface="Arial" charset="0"/>
              </a:rPr>
              <a:t> </a:t>
            </a:r>
            <a:r>
              <a:rPr lang="en-US" altLang="en-US" dirty="0" err="1">
                <a:latin typeface="Arial" charset="0"/>
                <a:cs typeface="Arial" charset="0"/>
              </a:rPr>
              <a:t>mô</a:t>
            </a:r>
            <a:r>
              <a:rPr lang="en-US" altLang="en-US" dirty="0">
                <a:latin typeface="Arial" charset="0"/>
                <a:cs typeface="Arial" charset="0"/>
              </a:rPr>
              <a:t> </a:t>
            </a:r>
            <a:r>
              <a:rPr lang="en-US" altLang="en-US" dirty="0" err="1">
                <a:latin typeface="Arial" charset="0"/>
                <a:cs typeface="Arial" charset="0"/>
              </a:rPr>
              <a:t>tả</a:t>
            </a:r>
            <a:r>
              <a:rPr lang="en-US" altLang="en-US" dirty="0">
                <a:latin typeface="Arial" charset="0"/>
                <a:cs typeface="Arial" charset="0"/>
              </a:rPr>
              <a:t> chi </a:t>
            </a:r>
            <a:r>
              <a:rPr lang="en-US" altLang="en-US" dirty="0" err="1">
                <a:latin typeface="Arial" charset="0"/>
                <a:cs typeface="Arial" charset="0"/>
              </a:rPr>
              <a:t>tiết</a:t>
            </a:r>
            <a:r>
              <a:rPr lang="en-US" altLang="en-US" dirty="0">
                <a:latin typeface="Arial" charset="0"/>
                <a:cs typeface="Arial" charset="0"/>
              </a:rPr>
              <a:t> </a:t>
            </a:r>
            <a:r>
              <a:rPr lang="en-US" altLang="en-US" dirty="0" err="1">
                <a:latin typeface="Arial" charset="0"/>
                <a:cs typeface="Arial" charset="0"/>
              </a:rPr>
              <a:t>tại</a:t>
            </a:r>
            <a:r>
              <a:rPr lang="en-US" altLang="en-US" dirty="0">
                <a:latin typeface="Arial" charset="0"/>
                <a:cs typeface="Arial" charset="0"/>
              </a:rPr>
              <a:t> </a:t>
            </a:r>
            <a:r>
              <a:rPr lang="en-US" altLang="en-US" b="1" dirty="0">
                <a:latin typeface="Arial" charset="0"/>
                <a:cs typeface="Arial" charset="0"/>
              </a:rPr>
              <a:t>ISO 9126</a:t>
            </a:r>
            <a:r>
              <a:rPr lang="en-US" altLang="en-US" dirty="0">
                <a:latin typeface="Arial" charset="0"/>
                <a:cs typeface="Arial" charset="0"/>
              </a:rPr>
              <a:t>. </a:t>
            </a:r>
            <a:r>
              <a:rPr lang="en-US" altLang="en-US" dirty="0" err="1">
                <a:latin typeface="Arial" charset="0"/>
                <a:cs typeface="Arial" charset="0"/>
              </a:rPr>
              <a:t>Tuy</a:t>
            </a:r>
            <a:r>
              <a:rPr lang="en-US" altLang="en-US" dirty="0">
                <a:latin typeface="Arial" charset="0"/>
                <a:cs typeface="Arial" charset="0"/>
              </a:rPr>
              <a:t> </a:t>
            </a:r>
            <a:r>
              <a:rPr lang="en-US" altLang="en-US" dirty="0" err="1">
                <a:latin typeface="Arial" charset="0"/>
                <a:cs typeface="Arial" charset="0"/>
              </a:rPr>
              <a:t>nhiên</a:t>
            </a:r>
            <a:r>
              <a:rPr lang="en-US" altLang="en-US" dirty="0">
                <a:latin typeface="Arial" charset="0"/>
                <a:cs typeface="Arial" charset="0"/>
              </a:rPr>
              <a:t>, </a:t>
            </a:r>
            <a:r>
              <a:rPr lang="en-US" altLang="en-US" dirty="0" err="1">
                <a:latin typeface="Arial" charset="0"/>
                <a:cs typeface="Arial" charset="0"/>
              </a:rPr>
              <a:t>trong</a:t>
            </a:r>
            <a:r>
              <a:rPr lang="en-US" altLang="en-US" dirty="0">
                <a:latin typeface="Arial" charset="0"/>
                <a:cs typeface="Arial" charset="0"/>
              </a:rPr>
              <a:t> </a:t>
            </a:r>
            <a:r>
              <a:rPr lang="en-US" altLang="en-US" dirty="0" err="1">
                <a:latin typeface="Arial" charset="0"/>
                <a:cs typeface="Arial" charset="0"/>
              </a:rPr>
              <a:t>khuôn</a:t>
            </a:r>
            <a:r>
              <a:rPr lang="en-US" altLang="en-US" dirty="0">
                <a:latin typeface="Arial" charset="0"/>
                <a:cs typeface="Arial" charset="0"/>
              </a:rPr>
              <a:t> </a:t>
            </a:r>
            <a:r>
              <a:rPr lang="en-US" altLang="en-US" dirty="0" err="1">
                <a:latin typeface="Arial" charset="0"/>
                <a:cs typeface="Arial" charset="0"/>
              </a:rPr>
              <a:t>khổ</a:t>
            </a:r>
            <a:r>
              <a:rPr lang="en-US" altLang="en-US" dirty="0">
                <a:latin typeface="Arial" charset="0"/>
                <a:cs typeface="Arial" charset="0"/>
              </a:rPr>
              <a:t> </a:t>
            </a:r>
            <a:r>
              <a:rPr lang="en-US" altLang="en-US" dirty="0" err="1">
                <a:latin typeface="Arial" charset="0"/>
                <a:cs typeface="Arial" charset="0"/>
              </a:rPr>
              <a:t>của</a:t>
            </a:r>
            <a:r>
              <a:rPr lang="en-US" altLang="en-US" dirty="0">
                <a:latin typeface="Arial" charset="0"/>
                <a:cs typeface="Arial" charset="0"/>
              </a:rPr>
              <a:t> </a:t>
            </a:r>
            <a:r>
              <a:rPr lang="en-US" altLang="en-US" dirty="0" err="1">
                <a:latin typeface="Arial" charset="0"/>
                <a:cs typeface="Arial" charset="0"/>
              </a:rPr>
              <a:t>bài</a:t>
            </a:r>
            <a:r>
              <a:rPr lang="en-US" altLang="en-US" dirty="0">
                <a:latin typeface="Arial" charset="0"/>
                <a:cs typeface="Arial" charset="0"/>
              </a:rPr>
              <a:t> </a:t>
            </a:r>
            <a:r>
              <a:rPr lang="en-US" altLang="en-US" dirty="0" err="1">
                <a:latin typeface="Arial" charset="0"/>
                <a:cs typeface="Arial" charset="0"/>
              </a:rPr>
              <a:t>giảng</a:t>
            </a:r>
            <a:r>
              <a:rPr lang="en-US" altLang="en-US" dirty="0">
                <a:latin typeface="Arial" charset="0"/>
                <a:cs typeface="Arial" charset="0"/>
              </a:rPr>
              <a:t> </a:t>
            </a:r>
            <a:r>
              <a:rPr lang="en-US" altLang="en-US" dirty="0" err="1">
                <a:latin typeface="Arial" charset="0"/>
                <a:cs typeface="Arial" charset="0"/>
              </a:rPr>
              <a:t>này</a:t>
            </a:r>
            <a:r>
              <a:rPr lang="en-US" altLang="en-US" dirty="0">
                <a:latin typeface="Arial" charset="0"/>
                <a:cs typeface="Arial" charset="0"/>
              </a:rPr>
              <a:t>, </a:t>
            </a:r>
            <a:r>
              <a:rPr lang="en-US" altLang="en-US" dirty="0" err="1">
                <a:latin typeface="Arial" charset="0"/>
                <a:cs typeface="Arial" charset="0"/>
              </a:rPr>
              <a:t>chúng</a:t>
            </a:r>
            <a:r>
              <a:rPr lang="en-US" altLang="en-US" dirty="0">
                <a:latin typeface="Arial" charset="0"/>
                <a:cs typeface="Arial" charset="0"/>
              </a:rPr>
              <a:t> ta quan </a:t>
            </a:r>
            <a:r>
              <a:rPr lang="en-US" altLang="en-US" dirty="0" err="1">
                <a:latin typeface="Arial" charset="0"/>
                <a:cs typeface="Arial" charset="0"/>
              </a:rPr>
              <a:t>tâm</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các</a:t>
            </a:r>
            <a:r>
              <a:rPr lang="en-US" altLang="en-US" dirty="0">
                <a:latin typeface="Arial" charset="0"/>
                <a:cs typeface="Arial" charset="0"/>
              </a:rPr>
              <a:t> </a:t>
            </a:r>
            <a:r>
              <a:rPr lang="en-US" altLang="en-US" dirty="0" err="1">
                <a:latin typeface="Arial" charset="0"/>
                <a:cs typeface="Arial" charset="0"/>
              </a:rPr>
              <a:t>tiêu</a:t>
            </a:r>
            <a:r>
              <a:rPr lang="en-US" altLang="en-US" dirty="0">
                <a:latin typeface="Arial" charset="0"/>
                <a:cs typeface="Arial" charset="0"/>
              </a:rPr>
              <a:t> </a:t>
            </a:r>
            <a:r>
              <a:rPr lang="en-US" altLang="en-US" dirty="0" err="1">
                <a:latin typeface="Arial" charset="0"/>
                <a:cs typeface="Arial" charset="0"/>
              </a:rPr>
              <a:t>chí</a:t>
            </a:r>
            <a:r>
              <a:rPr lang="en-US" altLang="en-US" dirty="0">
                <a:latin typeface="Arial" charset="0"/>
                <a:cs typeface="Arial" charset="0"/>
              </a:rPr>
              <a:t> </a:t>
            </a:r>
            <a:r>
              <a:rPr lang="en-US" altLang="en-US" dirty="0" err="1">
                <a:latin typeface="Arial" charset="0"/>
                <a:cs typeface="Arial" charset="0"/>
              </a:rPr>
              <a:t>ứng</a:t>
            </a:r>
            <a:r>
              <a:rPr lang="en-US" altLang="en-US" dirty="0">
                <a:latin typeface="Arial" charset="0"/>
                <a:cs typeface="Arial" charset="0"/>
              </a:rPr>
              <a:t> </a:t>
            </a:r>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từng</a:t>
            </a:r>
            <a:r>
              <a:rPr lang="en-US" altLang="en-US" dirty="0">
                <a:latin typeface="Arial" charset="0"/>
                <a:cs typeface="Arial" charset="0"/>
              </a:rPr>
              <a:t> </a:t>
            </a:r>
            <a:r>
              <a:rPr lang="en-US" altLang="en-US" dirty="0" err="1">
                <a:latin typeface="Arial" charset="0"/>
                <a:cs typeface="Arial" charset="0"/>
              </a:rPr>
              <a:t>nhóm</a:t>
            </a:r>
            <a:r>
              <a:rPr lang="en-US" altLang="en-US" dirty="0">
                <a:latin typeface="Arial" charset="0"/>
                <a:cs typeface="Arial" charset="0"/>
              </a:rPr>
              <a:t> </a:t>
            </a:r>
            <a:r>
              <a:rPr lang="en-US" altLang="en-US" dirty="0" err="1">
                <a:latin typeface="Arial" charset="0"/>
                <a:cs typeface="Arial" charset="0"/>
              </a:rPr>
              <a:t>người</a:t>
            </a:r>
            <a:r>
              <a:rPr lang="en-US" altLang="en-US" dirty="0">
                <a:latin typeface="Arial" charset="0"/>
                <a:cs typeface="Arial" charset="0"/>
              </a:rPr>
              <a:t> </a:t>
            </a:r>
            <a:r>
              <a:rPr lang="en-US" altLang="en-US" dirty="0" err="1">
                <a:latin typeface="Arial" charset="0"/>
                <a:cs typeface="Arial" charset="0"/>
              </a:rPr>
              <a:t>liên</a:t>
            </a:r>
            <a:r>
              <a:rPr lang="en-US" altLang="en-US" dirty="0">
                <a:latin typeface="Arial" charset="0"/>
                <a:cs typeface="Arial" charset="0"/>
              </a:rPr>
              <a:t> quan</a:t>
            </a:r>
          </a:p>
          <a:p>
            <a:endParaRPr lang="en-US" altLang="en-US" dirty="0">
              <a:latin typeface="Arial" charset="0"/>
              <a:cs typeface="Arial" charset="0"/>
            </a:endParaRPr>
          </a:p>
          <a:p>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chủ</a:t>
            </a:r>
            <a:r>
              <a:rPr lang="en-US" altLang="en-US" dirty="0">
                <a:latin typeface="Arial" charset="0"/>
                <a:cs typeface="Arial" charset="0"/>
              </a:rPr>
              <a:t> </a:t>
            </a:r>
            <a:r>
              <a:rPr lang="en-US" altLang="en-US" dirty="0" err="1">
                <a:latin typeface="Arial" charset="0"/>
                <a:cs typeface="Arial" charset="0"/>
              </a:rPr>
              <a:t>đầu</a:t>
            </a:r>
            <a:r>
              <a:rPr lang="en-US" altLang="en-US" dirty="0">
                <a:latin typeface="Arial" charset="0"/>
                <a:cs typeface="Arial" charset="0"/>
              </a:rPr>
              <a:t> </a:t>
            </a:r>
            <a:r>
              <a:rPr lang="en-US" altLang="en-US" dirty="0" err="1">
                <a:latin typeface="Arial" charset="0"/>
                <a:cs typeface="Arial" charset="0"/>
              </a:rPr>
              <a:t>tư</a:t>
            </a:r>
            <a:r>
              <a:rPr lang="en-US" altLang="en-US" dirty="0">
                <a:latin typeface="Arial" charset="0"/>
                <a:cs typeface="Arial" charset="0"/>
              </a:rPr>
              <a:t>: </a:t>
            </a:r>
            <a:r>
              <a:rPr lang="en-US" altLang="en-US" dirty="0" err="1">
                <a:latin typeface="Arial" charset="0"/>
                <a:cs typeface="Arial" charset="0"/>
              </a:rPr>
              <a:t>họ</a:t>
            </a:r>
            <a:r>
              <a:rPr lang="en-US" altLang="en-US" dirty="0">
                <a:latin typeface="Arial" charset="0"/>
                <a:cs typeface="Arial" charset="0"/>
              </a:rPr>
              <a:t> quan </a:t>
            </a:r>
            <a:r>
              <a:rPr lang="en-US" altLang="en-US" dirty="0" err="1">
                <a:latin typeface="Arial" charset="0"/>
                <a:cs typeface="Arial" charset="0"/>
              </a:rPr>
              <a:t>tâm</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kinh</a:t>
            </a:r>
            <a:r>
              <a:rPr lang="en-US" altLang="en-US" dirty="0">
                <a:latin typeface="Arial" charset="0"/>
                <a:cs typeface="Arial" charset="0"/>
              </a:rPr>
              <a:t> </a:t>
            </a:r>
            <a:r>
              <a:rPr lang="en-US" altLang="en-US" dirty="0" err="1">
                <a:latin typeface="Arial" charset="0"/>
                <a:cs typeface="Arial" charset="0"/>
              </a:rPr>
              <a:t>phí</a:t>
            </a:r>
            <a:r>
              <a:rPr lang="en-US" altLang="en-US" dirty="0">
                <a:latin typeface="Arial" charset="0"/>
                <a:cs typeface="Arial" charset="0"/>
              </a:rPr>
              <a:t> (</a:t>
            </a:r>
            <a:r>
              <a:rPr lang="en-US" altLang="en-US" dirty="0" err="1">
                <a:latin typeface="Arial" charset="0"/>
                <a:cs typeface="Arial" charset="0"/>
              </a:rPr>
              <a:t>hợp</a:t>
            </a:r>
            <a:r>
              <a:rPr lang="en-US" altLang="en-US" dirty="0">
                <a:latin typeface="Arial" charset="0"/>
                <a:cs typeface="Arial" charset="0"/>
              </a:rPr>
              <a:t> </a:t>
            </a:r>
            <a:r>
              <a:rPr lang="en-US" altLang="en-US" dirty="0" err="1">
                <a:latin typeface="Arial" charset="0"/>
                <a:cs typeface="Arial" charset="0"/>
              </a:rPr>
              <a:t>lý</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thời</a:t>
            </a:r>
            <a:r>
              <a:rPr lang="en-US" altLang="en-US" dirty="0">
                <a:latin typeface="Arial" charset="0"/>
                <a:cs typeface="Arial" charset="0"/>
              </a:rPr>
              <a:t> </a:t>
            </a:r>
            <a:r>
              <a:rPr lang="en-US" altLang="en-US" dirty="0" err="1">
                <a:latin typeface="Arial" charset="0"/>
                <a:cs typeface="Arial" charset="0"/>
              </a:rPr>
              <a:t>gian</a:t>
            </a:r>
            <a:r>
              <a:rPr lang="en-US" altLang="en-US" dirty="0">
                <a:latin typeface="Arial" charset="0"/>
                <a:cs typeface="Arial" charset="0"/>
              </a:rPr>
              <a:t> </a:t>
            </a:r>
            <a:r>
              <a:rPr lang="en-US" altLang="en-US" dirty="0" err="1">
                <a:latin typeface="Arial" charset="0"/>
                <a:cs typeface="Arial" charset="0"/>
              </a:rPr>
              <a:t>phát</a:t>
            </a:r>
            <a:r>
              <a:rPr lang="en-US" altLang="en-US" dirty="0">
                <a:latin typeface="Arial" charset="0"/>
                <a:cs typeface="Arial" charset="0"/>
              </a:rPr>
              <a:t> </a:t>
            </a:r>
            <a:r>
              <a:rPr lang="en-US" altLang="en-US" dirty="0" err="1">
                <a:latin typeface="Arial" charset="0"/>
                <a:cs typeface="Arial" charset="0"/>
              </a:rPr>
              <a:t>triển</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ứng</a:t>
            </a:r>
            <a:r>
              <a:rPr lang="en-US" altLang="en-US" dirty="0">
                <a:latin typeface="Arial" charset="0"/>
                <a:cs typeface="Arial" charset="0"/>
              </a:rPr>
              <a:t> </a:t>
            </a:r>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đặc</a:t>
            </a:r>
            <a:r>
              <a:rPr lang="en-US" altLang="en-US" dirty="0">
                <a:latin typeface="Arial" charset="0"/>
                <a:cs typeface="Arial" charset="0"/>
              </a:rPr>
              <a:t> </a:t>
            </a:r>
            <a:r>
              <a:rPr lang="en-US" altLang="en-US" dirty="0" err="1">
                <a:latin typeface="Arial" charset="0"/>
                <a:cs typeface="Arial" charset="0"/>
              </a:rPr>
              <a:t>tả</a:t>
            </a:r>
            <a:r>
              <a:rPr lang="en-US" altLang="en-US" dirty="0">
                <a:latin typeface="Arial" charset="0"/>
                <a:cs typeface="Arial" charset="0"/>
              </a:rPr>
              <a:t> </a:t>
            </a:r>
            <a:r>
              <a:rPr lang="en-US" altLang="en-US" dirty="0" err="1">
                <a:latin typeface="Arial" charset="0"/>
                <a:cs typeface="Arial" charset="0"/>
              </a:rPr>
              <a:t>yêu</a:t>
            </a:r>
            <a:r>
              <a:rPr lang="en-US" altLang="en-US" dirty="0">
                <a:latin typeface="Arial" charset="0"/>
                <a:cs typeface="Arial" charset="0"/>
              </a:rPr>
              <a:t> </a:t>
            </a:r>
            <a:r>
              <a:rPr lang="en-US" altLang="en-US" dirty="0" err="1">
                <a:latin typeface="Arial" charset="0"/>
                <a:cs typeface="Arial" charset="0"/>
              </a:rPr>
              <a:t>cầu</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chất</a:t>
            </a:r>
            <a:r>
              <a:rPr lang="en-US" altLang="en-US" dirty="0">
                <a:latin typeface="Arial" charset="0"/>
                <a:cs typeface="Arial" charset="0"/>
              </a:rPr>
              <a:t> </a:t>
            </a:r>
            <a:r>
              <a:rPr lang="en-US" altLang="en-US" dirty="0" err="1">
                <a:latin typeface="Arial" charset="0"/>
                <a:cs typeface="Arial" charset="0"/>
              </a:rPr>
              <a:t>lượng</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Chủ</a:t>
            </a:r>
            <a:r>
              <a:rPr lang="en-US" altLang="en-US" dirty="0">
                <a:latin typeface="Arial" charset="0"/>
                <a:cs typeface="Arial" charset="0"/>
              </a:rPr>
              <a:t> </a:t>
            </a:r>
            <a:r>
              <a:rPr lang="en-US" altLang="en-US" dirty="0" err="1">
                <a:latin typeface="Arial" charset="0"/>
                <a:cs typeface="Arial" charset="0"/>
              </a:rPr>
              <a:t>đầu</a:t>
            </a:r>
            <a:r>
              <a:rPr lang="en-US" altLang="en-US" dirty="0">
                <a:latin typeface="Arial" charset="0"/>
                <a:cs typeface="Arial" charset="0"/>
              </a:rPr>
              <a:t> </a:t>
            </a:r>
            <a:r>
              <a:rPr lang="en-US" altLang="en-US" dirty="0" err="1">
                <a:latin typeface="Arial" charset="0"/>
                <a:cs typeface="Arial" charset="0"/>
              </a:rPr>
              <a:t>tư</a:t>
            </a:r>
            <a:r>
              <a:rPr lang="en-US" altLang="en-US" dirty="0">
                <a:latin typeface="Arial" charset="0"/>
                <a:cs typeface="Arial" charset="0"/>
              </a:rPr>
              <a:t> </a:t>
            </a:r>
            <a:r>
              <a:rPr lang="en-US" altLang="en-US" dirty="0" err="1">
                <a:latin typeface="Arial" charset="0"/>
                <a:cs typeface="Arial" charset="0"/>
              </a:rPr>
              <a:t>cũng</a:t>
            </a:r>
            <a:r>
              <a:rPr lang="en-US" altLang="en-US" dirty="0">
                <a:latin typeface="Arial" charset="0"/>
                <a:cs typeface="Arial" charset="0"/>
              </a:rPr>
              <a:t> quan </a:t>
            </a:r>
            <a:r>
              <a:rPr lang="en-US" altLang="en-US" dirty="0" err="1">
                <a:latin typeface="Arial" charset="0"/>
                <a:cs typeface="Arial" charset="0"/>
              </a:rPr>
              <a:t>tâm</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tính</a:t>
            </a:r>
            <a:r>
              <a:rPr lang="en-US" altLang="en-US" dirty="0">
                <a:latin typeface="Arial" charset="0"/>
                <a:cs typeface="Arial" charset="0"/>
              </a:rPr>
              <a:t> </a:t>
            </a:r>
            <a:r>
              <a:rPr lang="en-US" altLang="en-US" dirty="0" err="1">
                <a:latin typeface="Arial" charset="0"/>
                <a:cs typeface="Arial" charset="0"/>
              </a:rPr>
              <a:t>dễ</a:t>
            </a:r>
            <a:r>
              <a:rPr lang="en-US" altLang="en-US" dirty="0">
                <a:latin typeface="Arial" charset="0"/>
                <a:cs typeface="Arial" charset="0"/>
              </a:rPr>
              <a:t> </a:t>
            </a:r>
            <a:r>
              <a:rPr lang="en-US" altLang="en-US" dirty="0" err="1">
                <a:latin typeface="Arial" charset="0"/>
                <a:cs typeface="Arial" charset="0"/>
              </a:rPr>
              <a:t>bảo</a:t>
            </a:r>
            <a:r>
              <a:rPr lang="en-US" altLang="en-US" dirty="0">
                <a:latin typeface="Arial" charset="0"/>
                <a:cs typeface="Arial" charset="0"/>
              </a:rPr>
              <a:t> </a:t>
            </a:r>
            <a:r>
              <a:rPr lang="en-US" altLang="en-US" dirty="0" err="1">
                <a:latin typeface="Arial" charset="0"/>
                <a:cs typeface="Arial" charset="0"/>
              </a:rPr>
              <a:t>trì</a:t>
            </a:r>
            <a:r>
              <a:rPr lang="en-US" altLang="en-US" dirty="0">
                <a:latin typeface="Arial" charset="0"/>
                <a:cs typeface="Arial" charset="0"/>
              </a:rPr>
              <a:t> </a:t>
            </a:r>
            <a:r>
              <a:rPr lang="en-US" altLang="en-US" dirty="0" err="1">
                <a:latin typeface="Arial" charset="0"/>
                <a:cs typeface="Arial" charset="0"/>
              </a:rPr>
              <a:t>vì</a:t>
            </a:r>
            <a:r>
              <a:rPr lang="en-US" altLang="en-US" dirty="0">
                <a:latin typeface="Arial" charset="0"/>
                <a:cs typeface="Arial" charset="0"/>
              </a:rPr>
              <a:t> </a:t>
            </a:r>
            <a:r>
              <a:rPr lang="en-US" altLang="en-US" dirty="0" err="1">
                <a:latin typeface="Arial" charset="0"/>
                <a:cs typeface="Arial" charset="0"/>
              </a:rPr>
              <a:t>đây</a:t>
            </a:r>
            <a:r>
              <a:rPr lang="en-US" altLang="en-US" dirty="0">
                <a:latin typeface="Arial" charset="0"/>
                <a:cs typeface="Arial" charset="0"/>
              </a:rPr>
              <a:t> </a:t>
            </a:r>
            <a:r>
              <a:rPr lang="en-US" altLang="en-US" dirty="0" err="1">
                <a:latin typeface="Arial" charset="0"/>
                <a:cs typeface="Arial" charset="0"/>
              </a:rPr>
              <a:t>là</a:t>
            </a:r>
            <a:r>
              <a:rPr lang="en-US" altLang="en-US" dirty="0">
                <a:latin typeface="Arial" charset="0"/>
                <a:cs typeface="Arial" charset="0"/>
              </a:rPr>
              <a:t> </a:t>
            </a:r>
            <a:r>
              <a:rPr lang="en-US" altLang="en-US" dirty="0" err="1">
                <a:latin typeface="Arial" charset="0"/>
                <a:cs typeface="Arial" charset="0"/>
              </a:rPr>
              <a:t>tiêu</a:t>
            </a:r>
            <a:r>
              <a:rPr lang="en-US" altLang="en-US" dirty="0">
                <a:latin typeface="Arial" charset="0"/>
                <a:cs typeface="Arial" charset="0"/>
              </a:rPr>
              <a:t> </a:t>
            </a:r>
            <a:r>
              <a:rPr lang="en-US" altLang="en-US" dirty="0" err="1">
                <a:latin typeface="Arial" charset="0"/>
                <a:cs typeface="Arial" charset="0"/>
              </a:rPr>
              <a:t>chí</a:t>
            </a:r>
            <a:r>
              <a:rPr lang="en-US" altLang="en-US" dirty="0">
                <a:latin typeface="Arial" charset="0"/>
                <a:cs typeface="Arial" charset="0"/>
              </a:rPr>
              <a:t> </a:t>
            </a:r>
            <a:r>
              <a:rPr lang="en-US" altLang="en-US" dirty="0" err="1">
                <a:latin typeface="Arial" charset="0"/>
                <a:cs typeface="Arial" charset="0"/>
              </a:rPr>
              <a:t>quyết</a:t>
            </a:r>
            <a:r>
              <a:rPr lang="en-US" altLang="en-US" dirty="0">
                <a:latin typeface="Arial" charset="0"/>
                <a:cs typeface="Arial" charset="0"/>
              </a:rPr>
              <a:t> </a:t>
            </a:r>
            <a:r>
              <a:rPr lang="en-US" altLang="en-US" dirty="0" err="1">
                <a:latin typeface="Arial" charset="0"/>
                <a:cs typeface="Arial" charset="0"/>
              </a:rPr>
              <a:t>định</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khả</a:t>
            </a:r>
            <a:r>
              <a:rPr lang="en-US" altLang="en-US" dirty="0">
                <a:latin typeface="Arial" charset="0"/>
                <a:cs typeface="Arial" charset="0"/>
              </a:rPr>
              <a:t> </a:t>
            </a:r>
            <a:r>
              <a:rPr lang="en-US" altLang="en-US" dirty="0" err="1">
                <a:latin typeface="Arial" charset="0"/>
                <a:cs typeface="Arial" charset="0"/>
              </a:rPr>
              <a:t>năng</a:t>
            </a:r>
            <a:r>
              <a:rPr lang="en-US" altLang="en-US" dirty="0">
                <a:latin typeface="Arial" charset="0"/>
                <a:cs typeface="Arial" charset="0"/>
              </a:rPr>
              <a:t> </a:t>
            </a:r>
            <a:r>
              <a:rPr lang="en-US" altLang="en-US" dirty="0" err="1">
                <a:latin typeface="Arial" charset="0"/>
                <a:cs typeface="Arial" charset="0"/>
              </a:rPr>
              <a:t>mở</a:t>
            </a:r>
            <a:r>
              <a:rPr lang="en-US" altLang="en-US" dirty="0">
                <a:latin typeface="Arial" charset="0"/>
                <a:cs typeface="Arial" charset="0"/>
              </a:rPr>
              <a:t> </a:t>
            </a:r>
            <a:r>
              <a:rPr lang="en-US" altLang="en-US" dirty="0" err="1">
                <a:latin typeface="Arial" charset="0"/>
                <a:cs typeface="Arial" charset="0"/>
              </a:rPr>
              <a:t>rộng</a:t>
            </a:r>
            <a:r>
              <a:rPr lang="en-US" altLang="en-US" dirty="0">
                <a:latin typeface="Arial" charset="0"/>
                <a:cs typeface="Arial" charset="0"/>
              </a:rPr>
              <a:t>/</a:t>
            </a:r>
            <a:r>
              <a:rPr lang="en-US" altLang="en-US" dirty="0" err="1">
                <a:latin typeface="Arial" charset="0"/>
                <a:cs typeface="Arial" charset="0"/>
              </a:rPr>
              <a:t>nâng</a:t>
            </a:r>
            <a:r>
              <a:rPr lang="en-US" altLang="en-US" dirty="0">
                <a:latin typeface="Arial" charset="0"/>
                <a:cs typeface="Arial" charset="0"/>
              </a:rPr>
              <a:t> </a:t>
            </a:r>
            <a:r>
              <a:rPr lang="en-US" altLang="en-US" dirty="0" err="1">
                <a:latin typeface="Arial" charset="0"/>
                <a:cs typeface="Arial" charset="0"/>
              </a:rPr>
              <a:t>cấp</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trong</a:t>
            </a:r>
            <a:r>
              <a:rPr lang="en-US" altLang="en-US" dirty="0">
                <a:latin typeface="Arial" charset="0"/>
                <a:cs typeface="Arial" charset="0"/>
              </a:rPr>
              <a:t> </a:t>
            </a:r>
            <a:r>
              <a:rPr lang="en-US" altLang="en-US" dirty="0" err="1">
                <a:latin typeface="Arial" charset="0"/>
                <a:cs typeface="Arial" charset="0"/>
              </a:rPr>
              <a:t>tương</a:t>
            </a:r>
            <a:r>
              <a:rPr lang="en-US" altLang="en-US" dirty="0">
                <a:latin typeface="Arial" charset="0"/>
                <a:cs typeface="Arial" charset="0"/>
              </a:rPr>
              <a:t> </a:t>
            </a:r>
            <a:r>
              <a:rPr lang="en-US" altLang="en-US" dirty="0" err="1">
                <a:latin typeface="Arial" charset="0"/>
                <a:cs typeface="Arial" charset="0"/>
              </a:rPr>
              <a:t>lai</a:t>
            </a:r>
            <a:r>
              <a:rPr lang="en-US" altLang="en-US" dirty="0">
                <a:latin typeface="Arial" charset="0"/>
                <a:cs typeface="Arial" charset="0"/>
              </a:rPr>
              <a:t> – </a:t>
            </a:r>
            <a:r>
              <a:rPr lang="en-US" altLang="en-US" dirty="0" err="1">
                <a:latin typeface="Arial" charset="0"/>
                <a:cs typeface="Arial" charset="0"/>
              </a:rPr>
              <a:t>vấn</a:t>
            </a:r>
            <a:r>
              <a:rPr lang="en-US" altLang="en-US" dirty="0">
                <a:latin typeface="Arial" charset="0"/>
                <a:cs typeface="Arial" charset="0"/>
              </a:rPr>
              <a:t> </a:t>
            </a:r>
            <a:r>
              <a:rPr lang="en-US" altLang="en-US" dirty="0" err="1">
                <a:latin typeface="Arial" charset="0"/>
                <a:cs typeface="Arial" charset="0"/>
              </a:rPr>
              <a:t>đề</a:t>
            </a:r>
            <a:r>
              <a:rPr lang="en-US" altLang="en-US" dirty="0">
                <a:latin typeface="Arial" charset="0"/>
                <a:cs typeface="Arial" charset="0"/>
              </a:rPr>
              <a:t> </a:t>
            </a:r>
            <a:r>
              <a:rPr lang="en-US" altLang="en-US" dirty="0" err="1">
                <a:latin typeface="Arial" charset="0"/>
                <a:cs typeface="Arial" charset="0"/>
              </a:rPr>
              <a:t>này</a:t>
            </a:r>
            <a:r>
              <a:rPr lang="en-US" altLang="en-US" dirty="0">
                <a:latin typeface="Arial" charset="0"/>
                <a:cs typeface="Arial" charset="0"/>
              </a:rPr>
              <a:t> </a:t>
            </a:r>
            <a:r>
              <a:rPr lang="en-US" altLang="en-US" dirty="0" err="1">
                <a:latin typeface="Arial" charset="0"/>
                <a:cs typeface="Arial" charset="0"/>
              </a:rPr>
              <a:t>chắc</a:t>
            </a:r>
            <a:r>
              <a:rPr lang="en-US" altLang="en-US" dirty="0">
                <a:latin typeface="Arial" charset="0"/>
                <a:cs typeface="Arial" charset="0"/>
              </a:rPr>
              <a:t> </a:t>
            </a:r>
            <a:r>
              <a:rPr lang="en-US" altLang="en-US" dirty="0" err="1">
                <a:latin typeface="Arial" charset="0"/>
                <a:cs typeface="Arial" charset="0"/>
              </a:rPr>
              <a:t>chắn</a:t>
            </a:r>
            <a:r>
              <a:rPr lang="en-US" altLang="en-US" dirty="0">
                <a:latin typeface="Arial" charset="0"/>
                <a:cs typeface="Arial" charset="0"/>
              </a:rPr>
              <a:t> </a:t>
            </a:r>
            <a:r>
              <a:rPr lang="en-US" altLang="en-US" dirty="0" err="1">
                <a:latin typeface="Arial" charset="0"/>
                <a:cs typeface="Arial" charset="0"/>
              </a:rPr>
              <a:t>sẽ</a:t>
            </a:r>
            <a:r>
              <a:rPr lang="en-US" altLang="en-US" dirty="0">
                <a:latin typeface="Arial" charset="0"/>
                <a:cs typeface="Arial" charset="0"/>
              </a:rPr>
              <a:t> </a:t>
            </a:r>
            <a:r>
              <a:rPr lang="en-US" altLang="en-US" dirty="0" err="1">
                <a:latin typeface="Arial" charset="0"/>
                <a:cs typeface="Arial" charset="0"/>
              </a:rPr>
              <a:t>xảy</a:t>
            </a:r>
            <a:r>
              <a:rPr lang="en-US" altLang="en-US" dirty="0">
                <a:latin typeface="Arial" charset="0"/>
                <a:cs typeface="Arial" charset="0"/>
              </a:rPr>
              <a:t> </a:t>
            </a:r>
            <a:r>
              <a:rPr lang="en-US" altLang="en-US" dirty="0" err="1">
                <a:latin typeface="Arial" charset="0"/>
                <a:cs typeface="Arial" charset="0"/>
              </a:rPr>
              <a:t>ra.</a:t>
            </a:r>
            <a:r>
              <a:rPr lang="en-US" altLang="en-US" dirty="0">
                <a:latin typeface="Arial" charset="0"/>
                <a:cs typeface="Arial" charset="0"/>
              </a:rPr>
              <a:t> </a:t>
            </a:r>
            <a:r>
              <a:rPr lang="en-US" altLang="en-US" dirty="0" err="1">
                <a:latin typeface="Arial" charset="0"/>
                <a:cs typeface="Arial" charset="0"/>
              </a:rPr>
              <a:t>Nếu</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không</a:t>
            </a:r>
            <a:r>
              <a:rPr lang="en-US" altLang="en-US" dirty="0">
                <a:latin typeface="Arial" charset="0"/>
                <a:cs typeface="Arial" charset="0"/>
              </a:rPr>
              <a:t> </a:t>
            </a:r>
            <a:r>
              <a:rPr lang="en-US" altLang="en-US" dirty="0" err="1">
                <a:latin typeface="Arial" charset="0"/>
                <a:cs typeface="Arial" charset="0"/>
              </a:rPr>
              <a:t>dễ</a:t>
            </a:r>
            <a:r>
              <a:rPr lang="en-US" altLang="en-US" dirty="0">
                <a:latin typeface="Arial" charset="0"/>
                <a:cs typeface="Arial" charset="0"/>
              </a:rPr>
              <a:t> </a:t>
            </a:r>
            <a:r>
              <a:rPr lang="en-US" altLang="en-US" dirty="0" err="1">
                <a:latin typeface="Arial" charset="0"/>
                <a:cs typeface="Arial" charset="0"/>
              </a:rPr>
              <a:t>bảo</a:t>
            </a:r>
            <a:r>
              <a:rPr lang="en-US" altLang="en-US" dirty="0">
                <a:latin typeface="Arial" charset="0"/>
                <a:cs typeface="Arial" charset="0"/>
              </a:rPr>
              <a:t> </a:t>
            </a:r>
            <a:r>
              <a:rPr lang="en-US" altLang="en-US" dirty="0" err="1">
                <a:latin typeface="Arial" charset="0"/>
                <a:cs typeface="Arial" charset="0"/>
              </a:rPr>
              <a:t>trì</a:t>
            </a:r>
            <a:r>
              <a:rPr lang="en-US" altLang="en-US" dirty="0">
                <a:latin typeface="Arial" charset="0"/>
                <a:cs typeface="Arial" charset="0"/>
              </a:rPr>
              <a:t>, </a:t>
            </a:r>
            <a:r>
              <a:rPr lang="en-US" altLang="en-US" dirty="0" err="1">
                <a:latin typeface="Arial" charset="0"/>
                <a:cs typeface="Arial" charset="0"/>
              </a:rPr>
              <a:t>kinh</a:t>
            </a:r>
            <a:r>
              <a:rPr lang="en-US" altLang="en-US" dirty="0">
                <a:latin typeface="Arial" charset="0"/>
                <a:cs typeface="Arial" charset="0"/>
              </a:rPr>
              <a:t> </a:t>
            </a:r>
            <a:r>
              <a:rPr lang="en-US" altLang="en-US" dirty="0" err="1">
                <a:latin typeface="Arial" charset="0"/>
                <a:cs typeface="Arial" charset="0"/>
              </a:rPr>
              <a:t>phí</a:t>
            </a:r>
            <a:r>
              <a:rPr lang="en-US" altLang="en-US" dirty="0">
                <a:latin typeface="Arial" charset="0"/>
                <a:cs typeface="Arial" charset="0"/>
              </a:rPr>
              <a:t> </a:t>
            </a:r>
            <a:r>
              <a:rPr lang="en-US" altLang="en-US" dirty="0" err="1">
                <a:latin typeface="Arial" charset="0"/>
                <a:cs typeface="Arial" charset="0"/>
              </a:rPr>
              <a:t>đầu</a:t>
            </a:r>
            <a:r>
              <a:rPr lang="en-US" altLang="en-US" dirty="0">
                <a:latin typeface="Arial" charset="0"/>
                <a:cs typeface="Arial" charset="0"/>
              </a:rPr>
              <a:t> </a:t>
            </a:r>
            <a:r>
              <a:rPr lang="en-US" altLang="en-US" dirty="0" err="1">
                <a:latin typeface="Arial" charset="0"/>
                <a:cs typeface="Arial" charset="0"/>
              </a:rPr>
              <a:t>tư</a:t>
            </a:r>
            <a:r>
              <a:rPr lang="en-US" altLang="en-US" dirty="0">
                <a:latin typeface="Arial" charset="0"/>
                <a:cs typeface="Arial" charset="0"/>
              </a:rPr>
              <a:t> </a:t>
            </a:r>
            <a:r>
              <a:rPr lang="en-US" altLang="en-US" dirty="0" err="1">
                <a:latin typeface="Arial" charset="0"/>
                <a:cs typeface="Arial" charset="0"/>
              </a:rPr>
              <a:t>sẽ</a:t>
            </a:r>
            <a:r>
              <a:rPr lang="en-US" altLang="en-US" dirty="0">
                <a:latin typeface="Arial" charset="0"/>
                <a:cs typeface="Arial" charset="0"/>
              </a:rPr>
              <a:t> </a:t>
            </a:r>
            <a:r>
              <a:rPr lang="en-US" altLang="en-US" dirty="0" err="1">
                <a:latin typeface="Arial" charset="0"/>
                <a:cs typeface="Arial" charset="0"/>
              </a:rPr>
              <a:t>bị</a:t>
            </a:r>
            <a:r>
              <a:rPr lang="en-US" altLang="en-US" dirty="0">
                <a:latin typeface="Arial" charset="0"/>
                <a:cs typeface="Arial" charset="0"/>
              </a:rPr>
              <a:t> </a:t>
            </a:r>
            <a:r>
              <a:rPr lang="en-US" altLang="en-US" dirty="0" err="1">
                <a:latin typeface="Arial" charset="0"/>
                <a:cs typeface="Arial" charset="0"/>
              </a:rPr>
              <a:t>lãng</a:t>
            </a:r>
            <a:r>
              <a:rPr lang="en-US" altLang="en-US" dirty="0">
                <a:latin typeface="Arial" charset="0"/>
                <a:cs typeface="Arial" charset="0"/>
              </a:rPr>
              <a:t> </a:t>
            </a:r>
            <a:r>
              <a:rPr lang="en-US" altLang="en-US" dirty="0" err="1">
                <a:latin typeface="Arial" charset="0"/>
                <a:cs typeface="Arial" charset="0"/>
              </a:rPr>
              <a:t>phí</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gây</a:t>
            </a:r>
            <a:r>
              <a:rPr lang="en-US" altLang="en-US" dirty="0">
                <a:latin typeface="Arial" charset="0"/>
                <a:cs typeface="Arial" charset="0"/>
              </a:rPr>
              <a:t> </a:t>
            </a:r>
            <a:r>
              <a:rPr lang="en-US" altLang="en-US" dirty="0" err="1">
                <a:latin typeface="Arial" charset="0"/>
                <a:cs typeface="Arial" charset="0"/>
              </a:rPr>
              <a:t>tổn</a:t>
            </a:r>
            <a:r>
              <a:rPr lang="en-US" altLang="en-US" dirty="0">
                <a:latin typeface="Arial" charset="0"/>
                <a:cs typeface="Arial" charset="0"/>
              </a:rPr>
              <a:t> </a:t>
            </a:r>
            <a:r>
              <a:rPr lang="en-US" altLang="en-US" dirty="0" err="1">
                <a:latin typeface="Arial" charset="0"/>
                <a:cs typeface="Arial" charset="0"/>
              </a:rPr>
              <a:t>hại</a:t>
            </a:r>
            <a:r>
              <a:rPr lang="en-US" altLang="en-US" dirty="0">
                <a:latin typeface="Arial" charset="0"/>
                <a:cs typeface="Arial" charset="0"/>
              </a:rPr>
              <a:t> </a:t>
            </a:r>
            <a:r>
              <a:rPr lang="en-US" altLang="en-US" dirty="0" err="1">
                <a:latin typeface="Arial" charset="0"/>
                <a:cs typeface="Arial" charset="0"/>
              </a:rPr>
              <a:t>rất</a:t>
            </a:r>
            <a:r>
              <a:rPr lang="en-US" altLang="en-US" dirty="0">
                <a:latin typeface="Arial" charset="0"/>
                <a:cs typeface="Arial" charset="0"/>
              </a:rPr>
              <a:t> </a:t>
            </a:r>
            <a:r>
              <a:rPr lang="en-US" altLang="en-US" dirty="0" err="1">
                <a:latin typeface="Arial" charset="0"/>
                <a:cs typeface="Arial" charset="0"/>
              </a:rPr>
              <a:t>lớn</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tổ</a:t>
            </a:r>
            <a:r>
              <a:rPr lang="en-US" altLang="en-US" dirty="0">
                <a:latin typeface="Arial" charset="0"/>
                <a:cs typeface="Arial" charset="0"/>
              </a:rPr>
              <a:t> </a:t>
            </a:r>
            <a:r>
              <a:rPr lang="en-US" altLang="en-US" dirty="0" err="1">
                <a:latin typeface="Arial" charset="0"/>
                <a:cs typeface="Arial" charset="0"/>
              </a:rPr>
              <a:t>chức</a:t>
            </a:r>
            <a:r>
              <a:rPr lang="en-US" altLang="en-US" dirty="0">
                <a:latin typeface="Arial" charset="0"/>
                <a:cs typeface="Arial" charset="0"/>
              </a:rPr>
              <a:t> </a:t>
            </a:r>
            <a:r>
              <a:rPr lang="en-US" altLang="en-US" dirty="0" err="1">
                <a:latin typeface="Arial" charset="0"/>
                <a:cs typeface="Arial" charset="0"/>
              </a:rPr>
              <a:t>triển</a:t>
            </a:r>
            <a:r>
              <a:rPr lang="en-US" altLang="en-US" dirty="0">
                <a:latin typeface="Arial" charset="0"/>
                <a:cs typeface="Arial" charset="0"/>
              </a:rPr>
              <a:t> </a:t>
            </a:r>
            <a:r>
              <a:rPr lang="en-US" altLang="en-US" dirty="0" err="1">
                <a:latin typeface="Arial" charset="0"/>
                <a:cs typeface="Arial" charset="0"/>
              </a:rPr>
              <a:t>khai</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sử</a:t>
            </a:r>
            <a:r>
              <a:rPr lang="en-US" altLang="en-US" dirty="0">
                <a:latin typeface="Arial" charset="0"/>
                <a:cs typeface="Arial" charset="0"/>
              </a:rPr>
              <a:t> </a:t>
            </a:r>
            <a:r>
              <a:rPr lang="en-US" altLang="en-US" dirty="0" err="1">
                <a:latin typeface="Arial" charset="0"/>
                <a:cs typeface="Arial" charset="0"/>
              </a:rPr>
              <a:t>dụng</a:t>
            </a:r>
            <a:r>
              <a:rPr lang="en-US" altLang="en-US" dirty="0">
                <a:latin typeface="Arial" charset="0"/>
                <a:cs typeface="Arial" charset="0"/>
              </a:rPr>
              <a:t> </a:t>
            </a:r>
            <a:r>
              <a:rPr lang="en-US" altLang="en-US" dirty="0" err="1">
                <a:latin typeface="Arial" charset="0"/>
                <a:cs typeface="Arial" charset="0"/>
              </a:rPr>
              <a:t>dự</a:t>
            </a:r>
            <a:r>
              <a:rPr lang="en-US" altLang="en-US" dirty="0">
                <a:latin typeface="Arial" charset="0"/>
                <a:cs typeface="Arial" charset="0"/>
              </a:rPr>
              <a:t> </a:t>
            </a:r>
            <a:r>
              <a:rPr lang="en-US" altLang="en-US" dirty="0" err="1">
                <a:latin typeface="Arial" charset="0"/>
                <a:cs typeface="Arial" charset="0"/>
              </a:rPr>
              <a:t>án</a:t>
            </a:r>
            <a:endParaRPr lang="en-US" altLang="en-US" dirty="0">
              <a:latin typeface="Arial" charset="0"/>
              <a:cs typeface="Arial" charset="0"/>
            </a:endParaRPr>
          </a:p>
          <a:p>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người</a:t>
            </a:r>
            <a:r>
              <a:rPr lang="en-US" altLang="en-US" dirty="0">
                <a:latin typeface="Arial" charset="0"/>
                <a:cs typeface="Arial" charset="0"/>
              </a:rPr>
              <a:t> </a:t>
            </a:r>
            <a:r>
              <a:rPr lang="en-US" altLang="en-US" dirty="0" err="1">
                <a:latin typeface="Arial" charset="0"/>
                <a:cs typeface="Arial" charset="0"/>
              </a:rPr>
              <a:t>dùng</a:t>
            </a:r>
            <a:r>
              <a:rPr lang="en-US" altLang="en-US" dirty="0">
                <a:latin typeface="Arial" charset="0"/>
                <a:cs typeface="Arial" charset="0"/>
              </a:rPr>
              <a:t>: </a:t>
            </a:r>
            <a:r>
              <a:rPr lang="en-US" altLang="en-US" dirty="0" err="1">
                <a:latin typeface="Arial" charset="0"/>
                <a:cs typeface="Arial" charset="0"/>
              </a:rPr>
              <a:t>họ</a:t>
            </a:r>
            <a:r>
              <a:rPr lang="en-US" altLang="en-US" dirty="0">
                <a:latin typeface="Arial" charset="0"/>
                <a:cs typeface="Arial" charset="0"/>
              </a:rPr>
              <a:t> quan </a:t>
            </a:r>
            <a:r>
              <a:rPr lang="en-US" altLang="en-US" dirty="0" err="1">
                <a:latin typeface="Arial" charset="0"/>
                <a:cs typeface="Arial" charset="0"/>
              </a:rPr>
              <a:t>tâm</a:t>
            </a:r>
            <a:r>
              <a:rPr lang="en-US" altLang="en-US" dirty="0">
                <a:latin typeface="Arial" charset="0"/>
                <a:cs typeface="Arial" charset="0"/>
              </a:rPr>
              <a:t> </a:t>
            </a:r>
            <a:r>
              <a:rPr lang="en-US" altLang="en-US" dirty="0" err="1">
                <a:latin typeface="Arial" charset="0"/>
                <a:cs typeface="Arial" charset="0"/>
              </a:rPr>
              <a:t>nhất</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tính</a:t>
            </a:r>
            <a:r>
              <a:rPr lang="en-US" altLang="en-US" dirty="0">
                <a:latin typeface="Arial" charset="0"/>
                <a:cs typeface="Arial" charset="0"/>
              </a:rPr>
              <a:t> </a:t>
            </a:r>
            <a:r>
              <a:rPr lang="en-US" altLang="en-US" dirty="0" err="1">
                <a:latin typeface="Arial" charset="0"/>
                <a:cs typeface="Arial" charset="0"/>
              </a:rPr>
              <a:t>đầy</a:t>
            </a:r>
            <a:r>
              <a:rPr lang="en-US" altLang="en-US" dirty="0">
                <a:latin typeface="Arial" charset="0"/>
                <a:cs typeface="Arial" charset="0"/>
              </a:rPr>
              <a:t> </a:t>
            </a:r>
            <a:r>
              <a:rPr lang="en-US" altLang="en-US" dirty="0" err="1">
                <a:latin typeface="Arial" charset="0"/>
                <a:cs typeface="Arial" charset="0"/>
              </a:rPr>
              <a:t>đủ</a:t>
            </a:r>
            <a:r>
              <a:rPr lang="en-US" altLang="en-US" dirty="0">
                <a:latin typeface="Arial" charset="0"/>
                <a:cs typeface="Arial" charset="0"/>
              </a:rPr>
              <a:t> </a:t>
            </a:r>
            <a:r>
              <a:rPr lang="en-US" altLang="en-US" dirty="0" err="1">
                <a:latin typeface="Arial" charset="0"/>
                <a:cs typeface="Arial" charset="0"/>
              </a:rPr>
              <a:t>các</a:t>
            </a:r>
            <a:r>
              <a:rPr lang="en-US" altLang="en-US" dirty="0">
                <a:latin typeface="Arial" charset="0"/>
                <a:cs typeface="Arial" charset="0"/>
              </a:rPr>
              <a:t> </a:t>
            </a:r>
            <a:r>
              <a:rPr lang="en-US" altLang="en-US" dirty="0" err="1">
                <a:latin typeface="Arial" charset="0"/>
                <a:cs typeface="Arial" charset="0"/>
              </a:rPr>
              <a:t>chức</a:t>
            </a:r>
            <a:r>
              <a:rPr lang="en-US" altLang="en-US" dirty="0">
                <a:latin typeface="Arial" charset="0"/>
                <a:cs typeface="Arial" charset="0"/>
              </a:rPr>
              <a:t> </a:t>
            </a:r>
            <a:r>
              <a:rPr lang="en-US" altLang="en-US" dirty="0" err="1">
                <a:latin typeface="Arial" charset="0"/>
                <a:cs typeface="Arial" charset="0"/>
              </a:rPr>
              <a:t>năng</a:t>
            </a:r>
            <a:r>
              <a:rPr lang="en-US" altLang="en-US" dirty="0">
                <a:latin typeface="Arial" charset="0"/>
                <a:cs typeface="Arial" charset="0"/>
              </a:rPr>
              <a:t> so </a:t>
            </a:r>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đặc</a:t>
            </a:r>
            <a:r>
              <a:rPr lang="en-US" altLang="en-US" dirty="0">
                <a:latin typeface="Arial" charset="0"/>
                <a:cs typeface="Arial" charset="0"/>
              </a:rPr>
              <a:t> </a:t>
            </a:r>
            <a:r>
              <a:rPr lang="en-US" altLang="en-US" dirty="0" err="1">
                <a:latin typeface="Arial" charset="0"/>
                <a:cs typeface="Arial" charset="0"/>
              </a:rPr>
              <a:t>tả</a:t>
            </a:r>
            <a:r>
              <a:rPr lang="en-US" altLang="en-US" dirty="0">
                <a:latin typeface="Arial" charset="0"/>
                <a:cs typeface="Arial" charset="0"/>
              </a:rPr>
              <a:t> </a:t>
            </a:r>
            <a:r>
              <a:rPr lang="en-US" altLang="en-US" dirty="0" err="1">
                <a:latin typeface="Arial" charset="0"/>
                <a:cs typeface="Arial" charset="0"/>
              </a:rPr>
              <a:t>yêu</a:t>
            </a:r>
            <a:r>
              <a:rPr lang="en-US" altLang="en-US" dirty="0">
                <a:latin typeface="Arial" charset="0"/>
                <a:cs typeface="Arial" charset="0"/>
              </a:rPr>
              <a:t> </a:t>
            </a:r>
            <a:r>
              <a:rPr lang="en-US" altLang="en-US" dirty="0" err="1">
                <a:latin typeface="Arial" charset="0"/>
                <a:cs typeface="Arial" charset="0"/>
              </a:rPr>
              <a:t>cầu</a:t>
            </a:r>
            <a:r>
              <a:rPr lang="en-US" altLang="en-US" dirty="0">
                <a:latin typeface="Arial" charset="0"/>
                <a:cs typeface="Arial" charset="0"/>
              </a:rPr>
              <a:t>. </a:t>
            </a:r>
            <a:r>
              <a:rPr lang="en-US" altLang="en-US" dirty="0" err="1">
                <a:latin typeface="Arial" charset="0"/>
                <a:cs typeface="Arial" charset="0"/>
              </a:rPr>
              <a:t>Trong</a:t>
            </a:r>
            <a:r>
              <a:rPr lang="en-US" altLang="en-US" dirty="0">
                <a:latin typeface="Arial" charset="0"/>
                <a:cs typeface="Arial" charset="0"/>
              </a:rPr>
              <a:t> </a:t>
            </a:r>
            <a:r>
              <a:rPr lang="en-US" altLang="en-US" dirty="0" err="1">
                <a:latin typeface="Arial" charset="0"/>
                <a:cs typeface="Arial" charset="0"/>
              </a:rPr>
              <a:t>trường</a:t>
            </a:r>
            <a:r>
              <a:rPr lang="en-US" altLang="en-US" dirty="0">
                <a:latin typeface="Arial" charset="0"/>
                <a:cs typeface="Arial" charset="0"/>
              </a:rPr>
              <a:t> </a:t>
            </a:r>
            <a:r>
              <a:rPr lang="en-US" altLang="en-US" dirty="0" err="1">
                <a:latin typeface="Arial" charset="0"/>
                <a:cs typeface="Arial" charset="0"/>
              </a:rPr>
              <a:t>hợp</a:t>
            </a:r>
            <a:r>
              <a:rPr lang="en-US" altLang="en-US" dirty="0">
                <a:latin typeface="Arial" charset="0"/>
                <a:cs typeface="Arial" charset="0"/>
              </a:rPr>
              <a:t> </a:t>
            </a:r>
            <a:r>
              <a:rPr lang="en-US" altLang="en-US" dirty="0" err="1">
                <a:latin typeface="Arial" charset="0"/>
                <a:cs typeface="Arial" charset="0"/>
              </a:rPr>
              <a:t>này</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sẽ</a:t>
            </a:r>
            <a:r>
              <a:rPr lang="en-US" altLang="en-US" dirty="0">
                <a:latin typeface="Arial" charset="0"/>
                <a:cs typeface="Arial" charset="0"/>
              </a:rPr>
              <a:t> </a:t>
            </a:r>
            <a:r>
              <a:rPr lang="en-US" altLang="en-US" dirty="0" err="1">
                <a:latin typeface="Arial" charset="0"/>
                <a:cs typeface="Arial" charset="0"/>
              </a:rPr>
              <a:t>là</a:t>
            </a:r>
            <a:r>
              <a:rPr lang="en-US" altLang="en-US" dirty="0">
                <a:latin typeface="Arial" charset="0"/>
                <a:cs typeface="Arial" charset="0"/>
              </a:rPr>
              <a:t> </a:t>
            </a:r>
            <a:r>
              <a:rPr lang="en-US" altLang="en-US" dirty="0" err="1">
                <a:latin typeface="Arial" charset="0"/>
                <a:cs typeface="Arial" charset="0"/>
              </a:rPr>
              <a:t>công</a:t>
            </a:r>
            <a:r>
              <a:rPr lang="en-US" altLang="en-US" dirty="0">
                <a:latin typeface="Arial" charset="0"/>
                <a:cs typeface="Arial" charset="0"/>
              </a:rPr>
              <a:t> </a:t>
            </a:r>
            <a:r>
              <a:rPr lang="en-US" altLang="en-US" dirty="0" err="1">
                <a:latin typeface="Arial" charset="0"/>
                <a:cs typeface="Arial" charset="0"/>
              </a:rPr>
              <a:t>vụ</a:t>
            </a:r>
            <a:r>
              <a:rPr lang="en-US" altLang="en-US" dirty="0">
                <a:latin typeface="Arial" charset="0"/>
                <a:cs typeface="Arial" charset="0"/>
              </a:rPr>
              <a:t> </a:t>
            </a:r>
            <a:r>
              <a:rPr lang="en-US" altLang="en-US" dirty="0" err="1">
                <a:latin typeface="Arial" charset="0"/>
                <a:cs typeface="Arial" charset="0"/>
              </a:rPr>
              <a:t>làm</a:t>
            </a:r>
            <a:r>
              <a:rPr lang="en-US" altLang="en-US" dirty="0">
                <a:latin typeface="Arial" charset="0"/>
                <a:cs typeface="Arial" charset="0"/>
              </a:rPr>
              <a:t> </a:t>
            </a:r>
            <a:r>
              <a:rPr lang="en-US" altLang="en-US" dirty="0" err="1">
                <a:latin typeface="Arial" charset="0"/>
                <a:cs typeface="Arial" charset="0"/>
              </a:rPr>
              <a:t>việc</a:t>
            </a:r>
            <a:r>
              <a:rPr lang="en-US" altLang="en-US" dirty="0">
                <a:latin typeface="Arial" charset="0"/>
                <a:cs typeface="Arial" charset="0"/>
              </a:rPr>
              <a:t> </a:t>
            </a:r>
            <a:r>
              <a:rPr lang="en-US" altLang="en-US" dirty="0" err="1">
                <a:latin typeface="Arial" charset="0"/>
                <a:cs typeface="Arial" charset="0"/>
              </a:rPr>
              <a:t>của</a:t>
            </a:r>
            <a:r>
              <a:rPr lang="en-US" altLang="en-US" dirty="0">
                <a:latin typeface="Arial" charset="0"/>
                <a:cs typeface="Arial" charset="0"/>
              </a:rPr>
              <a:t> </a:t>
            </a:r>
            <a:r>
              <a:rPr lang="en-US" altLang="en-US" dirty="0" err="1">
                <a:latin typeface="Arial" charset="0"/>
                <a:cs typeface="Arial" charset="0"/>
              </a:rPr>
              <a:t>họ</a:t>
            </a:r>
            <a:r>
              <a:rPr lang="en-US" altLang="en-US" dirty="0">
                <a:latin typeface="Arial" charset="0"/>
                <a:cs typeface="Arial" charset="0"/>
              </a:rPr>
              <a:t>, </a:t>
            </a:r>
            <a:r>
              <a:rPr lang="en-US" altLang="en-US" dirty="0" err="1">
                <a:latin typeface="Arial" charset="0"/>
                <a:cs typeface="Arial" charset="0"/>
              </a:rPr>
              <a:t>việc</a:t>
            </a:r>
            <a:r>
              <a:rPr lang="en-US" altLang="en-US" dirty="0">
                <a:latin typeface="Arial" charset="0"/>
                <a:cs typeface="Arial" charset="0"/>
              </a:rPr>
              <a:t> </a:t>
            </a:r>
            <a:r>
              <a:rPr lang="en-US" altLang="en-US" dirty="0" err="1">
                <a:latin typeface="Arial" charset="0"/>
                <a:cs typeface="Arial" charset="0"/>
              </a:rPr>
              <a:t>thiếu</a:t>
            </a:r>
            <a:r>
              <a:rPr lang="en-US" altLang="en-US" dirty="0">
                <a:latin typeface="Arial" charset="0"/>
                <a:cs typeface="Arial" charset="0"/>
              </a:rPr>
              <a:t> </a:t>
            </a:r>
            <a:r>
              <a:rPr lang="en-US" altLang="en-US" dirty="0" err="1">
                <a:latin typeface="Arial" charset="0"/>
                <a:cs typeface="Arial" charset="0"/>
              </a:rPr>
              <a:t>chức</a:t>
            </a:r>
            <a:r>
              <a:rPr lang="en-US" altLang="en-US" dirty="0">
                <a:latin typeface="Arial" charset="0"/>
                <a:cs typeface="Arial" charset="0"/>
              </a:rPr>
              <a:t> </a:t>
            </a:r>
            <a:r>
              <a:rPr lang="en-US" altLang="en-US" dirty="0" err="1">
                <a:latin typeface="Arial" charset="0"/>
                <a:cs typeface="Arial" charset="0"/>
              </a:rPr>
              <a:t>năng</a:t>
            </a:r>
            <a:r>
              <a:rPr lang="en-US" altLang="en-US" dirty="0">
                <a:latin typeface="Arial" charset="0"/>
                <a:cs typeface="Arial" charset="0"/>
              </a:rPr>
              <a:t> </a:t>
            </a:r>
            <a:r>
              <a:rPr lang="en-US" altLang="en-US" dirty="0" err="1">
                <a:latin typeface="Arial" charset="0"/>
                <a:cs typeface="Arial" charset="0"/>
              </a:rPr>
              <a:t>nào</a:t>
            </a:r>
            <a:r>
              <a:rPr lang="en-US" altLang="en-US" dirty="0">
                <a:latin typeface="Arial" charset="0"/>
                <a:cs typeface="Arial" charset="0"/>
              </a:rPr>
              <a:t> </a:t>
            </a:r>
            <a:r>
              <a:rPr lang="en-US" altLang="en-US" dirty="0" err="1">
                <a:latin typeface="Arial" charset="0"/>
                <a:cs typeface="Arial" charset="0"/>
              </a:rPr>
              <a:t>đó</a:t>
            </a:r>
            <a:r>
              <a:rPr lang="en-US" altLang="en-US" dirty="0">
                <a:latin typeface="Arial" charset="0"/>
                <a:cs typeface="Arial" charset="0"/>
              </a:rPr>
              <a:t> </a:t>
            </a:r>
            <a:r>
              <a:rPr lang="en-US" altLang="en-US" dirty="0" err="1">
                <a:latin typeface="Arial" charset="0"/>
                <a:cs typeface="Arial" charset="0"/>
              </a:rPr>
              <a:t>là</a:t>
            </a:r>
            <a:r>
              <a:rPr lang="en-US" altLang="en-US" dirty="0">
                <a:latin typeface="Arial" charset="0"/>
                <a:cs typeface="Arial" charset="0"/>
              </a:rPr>
              <a:t> </a:t>
            </a:r>
            <a:r>
              <a:rPr lang="en-US" altLang="en-US" dirty="0" err="1">
                <a:latin typeface="Arial" charset="0"/>
                <a:cs typeface="Arial" charset="0"/>
              </a:rPr>
              <a:t>một</a:t>
            </a:r>
            <a:r>
              <a:rPr lang="en-US" altLang="en-US" dirty="0">
                <a:latin typeface="Arial" charset="0"/>
                <a:cs typeface="Arial" charset="0"/>
              </a:rPr>
              <a:t> </a:t>
            </a:r>
            <a:r>
              <a:rPr lang="en-US" altLang="en-US" dirty="0" err="1">
                <a:latin typeface="Arial" charset="0"/>
                <a:cs typeface="Arial" charset="0"/>
              </a:rPr>
              <a:t>vấn</a:t>
            </a:r>
            <a:r>
              <a:rPr lang="en-US" altLang="en-US" dirty="0">
                <a:latin typeface="Arial" charset="0"/>
                <a:cs typeface="Arial" charset="0"/>
              </a:rPr>
              <a:t> </a:t>
            </a:r>
            <a:r>
              <a:rPr lang="en-US" altLang="en-US" dirty="0" err="1">
                <a:latin typeface="Arial" charset="0"/>
                <a:cs typeface="Arial" charset="0"/>
              </a:rPr>
              <a:t>đề</a:t>
            </a:r>
            <a:r>
              <a:rPr lang="en-US" altLang="en-US" dirty="0">
                <a:latin typeface="Arial" charset="0"/>
                <a:cs typeface="Arial" charset="0"/>
              </a:rPr>
              <a:t> </a:t>
            </a:r>
            <a:r>
              <a:rPr lang="en-US" altLang="en-US" dirty="0" err="1">
                <a:latin typeface="Arial" charset="0"/>
                <a:cs typeface="Arial" charset="0"/>
              </a:rPr>
              <a:t>lớn</a:t>
            </a:r>
            <a:r>
              <a:rPr lang="en-US" altLang="en-US" dirty="0">
                <a:latin typeface="Arial" charset="0"/>
                <a:cs typeface="Arial" charset="0"/>
              </a:rPr>
              <a:t>. </a:t>
            </a:r>
            <a:r>
              <a:rPr lang="en-US" altLang="en-US" dirty="0" err="1">
                <a:latin typeface="Arial" charset="0"/>
                <a:cs typeface="Arial" charset="0"/>
              </a:rPr>
              <a:t>Tính</a:t>
            </a:r>
            <a:r>
              <a:rPr lang="en-US" altLang="en-US" dirty="0">
                <a:latin typeface="Arial" charset="0"/>
                <a:cs typeface="Arial" charset="0"/>
              </a:rPr>
              <a:t> </a:t>
            </a:r>
            <a:r>
              <a:rPr lang="en-US" altLang="en-US" dirty="0" err="1">
                <a:latin typeface="Arial" charset="0"/>
                <a:cs typeface="Arial" charset="0"/>
              </a:rPr>
              <a:t>dễ</a:t>
            </a:r>
            <a:r>
              <a:rPr lang="en-US" altLang="en-US" dirty="0">
                <a:latin typeface="Arial" charset="0"/>
                <a:cs typeface="Arial" charset="0"/>
              </a:rPr>
              <a:t> </a:t>
            </a:r>
            <a:r>
              <a:rPr lang="en-US" altLang="en-US" dirty="0" err="1">
                <a:latin typeface="Arial" charset="0"/>
                <a:cs typeface="Arial" charset="0"/>
              </a:rPr>
              <a:t>sử</a:t>
            </a:r>
            <a:r>
              <a:rPr lang="en-US" altLang="en-US" dirty="0">
                <a:latin typeface="Arial" charset="0"/>
                <a:cs typeface="Arial" charset="0"/>
              </a:rPr>
              <a:t> </a:t>
            </a:r>
            <a:r>
              <a:rPr lang="en-US" altLang="en-US" dirty="0" err="1">
                <a:latin typeface="Arial" charset="0"/>
                <a:cs typeface="Arial" charset="0"/>
              </a:rPr>
              <a:t>dụng</a:t>
            </a:r>
            <a:r>
              <a:rPr lang="en-US" altLang="en-US" dirty="0">
                <a:latin typeface="Arial" charset="0"/>
                <a:cs typeface="Arial" charset="0"/>
              </a:rPr>
              <a:t> </a:t>
            </a:r>
            <a:r>
              <a:rPr lang="en-US" altLang="en-US" dirty="0" err="1">
                <a:latin typeface="Arial" charset="0"/>
                <a:cs typeface="Arial" charset="0"/>
              </a:rPr>
              <a:t>cũng</a:t>
            </a:r>
            <a:r>
              <a:rPr lang="en-US" altLang="en-US" dirty="0">
                <a:latin typeface="Arial" charset="0"/>
                <a:cs typeface="Arial" charset="0"/>
              </a:rPr>
              <a:t> </a:t>
            </a:r>
            <a:r>
              <a:rPr lang="en-US" altLang="en-US" dirty="0" err="1">
                <a:latin typeface="Arial" charset="0"/>
                <a:cs typeface="Arial" charset="0"/>
              </a:rPr>
              <a:t>rất</a:t>
            </a:r>
            <a:r>
              <a:rPr lang="en-US" altLang="en-US" dirty="0">
                <a:latin typeface="Arial" charset="0"/>
                <a:cs typeface="Arial" charset="0"/>
              </a:rPr>
              <a:t> </a:t>
            </a:r>
            <a:r>
              <a:rPr lang="en-US" altLang="en-US" dirty="0" err="1">
                <a:latin typeface="Arial" charset="0"/>
                <a:cs typeface="Arial" charset="0"/>
              </a:rPr>
              <a:t>được</a:t>
            </a:r>
            <a:r>
              <a:rPr lang="en-US" altLang="en-US" dirty="0">
                <a:latin typeface="Arial" charset="0"/>
                <a:cs typeface="Arial" charset="0"/>
              </a:rPr>
              <a:t> quan </a:t>
            </a:r>
            <a:r>
              <a:rPr lang="en-US" altLang="en-US" dirty="0" err="1">
                <a:latin typeface="Arial" charset="0"/>
                <a:cs typeface="Arial" charset="0"/>
              </a:rPr>
              <a:t>tâm</a:t>
            </a:r>
            <a:r>
              <a:rPr lang="en-US" altLang="en-US" dirty="0">
                <a:latin typeface="Arial" charset="0"/>
                <a:cs typeface="Arial" charset="0"/>
              </a:rPr>
              <a:t> </a:t>
            </a:r>
            <a:r>
              <a:rPr lang="en-US" altLang="en-US" dirty="0" err="1">
                <a:latin typeface="Arial" charset="0"/>
                <a:cs typeface="Arial" charset="0"/>
              </a:rPr>
              <a:t>vì</a:t>
            </a:r>
            <a:r>
              <a:rPr lang="en-US" altLang="en-US" dirty="0">
                <a:latin typeface="Arial" charset="0"/>
                <a:cs typeface="Arial" charset="0"/>
              </a:rPr>
              <a:t> </a:t>
            </a:r>
            <a:r>
              <a:rPr lang="en-US" altLang="en-US" dirty="0" err="1">
                <a:latin typeface="Arial" charset="0"/>
                <a:cs typeface="Arial" charset="0"/>
              </a:rPr>
              <a:t>nó</a:t>
            </a:r>
            <a:r>
              <a:rPr lang="en-US" altLang="en-US" dirty="0">
                <a:latin typeface="Arial" charset="0"/>
                <a:cs typeface="Arial" charset="0"/>
              </a:rPr>
              <a:t> </a:t>
            </a:r>
            <a:r>
              <a:rPr lang="en-US" altLang="en-US" dirty="0" err="1">
                <a:latin typeface="Arial" charset="0"/>
                <a:cs typeface="Arial" charset="0"/>
              </a:rPr>
              <a:t>ảnh</a:t>
            </a:r>
            <a:r>
              <a:rPr lang="en-US" altLang="en-US" dirty="0">
                <a:latin typeface="Arial" charset="0"/>
                <a:cs typeface="Arial" charset="0"/>
              </a:rPr>
              <a:t> </a:t>
            </a:r>
            <a:r>
              <a:rPr lang="en-US" altLang="en-US" dirty="0" err="1">
                <a:latin typeface="Arial" charset="0"/>
                <a:cs typeface="Arial" charset="0"/>
              </a:rPr>
              <a:t>hưởng</a:t>
            </a:r>
            <a:r>
              <a:rPr lang="en-US" altLang="en-US" dirty="0">
                <a:latin typeface="Arial" charset="0"/>
                <a:cs typeface="Arial" charset="0"/>
              </a:rPr>
              <a:t> </a:t>
            </a:r>
            <a:r>
              <a:rPr lang="en-US" altLang="en-US" dirty="0" err="1">
                <a:latin typeface="Arial" charset="0"/>
                <a:cs typeface="Arial" charset="0"/>
              </a:rPr>
              <a:t>đến</a:t>
            </a:r>
            <a:r>
              <a:rPr lang="en-US" altLang="en-US" dirty="0">
                <a:latin typeface="Arial" charset="0"/>
                <a:cs typeface="Arial" charset="0"/>
              </a:rPr>
              <a:t> </a:t>
            </a:r>
            <a:r>
              <a:rPr lang="en-US" altLang="en-US" dirty="0" err="1">
                <a:latin typeface="Arial" charset="0"/>
                <a:cs typeface="Arial" charset="0"/>
              </a:rPr>
              <a:t>hiệu</a:t>
            </a:r>
            <a:r>
              <a:rPr lang="en-US" altLang="en-US" dirty="0">
                <a:latin typeface="Arial" charset="0"/>
                <a:cs typeface="Arial" charset="0"/>
              </a:rPr>
              <a:t> </a:t>
            </a:r>
            <a:r>
              <a:rPr lang="en-US" altLang="en-US" dirty="0" err="1">
                <a:latin typeface="Arial" charset="0"/>
                <a:cs typeface="Arial" charset="0"/>
              </a:rPr>
              <a:t>quả</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hiệu</a:t>
            </a:r>
            <a:r>
              <a:rPr lang="en-US" altLang="en-US" dirty="0">
                <a:latin typeface="Arial" charset="0"/>
                <a:cs typeface="Arial" charset="0"/>
              </a:rPr>
              <a:t> </a:t>
            </a:r>
            <a:r>
              <a:rPr lang="en-US" altLang="en-US" dirty="0" err="1">
                <a:latin typeface="Arial" charset="0"/>
                <a:cs typeface="Arial" charset="0"/>
              </a:rPr>
              <a:t>xuất</a:t>
            </a:r>
            <a:r>
              <a:rPr lang="en-US" altLang="en-US" dirty="0">
                <a:latin typeface="Arial" charset="0"/>
                <a:cs typeface="Arial" charset="0"/>
              </a:rPr>
              <a:t> </a:t>
            </a:r>
            <a:r>
              <a:rPr lang="en-US" altLang="en-US" dirty="0" err="1">
                <a:latin typeface="Arial" charset="0"/>
                <a:cs typeface="Arial" charset="0"/>
              </a:rPr>
              <a:t>làm</a:t>
            </a:r>
            <a:r>
              <a:rPr lang="en-US" altLang="en-US" dirty="0">
                <a:latin typeface="Arial" charset="0"/>
                <a:cs typeface="Arial" charset="0"/>
              </a:rPr>
              <a:t> </a:t>
            </a:r>
            <a:r>
              <a:rPr lang="en-US" altLang="en-US" dirty="0" err="1">
                <a:latin typeface="Arial" charset="0"/>
                <a:cs typeface="Arial" charset="0"/>
              </a:rPr>
              <a:t>việc</a:t>
            </a:r>
            <a:r>
              <a:rPr lang="en-US" altLang="en-US" dirty="0">
                <a:latin typeface="Arial" charset="0"/>
                <a:cs typeface="Arial" charset="0"/>
              </a:rPr>
              <a:t>. </a:t>
            </a:r>
            <a:r>
              <a:rPr lang="en-US" altLang="en-US" dirty="0" err="1">
                <a:latin typeface="Arial" charset="0"/>
                <a:cs typeface="Arial" charset="0"/>
              </a:rPr>
              <a:t>Ngoài</a:t>
            </a:r>
            <a:r>
              <a:rPr lang="en-US" altLang="en-US" dirty="0">
                <a:latin typeface="Arial" charset="0"/>
                <a:cs typeface="Arial" charset="0"/>
              </a:rPr>
              <a:t> </a:t>
            </a:r>
            <a:r>
              <a:rPr lang="en-US" altLang="en-US" dirty="0" err="1">
                <a:latin typeface="Arial" charset="0"/>
                <a:cs typeface="Arial" charset="0"/>
              </a:rPr>
              <a:t>ra</a:t>
            </a:r>
            <a:r>
              <a:rPr lang="en-US" altLang="en-US" dirty="0">
                <a:latin typeface="Arial" charset="0"/>
                <a:cs typeface="Arial" charset="0"/>
              </a:rPr>
              <a:t>, </a:t>
            </a:r>
            <a:r>
              <a:rPr lang="en-US" altLang="en-US" dirty="0" err="1">
                <a:latin typeface="Arial" charset="0"/>
                <a:cs typeface="Arial" charset="0"/>
              </a:rPr>
              <a:t>tính</a:t>
            </a:r>
            <a:r>
              <a:rPr lang="en-US" altLang="en-US" dirty="0">
                <a:latin typeface="Arial" charset="0"/>
                <a:cs typeface="Arial" charset="0"/>
              </a:rPr>
              <a:t> tin </a:t>
            </a:r>
            <a:r>
              <a:rPr lang="en-US" altLang="en-US" dirty="0" err="1">
                <a:latin typeface="Arial" charset="0"/>
                <a:cs typeface="Arial" charset="0"/>
              </a:rPr>
              <a:t>cậy</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an </a:t>
            </a:r>
            <a:r>
              <a:rPr lang="en-US" altLang="en-US" dirty="0" err="1">
                <a:latin typeface="Arial" charset="0"/>
                <a:cs typeface="Arial" charset="0"/>
              </a:rPr>
              <a:t>toàn</a:t>
            </a:r>
            <a:r>
              <a:rPr lang="en-US" altLang="en-US" dirty="0">
                <a:latin typeface="Arial" charset="0"/>
                <a:cs typeface="Arial" charset="0"/>
              </a:rPr>
              <a:t> </a:t>
            </a:r>
            <a:r>
              <a:rPr lang="en-US" altLang="en-US" dirty="0" err="1">
                <a:latin typeface="Arial" charset="0"/>
                <a:cs typeface="Arial" charset="0"/>
              </a:rPr>
              <a:t>của</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cũng</a:t>
            </a:r>
            <a:r>
              <a:rPr lang="en-US" altLang="en-US" dirty="0">
                <a:latin typeface="Arial" charset="0"/>
                <a:cs typeface="Arial" charset="0"/>
              </a:rPr>
              <a:t> </a:t>
            </a:r>
            <a:r>
              <a:rPr lang="en-US" altLang="en-US" dirty="0" err="1">
                <a:latin typeface="Arial" charset="0"/>
                <a:cs typeface="Arial" charset="0"/>
              </a:rPr>
              <a:t>là</a:t>
            </a:r>
            <a:r>
              <a:rPr lang="en-US" altLang="en-US" dirty="0">
                <a:latin typeface="Arial" charset="0"/>
                <a:cs typeface="Arial" charset="0"/>
              </a:rPr>
              <a:t> </a:t>
            </a:r>
            <a:r>
              <a:rPr lang="en-US" altLang="en-US" dirty="0" err="1">
                <a:latin typeface="Arial" charset="0"/>
                <a:cs typeface="Arial" charset="0"/>
              </a:rPr>
              <a:t>những</a:t>
            </a:r>
            <a:r>
              <a:rPr lang="en-US" altLang="en-US" dirty="0">
                <a:latin typeface="Arial" charset="0"/>
                <a:cs typeface="Arial" charset="0"/>
              </a:rPr>
              <a:t> </a:t>
            </a:r>
            <a:r>
              <a:rPr lang="en-US" altLang="en-US" dirty="0" err="1">
                <a:latin typeface="Arial" charset="0"/>
                <a:cs typeface="Arial" charset="0"/>
              </a:rPr>
              <a:t>tiêu</a:t>
            </a:r>
            <a:r>
              <a:rPr lang="en-US" altLang="en-US" dirty="0">
                <a:latin typeface="Arial" charset="0"/>
                <a:cs typeface="Arial" charset="0"/>
              </a:rPr>
              <a:t> </a:t>
            </a:r>
            <a:r>
              <a:rPr lang="en-US" altLang="en-US" dirty="0" err="1">
                <a:latin typeface="Arial" charset="0"/>
                <a:cs typeface="Arial" charset="0"/>
              </a:rPr>
              <a:t>chí</a:t>
            </a:r>
            <a:r>
              <a:rPr lang="en-US" altLang="en-US" dirty="0">
                <a:latin typeface="Arial" charset="0"/>
                <a:cs typeface="Arial" charset="0"/>
              </a:rPr>
              <a:t> quan </a:t>
            </a:r>
            <a:r>
              <a:rPr lang="en-US" altLang="en-US" dirty="0" err="1">
                <a:latin typeface="Arial" charset="0"/>
                <a:cs typeface="Arial" charset="0"/>
              </a:rPr>
              <a:t>trọng</a:t>
            </a:r>
            <a:r>
              <a:rPr lang="en-US" altLang="en-US" dirty="0">
                <a:latin typeface="Arial" charset="0"/>
                <a:cs typeface="Arial" charset="0"/>
              </a:rPr>
              <a:t>.</a:t>
            </a:r>
          </a:p>
          <a:p>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nhà</a:t>
            </a:r>
            <a:r>
              <a:rPr lang="en-US" altLang="en-US" dirty="0">
                <a:latin typeface="Arial" charset="0"/>
                <a:cs typeface="Arial" charset="0"/>
              </a:rPr>
              <a:t> </a:t>
            </a:r>
            <a:r>
              <a:rPr lang="en-US" altLang="en-US" dirty="0" err="1">
                <a:latin typeface="Arial" charset="0"/>
                <a:cs typeface="Arial" charset="0"/>
              </a:rPr>
              <a:t>phát</a:t>
            </a:r>
            <a:r>
              <a:rPr lang="en-US" altLang="en-US" dirty="0">
                <a:latin typeface="Arial" charset="0"/>
                <a:cs typeface="Arial" charset="0"/>
              </a:rPr>
              <a:t> </a:t>
            </a:r>
            <a:r>
              <a:rPr lang="en-US" altLang="en-US" dirty="0" err="1">
                <a:latin typeface="Arial" charset="0"/>
                <a:cs typeface="Arial" charset="0"/>
              </a:rPr>
              <a:t>triển</a:t>
            </a:r>
            <a:r>
              <a:rPr lang="en-US" altLang="en-US" dirty="0">
                <a:latin typeface="Arial" charset="0"/>
                <a:cs typeface="Arial" charset="0"/>
              </a:rPr>
              <a:t>: </a:t>
            </a:r>
            <a:r>
              <a:rPr lang="en-US" altLang="en-US" dirty="0" err="1">
                <a:latin typeface="Arial" charset="0"/>
                <a:cs typeface="Arial" charset="0"/>
              </a:rPr>
              <a:t>tiêu</a:t>
            </a:r>
            <a:r>
              <a:rPr lang="en-US" altLang="en-US" dirty="0">
                <a:latin typeface="Arial" charset="0"/>
                <a:cs typeface="Arial" charset="0"/>
              </a:rPr>
              <a:t> </a:t>
            </a:r>
            <a:r>
              <a:rPr lang="en-US" altLang="en-US" dirty="0" err="1">
                <a:latin typeface="Arial" charset="0"/>
                <a:cs typeface="Arial" charset="0"/>
              </a:rPr>
              <a:t>chí</a:t>
            </a:r>
            <a:r>
              <a:rPr lang="en-US" altLang="en-US" dirty="0">
                <a:latin typeface="Arial" charset="0"/>
                <a:cs typeface="Arial" charset="0"/>
              </a:rPr>
              <a:t> quan </a:t>
            </a:r>
            <a:r>
              <a:rPr lang="en-US" altLang="en-US" dirty="0" err="1">
                <a:latin typeface="Arial" charset="0"/>
                <a:cs typeface="Arial" charset="0"/>
              </a:rPr>
              <a:t>trọng</a:t>
            </a:r>
            <a:r>
              <a:rPr lang="en-US" altLang="en-US" dirty="0">
                <a:latin typeface="Arial" charset="0"/>
                <a:cs typeface="Arial" charset="0"/>
              </a:rPr>
              <a:t> </a:t>
            </a:r>
            <a:r>
              <a:rPr lang="en-US" altLang="en-US" dirty="0" err="1">
                <a:latin typeface="Arial" charset="0"/>
                <a:cs typeface="Arial" charset="0"/>
              </a:rPr>
              <a:t>nhất</a:t>
            </a:r>
            <a:r>
              <a:rPr lang="en-US" altLang="en-US" dirty="0">
                <a:latin typeface="Arial" charset="0"/>
                <a:cs typeface="Arial" charset="0"/>
              </a:rPr>
              <a:t> </a:t>
            </a:r>
            <a:r>
              <a:rPr lang="en-US" altLang="en-US" dirty="0" err="1">
                <a:latin typeface="Arial" charset="0"/>
                <a:cs typeface="Arial" charset="0"/>
              </a:rPr>
              <a:t>là</a:t>
            </a:r>
            <a:r>
              <a:rPr lang="en-US" altLang="en-US" dirty="0">
                <a:latin typeface="Arial" charset="0"/>
                <a:cs typeface="Arial" charset="0"/>
              </a:rPr>
              <a:t> </a:t>
            </a:r>
            <a:r>
              <a:rPr lang="en-US" altLang="en-US" dirty="0" err="1">
                <a:latin typeface="Arial" charset="0"/>
                <a:cs typeface="Arial" charset="0"/>
              </a:rPr>
              <a:t>tính</a:t>
            </a:r>
            <a:r>
              <a:rPr lang="en-US" altLang="en-US" dirty="0">
                <a:latin typeface="Arial" charset="0"/>
                <a:cs typeface="Arial" charset="0"/>
              </a:rPr>
              <a:t> </a:t>
            </a:r>
            <a:r>
              <a:rPr lang="en-US" altLang="en-US" dirty="0" err="1">
                <a:latin typeface="Arial" charset="0"/>
                <a:cs typeface="Arial" charset="0"/>
              </a:rPr>
              <a:t>dễ</a:t>
            </a:r>
            <a:r>
              <a:rPr lang="en-US" altLang="en-US" dirty="0">
                <a:latin typeface="Arial" charset="0"/>
                <a:cs typeface="Arial" charset="0"/>
              </a:rPr>
              <a:t> </a:t>
            </a:r>
            <a:r>
              <a:rPr lang="en-US" altLang="en-US" dirty="0" err="1">
                <a:latin typeface="Arial" charset="0"/>
                <a:cs typeface="Arial" charset="0"/>
              </a:rPr>
              <a:t>bảo</a:t>
            </a:r>
            <a:r>
              <a:rPr lang="en-US" altLang="en-US" dirty="0">
                <a:latin typeface="Arial" charset="0"/>
                <a:cs typeface="Arial" charset="0"/>
              </a:rPr>
              <a:t> </a:t>
            </a:r>
            <a:r>
              <a:rPr lang="en-US" altLang="en-US" dirty="0" err="1">
                <a:latin typeface="Arial" charset="0"/>
                <a:cs typeface="Arial" charset="0"/>
              </a:rPr>
              <a:t>trì</a:t>
            </a:r>
            <a:r>
              <a:rPr lang="en-US" altLang="en-US" dirty="0">
                <a:latin typeface="Arial" charset="0"/>
                <a:cs typeface="Arial" charset="0"/>
              </a:rPr>
              <a:t> </a:t>
            </a:r>
            <a:r>
              <a:rPr lang="en-US" altLang="en-US" dirty="0" err="1">
                <a:latin typeface="Arial" charset="0"/>
                <a:cs typeface="Arial" charset="0"/>
              </a:rPr>
              <a:t>bởi</a:t>
            </a:r>
            <a:r>
              <a:rPr lang="en-US" altLang="en-US" dirty="0">
                <a:latin typeface="Arial" charset="0"/>
                <a:cs typeface="Arial" charset="0"/>
              </a:rPr>
              <a:t> </a:t>
            </a:r>
            <a:r>
              <a:rPr lang="en-US" altLang="en-US" dirty="0" err="1">
                <a:latin typeface="Arial" charset="0"/>
                <a:cs typeface="Arial" charset="0"/>
              </a:rPr>
              <a:t>nhà</a:t>
            </a:r>
            <a:r>
              <a:rPr lang="en-US" altLang="en-US" dirty="0">
                <a:latin typeface="Arial" charset="0"/>
                <a:cs typeface="Arial" charset="0"/>
              </a:rPr>
              <a:t> </a:t>
            </a:r>
            <a:r>
              <a:rPr lang="en-US" altLang="en-US" dirty="0" err="1">
                <a:latin typeface="Arial" charset="0"/>
                <a:cs typeface="Arial" charset="0"/>
              </a:rPr>
              <a:t>phát</a:t>
            </a:r>
            <a:r>
              <a:rPr lang="en-US" altLang="en-US" dirty="0">
                <a:latin typeface="Arial" charset="0"/>
                <a:cs typeface="Arial" charset="0"/>
              </a:rPr>
              <a:t> </a:t>
            </a:r>
            <a:r>
              <a:rPr lang="en-US" altLang="en-US" dirty="0" err="1">
                <a:latin typeface="Arial" charset="0"/>
                <a:cs typeface="Arial" charset="0"/>
              </a:rPr>
              <a:t>triển</a:t>
            </a:r>
            <a:r>
              <a:rPr lang="en-US" altLang="en-US" dirty="0">
                <a:latin typeface="Arial" charset="0"/>
                <a:cs typeface="Arial" charset="0"/>
              </a:rPr>
              <a:t> </a:t>
            </a:r>
            <a:r>
              <a:rPr lang="en-US" altLang="en-US" dirty="0" err="1">
                <a:latin typeface="Arial" charset="0"/>
                <a:cs typeface="Arial" charset="0"/>
              </a:rPr>
              <a:t>luôn</a:t>
            </a:r>
            <a:r>
              <a:rPr lang="en-US" altLang="en-US" dirty="0">
                <a:latin typeface="Arial" charset="0"/>
                <a:cs typeface="Arial" charset="0"/>
              </a:rPr>
              <a:t> </a:t>
            </a:r>
            <a:r>
              <a:rPr lang="en-US" altLang="en-US" dirty="0" err="1">
                <a:latin typeface="Arial" charset="0"/>
                <a:cs typeface="Arial" charset="0"/>
              </a:rPr>
              <a:t>phải</a:t>
            </a:r>
            <a:r>
              <a:rPr lang="en-US" altLang="en-US" dirty="0">
                <a:latin typeface="Arial" charset="0"/>
                <a:cs typeface="Arial" charset="0"/>
              </a:rPr>
              <a:t> cam </a:t>
            </a:r>
            <a:r>
              <a:rPr lang="en-US" altLang="en-US" dirty="0" err="1">
                <a:latin typeface="Arial" charset="0"/>
                <a:cs typeface="Arial" charset="0"/>
              </a:rPr>
              <a:t>kết</a:t>
            </a:r>
            <a:r>
              <a:rPr lang="en-US" altLang="en-US" dirty="0">
                <a:latin typeface="Arial" charset="0"/>
                <a:cs typeface="Arial" charset="0"/>
              </a:rPr>
              <a:t> </a:t>
            </a:r>
            <a:r>
              <a:rPr lang="en-US" altLang="en-US" dirty="0" err="1">
                <a:latin typeface="Arial" charset="0"/>
                <a:cs typeface="Arial" charset="0"/>
              </a:rPr>
              <a:t>có</a:t>
            </a:r>
            <a:r>
              <a:rPr lang="en-US" altLang="en-US" dirty="0">
                <a:latin typeface="Arial" charset="0"/>
                <a:cs typeface="Arial" charset="0"/>
              </a:rPr>
              <a:t> </a:t>
            </a:r>
            <a:r>
              <a:rPr lang="en-US" altLang="en-US" dirty="0" err="1">
                <a:latin typeface="Arial" charset="0"/>
                <a:cs typeface="Arial" charset="0"/>
              </a:rPr>
              <a:t>trách</a:t>
            </a:r>
            <a:r>
              <a:rPr lang="en-US" altLang="en-US" dirty="0">
                <a:latin typeface="Arial" charset="0"/>
                <a:cs typeface="Arial" charset="0"/>
              </a:rPr>
              <a:t> </a:t>
            </a:r>
            <a:r>
              <a:rPr lang="en-US" altLang="en-US" dirty="0" err="1">
                <a:latin typeface="Arial" charset="0"/>
                <a:cs typeface="Arial" charset="0"/>
              </a:rPr>
              <a:t>nhiệm</a:t>
            </a:r>
            <a:r>
              <a:rPr lang="en-US" altLang="en-US" dirty="0">
                <a:latin typeface="Arial" charset="0"/>
                <a:cs typeface="Arial" charset="0"/>
              </a:rPr>
              <a:t> “</a:t>
            </a:r>
            <a:r>
              <a:rPr lang="en-US" altLang="en-US" dirty="0" err="1">
                <a:latin typeface="Arial" charset="0"/>
                <a:cs typeface="Arial" charset="0"/>
              </a:rPr>
              <a:t>trọn</a:t>
            </a:r>
            <a:r>
              <a:rPr lang="en-US" altLang="en-US" dirty="0">
                <a:latin typeface="Arial" charset="0"/>
                <a:cs typeface="Arial" charset="0"/>
              </a:rPr>
              <a:t> </a:t>
            </a:r>
            <a:r>
              <a:rPr lang="en-US" altLang="en-US" dirty="0" err="1">
                <a:latin typeface="Arial" charset="0"/>
                <a:cs typeface="Arial" charset="0"/>
              </a:rPr>
              <a:t>đời</a:t>
            </a:r>
            <a:r>
              <a:rPr lang="en-US" altLang="en-US" dirty="0">
                <a:latin typeface="Arial" charset="0"/>
                <a:cs typeface="Arial" charset="0"/>
              </a:rPr>
              <a:t>” </a:t>
            </a:r>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của</a:t>
            </a:r>
            <a:r>
              <a:rPr lang="en-US" altLang="en-US" dirty="0">
                <a:latin typeface="Arial" charset="0"/>
                <a:cs typeface="Arial" charset="0"/>
              </a:rPr>
              <a:t> </a:t>
            </a:r>
            <a:r>
              <a:rPr lang="en-US" altLang="en-US" dirty="0" err="1">
                <a:latin typeface="Arial" charset="0"/>
                <a:cs typeface="Arial" charset="0"/>
              </a:rPr>
              <a:t>mình</a:t>
            </a:r>
            <a:r>
              <a:rPr lang="en-US" altLang="en-US" dirty="0">
                <a:latin typeface="Arial" charset="0"/>
                <a:cs typeface="Arial" charset="0"/>
              </a:rPr>
              <a:t>. </a:t>
            </a:r>
            <a:r>
              <a:rPr lang="en-US" altLang="en-US" dirty="0" err="1">
                <a:latin typeface="Arial" charset="0"/>
                <a:cs typeface="Arial" charset="0"/>
              </a:rPr>
              <a:t>Dễ</a:t>
            </a:r>
            <a:r>
              <a:rPr lang="en-US" altLang="en-US" dirty="0">
                <a:latin typeface="Arial" charset="0"/>
                <a:cs typeface="Arial" charset="0"/>
              </a:rPr>
              <a:t> </a:t>
            </a:r>
            <a:r>
              <a:rPr lang="en-US" altLang="en-US" dirty="0" err="1">
                <a:latin typeface="Arial" charset="0"/>
                <a:cs typeface="Arial" charset="0"/>
              </a:rPr>
              <a:t>bảo</a:t>
            </a:r>
            <a:r>
              <a:rPr lang="en-US" altLang="en-US" dirty="0">
                <a:latin typeface="Arial" charset="0"/>
                <a:cs typeface="Arial" charset="0"/>
              </a:rPr>
              <a:t> </a:t>
            </a:r>
            <a:r>
              <a:rPr lang="en-US" altLang="en-US" dirty="0" err="1">
                <a:latin typeface="Arial" charset="0"/>
                <a:cs typeface="Arial" charset="0"/>
              </a:rPr>
              <a:t>trì</a:t>
            </a:r>
            <a:r>
              <a:rPr lang="en-US" altLang="en-US" dirty="0">
                <a:latin typeface="Arial" charset="0"/>
                <a:cs typeface="Arial" charset="0"/>
              </a:rPr>
              <a:t> </a:t>
            </a:r>
            <a:r>
              <a:rPr lang="en-US" altLang="en-US" dirty="0" err="1">
                <a:latin typeface="Arial" charset="0"/>
                <a:cs typeface="Arial" charset="0"/>
              </a:rPr>
              <a:t>đồng</a:t>
            </a:r>
            <a:r>
              <a:rPr lang="en-US" altLang="en-US" dirty="0">
                <a:latin typeface="Arial" charset="0"/>
                <a:cs typeface="Arial" charset="0"/>
              </a:rPr>
              <a:t> </a:t>
            </a:r>
            <a:r>
              <a:rPr lang="en-US" altLang="en-US" dirty="0" err="1">
                <a:latin typeface="Arial" charset="0"/>
                <a:cs typeface="Arial" charset="0"/>
              </a:rPr>
              <a:t>nghĩa</a:t>
            </a:r>
            <a:r>
              <a:rPr lang="en-US" altLang="en-US" dirty="0">
                <a:latin typeface="Arial" charset="0"/>
                <a:cs typeface="Arial" charset="0"/>
              </a:rPr>
              <a:t> </a:t>
            </a:r>
            <a:r>
              <a:rPr lang="en-US" altLang="en-US" dirty="0" err="1">
                <a:latin typeface="Arial" charset="0"/>
                <a:cs typeface="Arial" charset="0"/>
              </a:rPr>
              <a:t>với</a:t>
            </a:r>
            <a:r>
              <a:rPr lang="en-US" altLang="en-US" dirty="0">
                <a:latin typeface="Arial" charset="0"/>
                <a:cs typeface="Arial" charset="0"/>
              </a:rPr>
              <a:t> </a:t>
            </a:r>
            <a:r>
              <a:rPr lang="en-US" altLang="en-US" dirty="0" err="1">
                <a:latin typeface="Arial" charset="0"/>
                <a:cs typeface="Arial" charset="0"/>
              </a:rPr>
              <a:t>việc</a:t>
            </a:r>
            <a:r>
              <a:rPr lang="en-US" altLang="en-US" dirty="0">
                <a:latin typeface="Arial" charset="0"/>
                <a:cs typeface="Arial" charset="0"/>
              </a:rPr>
              <a:t> </a:t>
            </a:r>
            <a:r>
              <a:rPr lang="en-US" altLang="en-US" dirty="0" err="1">
                <a:latin typeface="Arial" charset="0"/>
                <a:cs typeface="Arial" charset="0"/>
              </a:rPr>
              <a:t>giảm</a:t>
            </a:r>
            <a:r>
              <a:rPr lang="en-US" altLang="en-US" dirty="0">
                <a:latin typeface="Arial" charset="0"/>
                <a:cs typeface="Arial" charset="0"/>
              </a:rPr>
              <a:t> </a:t>
            </a:r>
            <a:r>
              <a:rPr lang="en-US" altLang="en-US" dirty="0" err="1">
                <a:latin typeface="Arial" charset="0"/>
                <a:cs typeface="Arial" charset="0"/>
              </a:rPr>
              <a:t>thời</a:t>
            </a:r>
            <a:r>
              <a:rPr lang="en-US" altLang="en-US" dirty="0">
                <a:latin typeface="Arial" charset="0"/>
                <a:cs typeface="Arial" charset="0"/>
              </a:rPr>
              <a:t> </a:t>
            </a:r>
            <a:r>
              <a:rPr lang="en-US" altLang="en-US" dirty="0" err="1">
                <a:latin typeface="Arial" charset="0"/>
                <a:cs typeface="Arial" charset="0"/>
              </a:rPr>
              <a:t>gian</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kinh</a:t>
            </a:r>
            <a:r>
              <a:rPr lang="en-US" altLang="en-US" dirty="0">
                <a:latin typeface="Arial" charset="0"/>
                <a:cs typeface="Arial" charset="0"/>
              </a:rPr>
              <a:t> </a:t>
            </a:r>
            <a:r>
              <a:rPr lang="en-US" altLang="en-US" dirty="0" err="1">
                <a:latin typeface="Arial" charset="0"/>
                <a:cs typeface="Arial" charset="0"/>
              </a:rPr>
              <a:t>phí</a:t>
            </a:r>
            <a:r>
              <a:rPr lang="en-US" altLang="en-US" dirty="0">
                <a:latin typeface="Arial" charset="0"/>
                <a:cs typeface="Arial" charset="0"/>
              </a:rPr>
              <a:t> </a:t>
            </a:r>
            <a:r>
              <a:rPr lang="en-US" altLang="en-US" dirty="0" err="1">
                <a:latin typeface="Arial" charset="0"/>
                <a:cs typeface="Arial" charset="0"/>
              </a:rPr>
              <a:t>trong</a:t>
            </a:r>
            <a:r>
              <a:rPr lang="en-US" altLang="en-US" dirty="0">
                <a:latin typeface="Arial" charset="0"/>
                <a:cs typeface="Arial" charset="0"/>
              </a:rPr>
              <a:t> </a:t>
            </a:r>
            <a:r>
              <a:rPr lang="en-US" altLang="en-US" dirty="0" err="1">
                <a:latin typeface="Arial" charset="0"/>
                <a:cs typeface="Arial" charset="0"/>
              </a:rPr>
              <a:t>quá</a:t>
            </a:r>
            <a:r>
              <a:rPr lang="en-US" altLang="en-US" dirty="0">
                <a:latin typeface="Arial" charset="0"/>
                <a:cs typeface="Arial" charset="0"/>
              </a:rPr>
              <a:t> </a:t>
            </a:r>
            <a:r>
              <a:rPr lang="en-US" altLang="en-US" dirty="0" err="1">
                <a:latin typeface="Arial" charset="0"/>
                <a:cs typeface="Arial" charset="0"/>
              </a:rPr>
              <a:t>trình</a:t>
            </a:r>
            <a:r>
              <a:rPr lang="en-US" altLang="en-US" dirty="0">
                <a:latin typeface="Arial" charset="0"/>
                <a:cs typeface="Arial" charset="0"/>
              </a:rPr>
              <a:t> </a:t>
            </a:r>
            <a:r>
              <a:rPr lang="en-US" altLang="en-US" dirty="0" err="1">
                <a:latin typeface="Arial" charset="0"/>
                <a:cs typeface="Arial" charset="0"/>
              </a:rPr>
              <a:t>nâng</a:t>
            </a:r>
            <a:r>
              <a:rPr lang="en-US" altLang="en-US" dirty="0">
                <a:latin typeface="Arial" charset="0"/>
                <a:cs typeface="Arial" charset="0"/>
              </a:rPr>
              <a:t> </a:t>
            </a:r>
            <a:r>
              <a:rPr lang="en-US" altLang="en-US" dirty="0" err="1">
                <a:latin typeface="Arial" charset="0"/>
                <a:cs typeface="Arial" charset="0"/>
              </a:rPr>
              <a:t>cấp</a:t>
            </a:r>
            <a:r>
              <a:rPr lang="en-US" altLang="en-US" dirty="0">
                <a:latin typeface="Arial" charset="0"/>
                <a:cs typeface="Arial" charset="0"/>
              </a:rPr>
              <a:t>/</a:t>
            </a:r>
            <a:r>
              <a:rPr lang="en-US" altLang="en-US" dirty="0" err="1">
                <a:latin typeface="Arial" charset="0"/>
                <a:cs typeface="Arial" charset="0"/>
              </a:rPr>
              <a:t>chỉnh</a:t>
            </a:r>
            <a:r>
              <a:rPr lang="en-US" altLang="en-US" dirty="0">
                <a:latin typeface="Arial" charset="0"/>
                <a:cs typeface="Arial" charset="0"/>
              </a:rPr>
              <a:t> </a:t>
            </a:r>
            <a:r>
              <a:rPr lang="en-US" altLang="en-US" dirty="0" err="1">
                <a:latin typeface="Arial" charset="0"/>
                <a:cs typeface="Arial" charset="0"/>
              </a:rPr>
              <a:t>sửa</a:t>
            </a:r>
            <a:r>
              <a:rPr lang="en-US" altLang="en-US" dirty="0">
                <a:latin typeface="Arial" charset="0"/>
                <a:cs typeface="Arial" charset="0"/>
              </a:rPr>
              <a:t> </a:t>
            </a:r>
            <a:r>
              <a:rPr lang="en-US" altLang="en-US" dirty="0" err="1">
                <a:latin typeface="Arial" charset="0"/>
                <a:cs typeface="Arial" charset="0"/>
              </a:rPr>
              <a:t>sản</a:t>
            </a:r>
            <a:r>
              <a:rPr lang="en-US" altLang="en-US" dirty="0">
                <a:latin typeface="Arial" charset="0"/>
                <a:cs typeface="Arial" charset="0"/>
              </a:rPr>
              <a:t> </a:t>
            </a:r>
            <a:r>
              <a:rPr lang="en-US" altLang="en-US" dirty="0" err="1">
                <a:latin typeface="Arial" charset="0"/>
                <a:cs typeface="Arial" charset="0"/>
              </a:rPr>
              <a:t>phẩm</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nâng</a:t>
            </a:r>
            <a:r>
              <a:rPr lang="en-US" altLang="en-US" dirty="0">
                <a:latin typeface="Arial" charset="0"/>
                <a:cs typeface="Arial" charset="0"/>
              </a:rPr>
              <a:t> </a:t>
            </a:r>
            <a:r>
              <a:rPr lang="en-US" altLang="en-US" dirty="0" err="1">
                <a:latin typeface="Arial" charset="0"/>
                <a:cs typeface="Arial" charset="0"/>
              </a:rPr>
              <a:t>cao</a:t>
            </a:r>
            <a:r>
              <a:rPr lang="en-US" altLang="en-US" dirty="0">
                <a:latin typeface="Arial" charset="0"/>
                <a:cs typeface="Arial" charset="0"/>
              </a:rPr>
              <a:t> </a:t>
            </a:r>
            <a:r>
              <a:rPr lang="en-US" altLang="en-US" dirty="0" err="1">
                <a:latin typeface="Arial" charset="0"/>
                <a:cs typeface="Arial" charset="0"/>
              </a:rPr>
              <a:t>vị</a:t>
            </a:r>
            <a:r>
              <a:rPr lang="en-US" altLang="en-US" dirty="0">
                <a:latin typeface="Arial" charset="0"/>
                <a:cs typeface="Arial" charset="0"/>
              </a:rPr>
              <a:t> </a:t>
            </a:r>
            <a:r>
              <a:rPr lang="en-US" altLang="en-US" dirty="0" err="1">
                <a:latin typeface="Arial" charset="0"/>
                <a:cs typeface="Arial" charset="0"/>
              </a:rPr>
              <a:t>thế</a:t>
            </a:r>
            <a:r>
              <a:rPr lang="en-US" altLang="en-US" dirty="0">
                <a:latin typeface="Arial" charset="0"/>
                <a:cs typeface="Arial" charset="0"/>
              </a:rPr>
              <a:t>/</a:t>
            </a:r>
            <a:r>
              <a:rPr lang="en-US" altLang="en-US" dirty="0" err="1">
                <a:latin typeface="Arial" charset="0"/>
                <a:cs typeface="Arial" charset="0"/>
              </a:rPr>
              <a:t>uy</a:t>
            </a:r>
            <a:r>
              <a:rPr lang="en-US" altLang="en-US" dirty="0">
                <a:latin typeface="Arial" charset="0"/>
                <a:cs typeface="Arial" charset="0"/>
              </a:rPr>
              <a:t> </a:t>
            </a:r>
            <a:r>
              <a:rPr lang="en-US" altLang="en-US" dirty="0" err="1">
                <a:latin typeface="Arial" charset="0"/>
                <a:cs typeface="Arial" charset="0"/>
              </a:rPr>
              <a:t>tín</a:t>
            </a:r>
            <a:r>
              <a:rPr lang="en-US" altLang="en-US" dirty="0">
                <a:latin typeface="Arial" charset="0"/>
                <a:cs typeface="Arial" charset="0"/>
              </a:rPr>
              <a:t> </a:t>
            </a:r>
            <a:r>
              <a:rPr lang="en-US" altLang="en-US" dirty="0" err="1">
                <a:latin typeface="Arial" charset="0"/>
                <a:cs typeface="Arial" charset="0"/>
              </a:rPr>
              <a:t>của</a:t>
            </a:r>
            <a:r>
              <a:rPr lang="en-US" altLang="en-US" dirty="0">
                <a:latin typeface="Arial" charset="0"/>
                <a:cs typeface="Arial" charset="0"/>
              </a:rPr>
              <a:t> </a:t>
            </a:r>
            <a:r>
              <a:rPr lang="en-US" altLang="en-US" dirty="0" err="1">
                <a:latin typeface="Arial" charset="0"/>
                <a:cs typeface="Arial" charset="0"/>
              </a:rPr>
              <a:t>họ</a:t>
            </a:r>
            <a:r>
              <a:rPr lang="en-US" altLang="en-US" dirty="0">
                <a:latin typeface="Arial" charset="0"/>
                <a:cs typeface="Arial" charset="0"/>
              </a:rPr>
              <a:t> </a:t>
            </a:r>
            <a:r>
              <a:rPr lang="en-US" altLang="en-US" dirty="0" err="1">
                <a:latin typeface="Arial" charset="0"/>
                <a:cs typeface="Arial" charset="0"/>
              </a:rPr>
              <a:t>trong</a:t>
            </a:r>
            <a:r>
              <a:rPr lang="en-US" altLang="en-US" dirty="0">
                <a:latin typeface="Arial" charset="0"/>
                <a:cs typeface="Arial" charset="0"/>
              </a:rPr>
              <a:t> </a:t>
            </a:r>
            <a:r>
              <a:rPr lang="en-US" altLang="en-US" dirty="0" err="1">
                <a:latin typeface="Arial" charset="0"/>
                <a:cs typeface="Arial" charset="0"/>
              </a:rPr>
              <a:t>mắt</a:t>
            </a:r>
            <a:r>
              <a:rPr lang="en-US" altLang="en-US" dirty="0">
                <a:latin typeface="Arial" charset="0"/>
                <a:cs typeface="Arial" charset="0"/>
              </a:rPr>
              <a:t> </a:t>
            </a:r>
            <a:r>
              <a:rPr lang="en-US" altLang="en-US" dirty="0" err="1">
                <a:latin typeface="Arial" charset="0"/>
                <a:cs typeface="Arial" charset="0"/>
              </a:rPr>
              <a:t>khách</a:t>
            </a:r>
            <a:r>
              <a:rPr lang="en-US" altLang="en-US" dirty="0">
                <a:latin typeface="Arial" charset="0"/>
                <a:cs typeface="Arial" charset="0"/>
              </a:rPr>
              <a:t> </a:t>
            </a:r>
            <a:r>
              <a:rPr lang="en-US" altLang="en-US" dirty="0" err="1">
                <a:latin typeface="Arial" charset="0"/>
                <a:cs typeface="Arial" charset="0"/>
              </a:rPr>
              <a:t>hàng</a:t>
            </a:r>
            <a:r>
              <a:rPr lang="en-US" altLang="en-US" dirty="0">
                <a:latin typeface="Arial" charset="0"/>
                <a:cs typeface="Arial" charset="0"/>
              </a:rPr>
              <a:t> </a:t>
            </a:r>
            <a:r>
              <a:rPr lang="en-US" altLang="en-US" dirty="0" err="1">
                <a:latin typeface="Arial" charset="0"/>
                <a:cs typeface="Arial" charset="0"/>
              </a:rPr>
              <a:t>và</a:t>
            </a:r>
            <a:r>
              <a:rPr lang="en-US" altLang="en-US" dirty="0">
                <a:latin typeface="Arial" charset="0"/>
                <a:cs typeface="Arial" charset="0"/>
              </a:rPr>
              <a:t> </a:t>
            </a:r>
            <a:r>
              <a:rPr lang="en-US" altLang="en-US" dirty="0" err="1">
                <a:latin typeface="Arial" charset="0"/>
                <a:cs typeface="Arial" charset="0"/>
              </a:rPr>
              <a:t>chủ</a:t>
            </a:r>
            <a:r>
              <a:rPr lang="en-US" altLang="en-US" dirty="0">
                <a:latin typeface="Arial" charset="0"/>
                <a:cs typeface="Arial" charset="0"/>
              </a:rPr>
              <a:t> </a:t>
            </a:r>
            <a:r>
              <a:rPr lang="en-US" altLang="en-US" dirty="0" err="1">
                <a:latin typeface="Arial" charset="0"/>
                <a:cs typeface="Arial" charset="0"/>
              </a:rPr>
              <a:t>đầu</a:t>
            </a:r>
            <a:r>
              <a:rPr lang="en-US" altLang="en-US" dirty="0">
                <a:latin typeface="Arial" charset="0"/>
                <a:cs typeface="Arial" charset="0"/>
              </a:rPr>
              <a:t> </a:t>
            </a:r>
            <a:r>
              <a:rPr lang="en-US" altLang="en-US" dirty="0" err="1">
                <a:latin typeface="Arial" charset="0"/>
                <a:cs typeface="Arial" charset="0"/>
              </a:rPr>
              <a:t>tư</a:t>
            </a:r>
            <a:endParaRPr lang="en-US" altLang="en-US" b="1" dirty="0">
              <a:latin typeface="Arial" charset="0"/>
              <a:cs typeface="Arial" charset="0"/>
            </a:endParaRPr>
          </a:p>
        </p:txBody>
      </p:sp>
      <p:sp>
        <p:nvSpPr>
          <p:cNvPr id="29700" name="Slide Number Placeholder 3"/>
          <p:cNvSpPr>
            <a:spLocks noGrp="1"/>
          </p:cNvSpPr>
          <p:nvPr>
            <p:ph type="sldNum" sz="quarter" idx="5"/>
          </p:nvPr>
        </p:nvSpPr>
        <p:spPr>
          <a:xfrm>
            <a:off x="3884120" y="9276504"/>
            <a:ext cx="2972280" cy="488236"/>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Arial" charset="0"/>
                <a:cs typeface="Arial" charset="0"/>
              </a:defRPr>
            </a:lvl1pPr>
            <a:lvl2pPr marL="742950" indent="-285750" defTabSz="949325" eaLnBrk="0" hangingPunct="0">
              <a:defRPr>
                <a:solidFill>
                  <a:schemeClr val="tx1"/>
                </a:solidFill>
                <a:latin typeface="Arial" charset="0"/>
                <a:cs typeface="Arial" charset="0"/>
              </a:defRPr>
            </a:lvl2pPr>
            <a:lvl3pPr marL="1143000" indent="-228600" defTabSz="949325" eaLnBrk="0" hangingPunct="0">
              <a:defRPr>
                <a:solidFill>
                  <a:schemeClr val="tx1"/>
                </a:solidFill>
                <a:latin typeface="Arial" charset="0"/>
                <a:cs typeface="Arial" charset="0"/>
              </a:defRPr>
            </a:lvl3pPr>
            <a:lvl4pPr marL="1600200" indent="-228600" defTabSz="949325" eaLnBrk="0" hangingPunct="0">
              <a:defRPr>
                <a:solidFill>
                  <a:schemeClr val="tx1"/>
                </a:solidFill>
                <a:latin typeface="Arial" charset="0"/>
                <a:cs typeface="Arial" charset="0"/>
              </a:defRPr>
            </a:lvl4pPr>
            <a:lvl5pPr marL="2057400" indent="-228600" defTabSz="949325" eaLnBrk="0" hangingPunct="0">
              <a:defRPr>
                <a:solidFill>
                  <a:schemeClr val="tx1"/>
                </a:solidFill>
                <a:latin typeface="Arial" charset="0"/>
                <a:cs typeface="Arial" charset="0"/>
              </a:defRPr>
            </a:lvl5pPr>
            <a:lvl6pPr marL="2514600" indent="-228600" defTabSz="949325" eaLnBrk="0" fontAlgn="base" hangingPunct="0">
              <a:spcBef>
                <a:spcPct val="0"/>
              </a:spcBef>
              <a:spcAft>
                <a:spcPct val="0"/>
              </a:spcAft>
              <a:defRPr>
                <a:solidFill>
                  <a:schemeClr val="tx1"/>
                </a:solidFill>
                <a:latin typeface="Arial" charset="0"/>
                <a:cs typeface="Arial" charset="0"/>
              </a:defRPr>
            </a:lvl6pPr>
            <a:lvl7pPr marL="2971800" indent="-228600" defTabSz="949325" eaLnBrk="0" fontAlgn="base" hangingPunct="0">
              <a:spcBef>
                <a:spcPct val="0"/>
              </a:spcBef>
              <a:spcAft>
                <a:spcPct val="0"/>
              </a:spcAft>
              <a:defRPr>
                <a:solidFill>
                  <a:schemeClr val="tx1"/>
                </a:solidFill>
                <a:latin typeface="Arial" charset="0"/>
                <a:cs typeface="Arial" charset="0"/>
              </a:defRPr>
            </a:lvl7pPr>
            <a:lvl8pPr marL="3429000" indent="-228600" defTabSz="949325" eaLnBrk="0" fontAlgn="base" hangingPunct="0">
              <a:spcBef>
                <a:spcPct val="0"/>
              </a:spcBef>
              <a:spcAft>
                <a:spcPct val="0"/>
              </a:spcAft>
              <a:defRPr>
                <a:solidFill>
                  <a:schemeClr val="tx1"/>
                </a:solidFill>
                <a:latin typeface="Arial" charset="0"/>
                <a:cs typeface="Arial" charset="0"/>
              </a:defRPr>
            </a:lvl8pPr>
            <a:lvl9pPr marL="3886200" indent="-228600" defTabSz="949325" eaLnBrk="0" fontAlgn="base" hangingPunct="0">
              <a:spcBef>
                <a:spcPct val="0"/>
              </a:spcBef>
              <a:spcAft>
                <a:spcPct val="0"/>
              </a:spcAft>
              <a:defRPr>
                <a:solidFill>
                  <a:schemeClr val="tx1"/>
                </a:solidFill>
                <a:latin typeface="Arial" charset="0"/>
                <a:cs typeface="Arial" charset="0"/>
              </a:defRPr>
            </a:lvl9pPr>
          </a:lstStyle>
          <a:p>
            <a:pPr eaLnBrk="1" hangingPunct="1"/>
            <a:fld id="{B3CD759D-F2EA-401E-97F4-83E67B3AFACA}" type="slidenum">
              <a:rPr lang="ja-JP" altLang="en-US" smtClean="0"/>
              <a:pPr eaLnBrk="1" hangingPunct="1"/>
              <a:t>13</a:t>
            </a:fld>
            <a:endParaRPr lang="en-US" altLang="ja-JP"/>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a:latin typeface="Arial" charset="0"/>
                <a:cs typeface="Arial" charset="0"/>
              </a:rPr>
              <a:t>Các tiêu chí của </a:t>
            </a:r>
            <a:r>
              <a:rPr lang="en-US" altLang="en-US" b="1">
                <a:latin typeface="Arial" charset="0"/>
                <a:cs typeface="Arial" charset="0"/>
              </a:rPr>
              <a:t>ISO 9126</a:t>
            </a:r>
          </a:p>
          <a:p>
            <a:pPr marL="171450" indent="-171450">
              <a:buFontTx/>
              <a:buChar char="-"/>
            </a:pPr>
            <a:r>
              <a:rPr lang="en-US" b="0">
                <a:latin typeface="Arial" charset="0"/>
                <a:cs typeface="Arial" charset="0"/>
              </a:rPr>
              <a:t>Tính</a:t>
            </a:r>
            <a:r>
              <a:rPr lang="en-US" b="0" baseline="0">
                <a:latin typeface="Arial" charset="0"/>
                <a:cs typeface="Arial" charset="0"/>
              </a:rPr>
              <a:t> năng</a:t>
            </a:r>
          </a:p>
          <a:p>
            <a:pPr marL="171450" indent="-171450">
              <a:buFontTx/>
              <a:buChar char="-"/>
            </a:pPr>
            <a:r>
              <a:rPr lang="en-US" b="0" baseline="0">
                <a:latin typeface="Arial" charset="0"/>
                <a:cs typeface="Arial" charset="0"/>
              </a:rPr>
              <a:t>Độ tin cậy</a:t>
            </a:r>
          </a:p>
          <a:p>
            <a:pPr marL="171450" indent="-171450">
              <a:buFontTx/>
              <a:buChar char="-"/>
            </a:pPr>
            <a:r>
              <a:rPr lang="en-US" b="0" baseline="0">
                <a:latin typeface="Arial" charset="0"/>
                <a:cs typeface="Arial" charset="0"/>
              </a:rPr>
              <a:t>Tính khả dụng (dễ sử dụng)</a:t>
            </a:r>
          </a:p>
          <a:p>
            <a:pPr marL="171450" indent="-171450">
              <a:buFontTx/>
              <a:buChar char="-"/>
            </a:pPr>
            <a:r>
              <a:rPr lang="en-US" b="0" baseline="0">
                <a:latin typeface="Arial" charset="0"/>
                <a:cs typeface="Arial" charset="0"/>
              </a:rPr>
              <a:t>Tính hiệu quả</a:t>
            </a:r>
          </a:p>
          <a:p>
            <a:pPr marL="171450" indent="-171450">
              <a:buFontTx/>
              <a:buChar char="-"/>
            </a:pPr>
            <a:r>
              <a:rPr lang="en-US" b="0" baseline="0">
                <a:latin typeface="Arial" charset="0"/>
                <a:cs typeface="Arial" charset="0"/>
              </a:rPr>
              <a:t>Khả năng bảo trì</a:t>
            </a:r>
          </a:p>
          <a:p>
            <a:pPr marL="171450" indent="-171450">
              <a:buFontTx/>
              <a:buChar char="-"/>
            </a:pPr>
            <a:r>
              <a:rPr lang="en-US" b="0" baseline="0">
                <a:latin typeface="Arial" charset="0"/>
                <a:cs typeface="Arial" charset="0"/>
              </a:rPr>
              <a:t>Tính khả chuyển (dễ chuyển đổi mô trường khi triển khai)</a:t>
            </a:r>
            <a:endParaRPr lang="en-US" b="0"/>
          </a:p>
        </p:txBody>
      </p:sp>
    </p:spTree>
    <p:extLst>
      <p:ext uri="{BB962C8B-B14F-4D97-AF65-F5344CB8AC3E}">
        <p14:creationId xmlns:p14="http://schemas.microsoft.com/office/powerpoint/2010/main" val="940565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t>Khi đánh</a:t>
            </a:r>
            <a:r>
              <a:rPr lang="en-US" baseline="0"/>
              <a:t> giá về </a:t>
            </a:r>
            <a:r>
              <a:rPr lang="en-US" b="0">
                <a:latin typeface="Arial" charset="0"/>
                <a:cs typeface="Arial" charset="0"/>
              </a:rPr>
              <a:t>Tính</a:t>
            </a:r>
            <a:r>
              <a:rPr lang="en-US" b="0" baseline="0">
                <a:latin typeface="Arial" charset="0"/>
                <a:cs typeface="Arial" charset="0"/>
              </a:rPr>
              <a:t> năng của một SP PM, chúng ta cần quan tâm đến các tiêu chí con như sau:</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0" baseline="0">
                <a:latin typeface="Arial" charset="0"/>
                <a:cs typeface="Arial" charset="0"/>
              </a:rPr>
              <a:t>Tính phù hợp</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0" baseline="0">
                <a:latin typeface="Arial" charset="0"/>
                <a:cs typeface="Arial" charset="0"/>
              </a:rPr>
              <a:t>Tính chính xác</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0" baseline="0">
                <a:latin typeface="Arial" charset="0"/>
                <a:cs typeface="Arial" charset="0"/>
              </a:rPr>
              <a:t>Tính kết nối/tích hợp với các HT khác</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b="0" baseline="0">
                <a:latin typeface="Arial" charset="0"/>
                <a:cs typeface="Arial" charset="0"/>
              </a:rPr>
              <a:t>Tính an toàn</a:t>
            </a:r>
          </a:p>
          <a:p>
            <a:endParaRPr lang="en-US"/>
          </a:p>
        </p:txBody>
      </p:sp>
    </p:spTree>
    <p:extLst>
      <p:ext uri="{BB962C8B-B14F-4D97-AF65-F5344CB8AC3E}">
        <p14:creationId xmlns:p14="http://schemas.microsoft.com/office/powerpoint/2010/main" val="5942353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đánh</a:t>
            </a:r>
            <a:r>
              <a:rPr lang="en-US" baseline="0"/>
              <a:t> giá về </a:t>
            </a:r>
            <a:r>
              <a:rPr lang="en-US" b="0" baseline="0">
                <a:latin typeface="Arial" charset="0"/>
                <a:cs typeface="Arial" charset="0"/>
              </a:rPr>
              <a:t>độ tin cậy của một SP PM, chúng ta cần quan tâm đến các tiêu chí con như sau:</a:t>
            </a:r>
          </a:p>
          <a:p>
            <a:pPr marL="171450" indent="-171450">
              <a:buFontTx/>
              <a:buChar char="-"/>
            </a:pPr>
            <a:r>
              <a:rPr lang="en-US" b="0" baseline="0">
                <a:latin typeface="Arial" charset="0"/>
                <a:cs typeface="Arial" charset="0"/>
              </a:rPr>
              <a:t>Tính hoàn thiện</a:t>
            </a:r>
          </a:p>
          <a:p>
            <a:pPr marL="171450" indent="-171450">
              <a:buFontTx/>
              <a:buChar char="-"/>
            </a:pPr>
            <a:r>
              <a:rPr lang="en-US" b="0" baseline="0">
                <a:latin typeface="Arial" charset="0"/>
                <a:cs typeface="Arial" charset="0"/>
              </a:rPr>
              <a:t>Khả năng chịu lỗi/khứ lỗi</a:t>
            </a:r>
          </a:p>
          <a:p>
            <a:pPr marL="171450" indent="-171450">
              <a:buFontTx/>
              <a:buChar char="-"/>
            </a:pPr>
            <a:r>
              <a:rPr lang="en-US" b="0" baseline="0">
                <a:latin typeface="Arial" charset="0"/>
                <a:cs typeface="Arial" charset="0"/>
              </a:rPr>
              <a:t>Khả năng phục hồi khi có lỗi xảy ra</a:t>
            </a:r>
            <a:endParaRPr lang="en-US"/>
          </a:p>
        </p:txBody>
      </p:sp>
    </p:spTree>
    <p:extLst>
      <p:ext uri="{BB962C8B-B14F-4D97-AF65-F5344CB8AC3E}">
        <p14:creationId xmlns:p14="http://schemas.microsoft.com/office/powerpoint/2010/main" val="21312731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đánh</a:t>
            </a:r>
            <a:r>
              <a:rPr lang="en-US" baseline="0"/>
              <a:t> giá về </a:t>
            </a:r>
            <a:r>
              <a:rPr lang="en-US" b="0">
                <a:latin typeface="Arial" charset="0"/>
                <a:cs typeface="Arial" charset="0"/>
              </a:rPr>
              <a:t>Tính</a:t>
            </a:r>
            <a:r>
              <a:rPr lang="en-US" b="0" baseline="0">
                <a:latin typeface="Arial" charset="0"/>
                <a:cs typeface="Arial" charset="0"/>
              </a:rPr>
              <a:t> khả dụng của một SP PM, chúng ta cần quan tâm đến các tiêu chí con như sau:</a:t>
            </a:r>
          </a:p>
          <a:p>
            <a:pPr marL="171450" indent="-171450">
              <a:buFontTx/>
              <a:buChar char="-"/>
            </a:pPr>
            <a:r>
              <a:rPr lang="en-US" b="0" baseline="0">
                <a:latin typeface="Arial" charset="0"/>
                <a:cs typeface="Arial" charset="0"/>
              </a:rPr>
              <a:t>Tính dễ hiểu của PM</a:t>
            </a:r>
          </a:p>
          <a:p>
            <a:pPr marL="171450" indent="-171450">
              <a:buFontTx/>
              <a:buChar char="-"/>
            </a:pPr>
            <a:r>
              <a:rPr lang="en-US" b="0" baseline="0">
                <a:latin typeface="Arial" charset="0"/>
                <a:cs typeface="Arial" charset="0"/>
              </a:rPr>
              <a:t>Tính dễ học</a:t>
            </a:r>
          </a:p>
          <a:p>
            <a:pPr marL="171450" indent="-171450">
              <a:buFontTx/>
              <a:buChar char="-"/>
            </a:pPr>
            <a:r>
              <a:rPr lang="en-US" b="0" baseline="0">
                <a:latin typeface="Arial" charset="0"/>
                <a:cs typeface="Arial" charset="0"/>
              </a:rPr>
              <a:t>Có thể sử dụng được</a:t>
            </a:r>
          </a:p>
          <a:p>
            <a:pPr marL="171450" indent="-171450">
              <a:buFontTx/>
              <a:buChar char="-"/>
            </a:pPr>
            <a:r>
              <a:rPr lang="en-US" b="0" baseline="0">
                <a:latin typeface="Arial" charset="0"/>
                <a:cs typeface="Arial" charset="0"/>
              </a:rPr>
              <a:t>Tính hấp dẫn</a:t>
            </a:r>
            <a:endParaRPr lang="en-US"/>
          </a:p>
        </p:txBody>
      </p:sp>
    </p:spTree>
    <p:extLst>
      <p:ext uri="{BB962C8B-B14F-4D97-AF65-F5344CB8AC3E}">
        <p14:creationId xmlns:p14="http://schemas.microsoft.com/office/powerpoint/2010/main" val="751600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đánh</a:t>
            </a:r>
            <a:r>
              <a:rPr lang="en-US" baseline="0"/>
              <a:t> giá về </a:t>
            </a:r>
            <a:r>
              <a:rPr lang="en-US" b="0">
                <a:latin typeface="Arial" charset="0"/>
                <a:cs typeface="Arial" charset="0"/>
              </a:rPr>
              <a:t>Tính</a:t>
            </a:r>
            <a:r>
              <a:rPr lang="en-US" b="0" baseline="0">
                <a:latin typeface="Arial" charset="0"/>
                <a:cs typeface="Arial" charset="0"/>
              </a:rPr>
              <a:t> hiệu quả của một SP PM, chúng ta cần quan tâm đến các tiêu chí con như sau:</a:t>
            </a:r>
          </a:p>
          <a:p>
            <a:pPr marL="171450" indent="-171450">
              <a:buFontTx/>
              <a:buChar char="-"/>
            </a:pPr>
            <a:r>
              <a:rPr lang="en-US" b="0" baseline="0">
                <a:latin typeface="Arial" charset="0"/>
                <a:cs typeface="Arial" charset="0"/>
              </a:rPr>
              <a:t>Thời gian đáp ứng</a:t>
            </a:r>
          </a:p>
          <a:p>
            <a:pPr marL="171450" indent="-171450">
              <a:buFontTx/>
              <a:buChar char="-"/>
            </a:pPr>
            <a:r>
              <a:rPr lang="en-US" b="0" baseline="0">
                <a:latin typeface="Arial" charset="0"/>
                <a:cs typeface="Arial" charset="0"/>
              </a:rPr>
              <a:t>Việc sử dụng tài nguyên hệ thống</a:t>
            </a:r>
            <a:endParaRPr lang="en-US"/>
          </a:p>
        </p:txBody>
      </p:sp>
    </p:spTree>
    <p:extLst>
      <p:ext uri="{BB962C8B-B14F-4D97-AF65-F5344CB8AC3E}">
        <p14:creationId xmlns:p14="http://schemas.microsoft.com/office/powerpoint/2010/main" val="40022960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đánh</a:t>
            </a:r>
            <a:r>
              <a:rPr lang="en-US" baseline="0"/>
              <a:t> giá về </a:t>
            </a:r>
            <a:r>
              <a:rPr lang="en-US" b="0">
                <a:latin typeface="Arial" charset="0"/>
                <a:cs typeface="Arial" charset="0"/>
              </a:rPr>
              <a:t>khả</a:t>
            </a:r>
            <a:r>
              <a:rPr lang="en-US" b="0" baseline="0">
                <a:latin typeface="Arial" charset="0"/>
                <a:cs typeface="Arial" charset="0"/>
              </a:rPr>
              <a:t> năng bảo trì của một SP PM, chúng ta cần quan tâm đến các tiêu chí con như sau:</a:t>
            </a:r>
          </a:p>
          <a:p>
            <a:pPr marL="171450" indent="-171450">
              <a:buFontTx/>
              <a:buChar char="-"/>
            </a:pPr>
            <a:r>
              <a:rPr lang="en-US" b="0" baseline="0">
                <a:latin typeface="Arial" charset="0"/>
                <a:cs typeface="Arial" charset="0"/>
              </a:rPr>
              <a:t>Tính có thể phân tích được, hiểu được PM</a:t>
            </a:r>
          </a:p>
          <a:p>
            <a:pPr marL="171450" indent="-171450">
              <a:buFontTx/>
              <a:buChar char="-"/>
            </a:pPr>
            <a:r>
              <a:rPr lang="en-US" b="0" baseline="0">
                <a:latin typeface="Arial" charset="0"/>
                <a:cs typeface="Arial" charset="0"/>
              </a:rPr>
              <a:t>Có thể thay đổi được, sửa được</a:t>
            </a:r>
          </a:p>
          <a:p>
            <a:pPr marL="171450" indent="-171450">
              <a:buFontTx/>
              <a:buChar char="-"/>
            </a:pPr>
            <a:r>
              <a:rPr lang="en-US" b="0" baseline="0">
                <a:latin typeface="Arial" charset="0"/>
                <a:cs typeface="Arial" charset="0"/>
              </a:rPr>
              <a:t>Tính ổn định sau khi sửa</a:t>
            </a:r>
          </a:p>
          <a:p>
            <a:pPr marL="171450" indent="-171450">
              <a:buFontTx/>
              <a:buChar char="-"/>
            </a:pPr>
            <a:r>
              <a:rPr lang="en-US" b="0" baseline="0">
                <a:latin typeface="Arial" charset="0"/>
                <a:cs typeface="Arial" charset="0"/>
              </a:rPr>
              <a:t>Tính có thể kiểm tra được sau khi sửa</a:t>
            </a:r>
            <a:endParaRPr lang="en-US"/>
          </a:p>
        </p:txBody>
      </p:sp>
    </p:spTree>
    <p:extLst>
      <p:ext uri="{BB962C8B-B14F-4D97-AF65-F5344CB8AC3E}">
        <p14:creationId xmlns:p14="http://schemas.microsoft.com/office/powerpoint/2010/main" val="2712703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Khi đánh</a:t>
            </a:r>
            <a:r>
              <a:rPr lang="en-US" baseline="0"/>
              <a:t> giá về </a:t>
            </a:r>
            <a:r>
              <a:rPr lang="en-US" b="0">
                <a:latin typeface="Arial" charset="0"/>
                <a:cs typeface="Arial" charset="0"/>
              </a:rPr>
              <a:t>Tính</a:t>
            </a:r>
            <a:r>
              <a:rPr lang="en-US" b="0" baseline="0">
                <a:latin typeface="Arial" charset="0"/>
                <a:cs typeface="Arial" charset="0"/>
              </a:rPr>
              <a:t> khả chuyển của một SP PM, chúng ta cần quan tâm đến các tiêu chí con như sau:</a:t>
            </a:r>
          </a:p>
          <a:p>
            <a:pPr marL="171450" indent="-171450">
              <a:buFontTx/>
              <a:buChar char="-"/>
            </a:pPr>
            <a:r>
              <a:rPr lang="en-US" b="0" baseline="0">
                <a:latin typeface="Arial" charset="0"/>
                <a:cs typeface="Arial" charset="0"/>
              </a:rPr>
              <a:t>Khả năng thích nghi với các môi trường vận hành khác nhau</a:t>
            </a:r>
          </a:p>
          <a:p>
            <a:pPr marL="171450" indent="-171450">
              <a:buFontTx/>
              <a:buChar char="-"/>
            </a:pPr>
            <a:r>
              <a:rPr lang="en-US" b="0" baseline="0">
                <a:latin typeface="Arial" charset="0"/>
                <a:cs typeface="Arial" charset="0"/>
              </a:rPr>
              <a:t>Có thể cài đặt được trên nhiều môi trường cụ thể</a:t>
            </a:r>
          </a:p>
          <a:p>
            <a:pPr marL="171450" indent="-171450">
              <a:buFontTx/>
              <a:buChar char="-"/>
            </a:pPr>
            <a:r>
              <a:rPr lang="en-US" b="0" baseline="0">
                <a:latin typeface="Arial" charset="0"/>
                <a:cs typeface="Arial" charset="0"/>
              </a:rPr>
              <a:t>Khả năng cùng tồn tại trong một môi trường có nhiều HT được triển khai và có chia sẻ/dùng chung tài nguyên</a:t>
            </a:r>
          </a:p>
          <a:p>
            <a:pPr marL="171450" indent="-171450">
              <a:buFontTx/>
              <a:buChar char="-"/>
            </a:pPr>
            <a:r>
              <a:rPr lang="en-US" b="0" baseline="0">
                <a:latin typeface="Arial" charset="0"/>
                <a:cs typeface="Arial" charset="0"/>
              </a:rPr>
              <a:t>Khả năng thay thế</a:t>
            </a:r>
            <a:endParaRPr lang="en-US"/>
          </a:p>
        </p:txBody>
      </p:sp>
    </p:spTree>
    <p:extLst>
      <p:ext uri="{BB962C8B-B14F-4D97-AF65-F5344CB8AC3E}">
        <p14:creationId xmlns:p14="http://schemas.microsoft.com/office/powerpoint/2010/main" val="33925700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Trong quá</a:t>
            </a:r>
            <a:r>
              <a:rPr lang="en-US" baseline="0"/>
              <a:t> trình phát triển (xây dựng) cũng như trong quá trình vận hành (sử dụng), PM có thể bị thay đổi bất cứ lúc nào tại bất cứ thời điểm nào</a:t>
            </a:r>
          </a:p>
          <a:p>
            <a:r>
              <a:rPr lang="en-US" baseline="0"/>
              <a:t>Mỗi khi PM bị thay đổi, chúng ta gọi đó là một sự tiến hóa (PM bị tiến hóa)</a:t>
            </a:r>
            <a:endParaRPr lang="en-US"/>
          </a:p>
        </p:txBody>
      </p:sp>
    </p:spTree>
    <p:extLst>
      <p:ext uri="{BB962C8B-B14F-4D97-AF65-F5344CB8AC3E}">
        <p14:creationId xmlns:p14="http://schemas.microsoft.com/office/powerpoint/2010/main" val="42296951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Thay đổi</a:t>
            </a:r>
            <a:r>
              <a:rPr lang="en-US" baseline="0"/>
              <a:t> là tất yếu và thường xuyên xảy ra. Nhưng chúng ta phải đổi mặt với nhiều thách thức từ hậu quả của nó.</a:t>
            </a:r>
          </a:p>
          <a:p>
            <a:pPr marL="171450" indent="-171450">
              <a:buFontTx/>
              <a:buChar char="-"/>
            </a:pPr>
            <a:r>
              <a:rPr lang="en-US" baseline="0"/>
              <a:t>Việc thay đổi dẫn đến nhiều công việc đã thực hiện bị bỏ đi, nhiều công việc phải thực hiện lại, … -&gt; tăng chi phí và thời gian phát triển</a:t>
            </a:r>
          </a:p>
          <a:p>
            <a:pPr marL="171450" indent="-171450">
              <a:buFontTx/>
              <a:buChar char="-"/>
            </a:pPr>
            <a:r>
              <a:rPr lang="en-US" baseline="0"/>
              <a:t>Quá trình thay đổi trong quá trình vận hành dẫn đến </a:t>
            </a:r>
            <a:r>
              <a:rPr lang="en-US"/>
              <a:t>Tăng chi phí cho doanh nghiệp trong quá trình bảo trì (theo thống</a:t>
            </a:r>
            <a:r>
              <a:rPr lang="en-US" baseline="0"/>
              <a:t> kê, </a:t>
            </a:r>
            <a:r>
              <a:rPr lang="en-US"/>
              <a:t>chi phí bảo trì gấp nhiều lần chi phí phát triển)</a:t>
            </a:r>
          </a:p>
          <a:p>
            <a:pPr marL="171450" indent="-171450">
              <a:buFontTx/>
              <a:buChar char="-"/>
            </a:pPr>
            <a:r>
              <a:rPr lang="en-US"/>
              <a:t>Những</a:t>
            </a:r>
            <a:r>
              <a:rPr lang="en-US" baseline="0"/>
              <a:t> thay đổi cũng dẫn đến việc phát sinh nhiều vấn đề lớn về kỹ thuật, về ứng dụng …</a:t>
            </a:r>
            <a:endParaRPr lang="en-US"/>
          </a:p>
        </p:txBody>
      </p:sp>
    </p:spTree>
    <p:extLst>
      <p:ext uri="{BB962C8B-B14F-4D97-AF65-F5344CB8AC3E}">
        <p14:creationId xmlns:p14="http://schemas.microsoft.com/office/powerpoint/2010/main" val="31181040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dirty="0"/>
          </a:p>
        </p:txBody>
      </p:sp>
    </p:spTree>
    <p:extLst>
      <p:ext uri="{BB962C8B-B14F-4D97-AF65-F5344CB8AC3E}">
        <p14:creationId xmlns:p14="http://schemas.microsoft.com/office/powerpoint/2010/main" val="2211661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2943" y="2122536"/>
            <a:ext cx="7740015" cy="1464580"/>
          </a:xfrm>
        </p:spPr>
        <p:txBody>
          <a:bodyPr/>
          <a:lstStyle>
            <a:lvl1pPr>
              <a:defRPr>
                <a:solidFill>
                  <a:schemeClr val="accent6">
                    <a:lumMod val="50000"/>
                  </a:schemeClr>
                </a:solidFill>
              </a:defRPr>
            </a:lvl1pPr>
          </a:lstStyle>
          <a:p>
            <a:r>
              <a:rPr lang="en-US"/>
              <a:t>Click to edit Master title style</a:t>
            </a:r>
          </a:p>
        </p:txBody>
      </p:sp>
      <p:sp>
        <p:nvSpPr>
          <p:cNvPr id="3" name="Subtitle 2"/>
          <p:cNvSpPr>
            <a:spLocks noGrp="1"/>
          </p:cNvSpPr>
          <p:nvPr>
            <p:ph type="subTitle" idx="1"/>
          </p:nvPr>
        </p:nvSpPr>
        <p:spPr>
          <a:xfrm>
            <a:off x="1365885" y="3871807"/>
            <a:ext cx="6374130" cy="1746109"/>
          </a:xfrm>
        </p:spPr>
        <p:txBody>
          <a:bodyPr/>
          <a:lstStyle>
            <a:lvl1pPr marL="0" indent="0" algn="ctr">
              <a:buNone/>
              <a:defRPr b="1">
                <a:solidFill>
                  <a:srgbClr val="C00000"/>
                </a:solidFill>
                <a:effectLst/>
              </a:defRPr>
            </a:lvl1pPr>
            <a:lvl2pPr marL="434660" indent="0" algn="ctr">
              <a:buNone/>
              <a:defRPr>
                <a:solidFill>
                  <a:schemeClr val="tx1">
                    <a:tint val="75000"/>
                  </a:schemeClr>
                </a:solidFill>
              </a:defRPr>
            </a:lvl2pPr>
            <a:lvl3pPr marL="869320" indent="0" algn="ctr">
              <a:buNone/>
              <a:defRPr>
                <a:solidFill>
                  <a:schemeClr val="tx1">
                    <a:tint val="75000"/>
                  </a:schemeClr>
                </a:solidFill>
              </a:defRPr>
            </a:lvl3pPr>
            <a:lvl4pPr marL="1303980" indent="0" algn="ctr">
              <a:buNone/>
              <a:defRPr>
                <a:solidFill>
                  <a:schemeClr val="tx1">
                    <a:tint val="75000"/>
                  </a:schemeClr>
                </a:solidFill>
              </a:defRPr>
            </a:lvl4pPr>
            <a:lvl5pPr marL="1738640" indent="0" algn="ctr">
              <a:buNone/>
              <a:defRPr>
                <a:solidFill>
                  <a:schemeClr val="tx1">
                    <a:tint val="75000"/>
                  </a:schemeClr>
                </a:solidFill>
              </a:defRPr>
            </a:lvl5pPr>
            <a:lvl6pPr marL="2173300" indent="0" algn="ctr">
              <a:buNone/>
              <a:defRPr>
                <a:solidFill>
                  <a:schemeClr val="tx1">
                    <a:tint val="75000"/>
                  </a:schemeClr>
                </a:solidFill>
              </a:defRPr>
            </a:lvl6pPr>
            <a:lvl7pPr marL="2607960" indent="0" algn="ctr">
              <a:buNone/>
              <a:defRPr>
                <a:solidFill>
                  <a:schemeClr val="tx1">
                    <a:tint val="75000"/>
                  </a:schemeClr>
                </a:solidFill>
              </a:defRPr>
            </a:lvl7pPr>
            <a:lvl8pPr marL="3042620" indent="0" algn="ctr">
              <a:buNone/>
              <a:defRPr>
                <a:solidFill>
                  <a:schemeClr val="tx1">
                    <a:tint val="75000"/>
                  </a:schemeClr>
                </a:solidFill>
              </a:defRPr>
            </a:lvl8pPr>
            <a:lvl9pPr marL="347728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C310125E-3209-4400-8719-2AFB66A729C3}" type="datetime1">
              <a:rPr lang="en-US" smtClean="0"/>
              <a:t>2/13/2026</a:t>
            </a:fld>
            <a:endParaRPr lang="en-US"/>
          </a:p>
        </p:txBody>
      </p:sp>
      <p:sp>
        <p:nvSpPr>
          <p:cNvPr id="5" name="Footer Placeholder 4"/>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7F9886A4-4ACE-4E07-8C07-313BEFE82934}" type="slidenum">
              <a:rPr lang="en-US"/>
              <a:pPr>
                <a:defRPr/>
              </a:pPr>
              <a:t>‹#›</a:t>
            </a:fld>
            <a:endParaRPr lang="en-US"/>
          </a:p>
        </p:txBody>
      </p:sp>
    </p:spTree>
    <p:extLst>
      <p:ext uri="{BB962C8B-B14F-4D97-AF65-F5344CB8AC3E}">
        <p14:creationId xmlns:p14="http://schemas.microsoft.com/office/powerpoint/2010/main" val="23707187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p:nvCxnSpPr>
        <p:spPr>
          <a:xfrm>
            <a:off x="426840" y="1352286"/>
            <a:ext cx="8181082" cy="0"/>
          </a:xfrm>
          <a:prstGeom prst="line">
            <a:avLst/>
          </a:prstGeom>
          <a:ln>
            <a:solidFill>
              <a:schemeClr val="accent3"/>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26810" y="213496"/>
            <a:ext cx="8195310" cy="1138767"/>
          </a:xfrm>
        </p:spPr>
        <p:txBody>
          <a:bodyPr>
            <a:normAutofit/>
          </a:bodyPr>
          <a:lstStyle>
            <a:lvl1pPr>
              <a:defRPr>
                <a:solidFill>
                  <a:srgbClr val="0070C0"/>
                </a:solidFill>
              </a:defRPr>
            </a:lvl1pPr>
          </a:lstStyle>
          <a:p>
            <a:r>
              <a:rPr lang="en-US"/>
              <a:t>Click to edit Master title style</a:t>
            </a:r>
          </a:p>
        </p:txBody>
      </p:sp>
      <p:sp>
        <p:nvSpPr>
          <p:cNvPr id="3" name="Content Placeholder 2"/>
          <p:cNvSpPr>
            <a:spLocks noGrp="1"/>
          </p:cNvSpPr>
          <p:nvPr>
            <p:ph idx="1"/>
          </p:nvPr>
        </p:nvSpPr>
        <p:spPr/>
        <p:txBody>
          <a:bodyPr>
            <a:normAutofit/>
          </a:bodyPr>
          <a:lstStyle>
            <a:lvl2pPr>
              <a:defRPr>
                <a:solidFill>
                  <a:srgbClr val="0070C0"/>
                </a:solidFill>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3"/>
          <p:cNvSpPr>
            <a:spLocks noGrp="1"/>
          </p:cNvSpPr>
          <p:nvPr>
            <p:ph type="dt" sz="half" idx="10"/>
          </p:nvPr>
        </p:nvSpPr>
        <p:spPr/>
        <p:txBody>
          <a:bodyPr/>
          <a:lstStyle>
            <a:lvl1pPr>
              <a:defRPr/>
            </a:lvl1pPr>
          </a:lstStyle>
          <a:p>
            <a:pPr>
              <a:defRPr/>
            </a:pPr>
            <a:fld id="{5B2E895B-C373-4F4C-960B-6D783C9E4D75}" type="datetime1">
              <a:rPr lang="en-US" smtClean="0"/>
              <a:t>2/13/2026</a:t>
            </a:fld>
            <a:endParaRPr lang="en-US"/>
          </a:p>
        </p:txBody>
      </p:sp>
      <p:sp>
        <p:nvSpPr>
          <p:cNvPr id="6"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sz="1100">
                <a:latin typeface="Arial" panose="020B0604020202020204" pitchFamily="34" charset="0"/>
                <a:cs typeface="Arial" panose="020B0604020202020204" pitchFamily="34" charset="0"/>
              </a:defRPr>
            </a:lvl1pPr>
          </a:lstStyle>
          <a:p>
            <a:pPr>
              <a:defRPr/>
            </a:pPr>
            <a:fld id="{A7A27918-AF68-41BB-82C7-522D23BA7CE7}" type="slidenum">
              <a:rPr lang="en-US" smtClean="0"/>
              <a:pPr>
                <a:defRPr/>
              </a:pPr>
              <a:t>‹#›</a:t>
            </a:fld>
            <a:endParaRPr lang="en-US" dirty="0"/>
          </a:p>
        </p:txBody>
      </p:sp>
    </p:spTree>
    <p:extLst>
      <p:ext uri="{BB962C8B-B14F-4D97-AF65-F5344CB8AC3E}">
        <p14:creationId xmlns:p14="http://schemas.microsoft.com/office/powerpoint/2010/main" val="805901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19304" y="4390580"/>
            <a:ext cx="7740015" cy="1357030"/>
          </a:xfrm>
        </p:spPr>
        <p:txBody>
          <a:bodyPr anchor="t"/>
          <a:lstStyle>
            <a:lvl1pPr algn="l">
              <a:defRPr sz="3800" b="1" cap="all"/>
            </a:lvl1pPr>
          </a:lstStyle>
          <a:p>
            <a:r>
              <a:rPr lang="en-US"/>
              <a:t>Click to edit Master title style</a:t>
            </a:r>
          </a:p>
        </p:txBody>
      </p:sp>
      <p:sp>
        <p:nvSpPr>
          <p:cNvPr id="3" name="Text Placeholder 2"/>
          <p:cNvSpPr>
            <a:spLocks noGrp="1"/>
          </p:cNvSpPr>
          <p:nvPr>
            <p:ph type="body" idx="1"/>
          </p:nvPr>
        </p:nvSpPr>
        <p:spPr>
          <a:xfrm>
            <a:off x="719304" y="2895948"/>
            <a:ext cx="7740015" cy="1494631"/>
          </a:xfrm>
        </p:spPr>
        <p:txBody>
          <a:bodyPr anchor="b"/>
          <a:lstStyle>
            <a:lvl1pPr marL="0" indent="0">
              <a:buNone/>
              <a:defRPr sz="1900">
                <a:solidFill>
                  <a:schemeClr val="tx1">
                    <a:tint val="75000"/>
                  </a:schemeClr>
                </a:solidFill>
              </a:defRPr>
            </a:lvl1pPr>
            <a:lvl2pPr marL="434660" indent="0">
              <a:buNone/>
              <a:defRPr sz="1700">
                <a:solidFill>
                  <a:schemeClr val="tx1">
                    <a:tint val="75000"/>
                  </a:schemeClr>
                </a:solidFill>
              </a:defRPr>
            </a:lvl2pPr>
            <a:lvl3pPr marL="869320" indent="0">
              <a:buNone/>
              <a:defRPr sz="1500">
                <a:solidFill>
                  <a:schemeClr val="tx1">
                    <a:tint val="75000"/>
                  </a:schemeClr>
                </a:solidFill>
              </a:defRPr>
            </a:lvl3pPr>
            <a:lvl4pPr marL="1303980" indent="0">
              <a:buNone/>
              <a:defRPr sz="1300">
                <a:solidFill>
                  <a:schemeClr val="tx1">
                    <a:tint val="75000"/>
                  </a:schemeClr>
                </a:solidFill>
              </a:defRPr>
            </a:lvl4pPr>
            <a:lvl5pPr marL="1738640" indent="0">
              <a:buNone/>
              <a:defRPr sz="1300">
                <a:solidFill>
                  <a:schemeClr val="tx1">
                    <a:tint val="75000"/>
                  </a:schemeClr>
                </a:solidFill>
              </a:defRPr>
            </a:lvl5pPr>
            <a:lvl6pPr marL="2173300" indent="0">
              <a:buNone/>
              <a:defRPr sz="1300">
                <a:solidFill>
                  <a:schemeClr val="tx1">
                    <a:tint val="75000"/>
                  </a:schemeClr>
                </a:solidFill>
              </a:defRPr>
            </a:lvl6pPr>
            <a:lvl7pPr marL="2607960" indent="0">
              <a:buNone/>
              <a:defRPr sz="1300">
                <a:solidFill>
                  <a:schemeClr val="tx1">
                    <a:tint val="75000"/>
                  </a:schemeClr>
                </a:solidFill>
              </a:defRPr>
            </a:lvl7pPr>
            <a:lvl8pPr marL="3042620" indent="0">
              <a:buNone/>
              <a:defRPr sz="1300">
                <a:solidFill>
                  <a:schemeClr val="tx1">
                    <a:tint val="75000"/>
                  </a:schemeClr>
                </a:solidFill>
              </a:defRPr>
            </a:lvl8pPr>
            <a:lvl9pPr marL="3477280" indent="0">
              <a:buNone/>
              <a:defRPr sz="13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E07C649-3657-4728-A20C-80FE7427F96D}" type="datetime1">
              <a:rPr lang="en-US" smtClean="0"/>
              <a:t>2/13/2026</a:t>
            </a:fld>
            <a:endParaRPr lang="en-US"/>
          </a:p>
        </p:txBody>
      </p:sp>
      <p:sp>
        <p:nvSpPr>
          <p:cNvPr id="5"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FCF7F873-6AAF-4FAD-930F-0A383F3CB85E}" type="slidenum">
              <a:rPr lang="en-US"/>
              <a:pPr>
                <a:defRPr/>
              </a:pPr>
              <a:t>‹#›</a:t>
            </a:fld>
            <a:endParaRPr lang="en-US"/>
          </a:p>
        </p:txBody>
      </p:sp>
    </p:spTree>
    <p:extLst>
      <p:ext uri="{BB962C8B-B14F-4D97-AF65-F5344CB8AC3E}">
        <p14:creationId xmlns:p14="http://schemas.microsoft.com/office/powerpoint/2010/main" val="2548813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5295"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8832" y="1594275"/>
            <a:ext cx="4021773" cy="4509200"/>
          </a:xfrm>
        </p:spPr>
        <p:txBody>
          <a:bodyPr/>
          <a:lstStyle>
            <a:lvl1pPr>
              <a:defRPr sz="2700"/>
            </a:lvl1pPr>
            <a:lvl2pPr>
              <a:defRPr sz="2300"/>
            </a:lvl2pPr>
            <a:lvl3pPr>
              <a:defRPr sz="190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p:cNvSpPr>
            <a:spLocks noGrp="1"/>
          </p:cNvSpPr>
          <p:nvPr>
            <p:ph type="dt" sz="half" idx="10"/>
          </p:nvPr>
        </p:nvSpPr>
        <p:spPr/>
        <p:txBody>
          <a:bodyPr/>
          <a:lstStyle>
            <a:lvl1pPr>
              <a:defRPr/>
            </a:lvl1pPr>
          </a:lstStyle>
          <a:p>
            <a:pPr>
              <a:defRPr/>
            </a:pPr>
            <a:fld id="{EE2960B3-A68F-4B53-A96B-9AE3AF45B783}" type="datetime1">
              <a:rPr lang="en-US" smtClean="0"/>
              <a:t>2/13/2026</a:t>
            </a:fld>
            <a:endParaRPr lang="en-US"/>
          </a:p>
        </p:txBody>
      </p:sp>
      <p:sp>
        <p:nvSpPr>
          <p:cNvPr id="7" name="Footer Placeholder 5"/>
          <p:cNvSpPr>
            <a:spLocks noGrp="1"/>
          </p:cNvSpPr>
          <p:nvPr>
            <p:ph type="ftr" sz="quarter" idx="11"/>
          </p:nvPr>
        </p:nvSpPr>
        <p:spPr>
          <a:xfrm>
            <a:off x="22669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8" name="Slide Number Placeholder 6"/>
          <p:cNvSpPr>
            <a:spLocks noGrp="1"/>
          </p:cNvSpPr>
          <p:nvPr>
            <p:ph type="sldNum" sz="quarter" idx="12"/>
          </p:nvPr>
        </p:nvSpPr>
        <p:spPr/>
        <p:txBody>
          <a:bodyPr/>
          <a:lstStyle>
            <a:lvl1pPr>
              <a:defRPr/>
            </a:lvl1pPr>
          </a:lstStyle>
          <a:p>
            <a:pPr>
              <a:defRPr/>
            </a:pPr>
            <a:fld id="{3C05E3E2-4364-4633-A996-4ACFBEBDB5EB}" type="slidenum">
              <a:rPr lang="en-US"/>
              <a:pPr>
                <a:defRPr/>
              </a:pPr>
              <a:t>‹#›</a:t>
            </a:fld>
            <a:endParaRPr lang="en-US"/>
          </a:p>
        </p:txBody>
      </p:sp>
    </p:spTree>
    <p:extLst>
      <p:ext uri="{BB962C8B-B14F-4D97-AF65-F5344CB8AC3E}">
        <p14:creationId xmlns:p14="http://schemas.microsoft.com/office/powerpoint/2010/main" val="3417280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5295" y="1529427"/>
            <a:ext cx="4023354"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4" name="Content Placeholder 3"/>
          <p:cNvSpPr>
            <a:spLocks noGrp="1"/>
          </p:cNvSpPr>
          <p:nvPr>
            <p:ph sz="half" idx="2"/>
          </p:nvPr>
        </p:nvSpPr>
        <p:spPr>
          <a:xfrm>
            <a:off x="455295" y="2166820"/>
            <a:ext cx="4023354"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5671" y="1529427"/>
            <a:ext cx="4024935" cy="637393"/>
          </a:xfrm>
        </p:spPr>
        <p:txBody>
          <a:bodyPr anchor="b"/>
          <a:lstStyle>
            <a:lvl1pPr marL="0" indent="0">
              <a:buNone/>
              <a:defRPr sz="2300" b="1"/>
            </a:lvl1pPr>
            <a:lvl2pPr marL="434660" indent="0">
              <a:buNone/>
              <a:defRPr sz="1900" b="1"/>
            </a:lvl2pPr>
            <a:lvl3pPr marL="869320" indent="0">
              <a:buNone/>
              <a:defRPr sz="1700" b="1"/>
            </a:lvl3pPr>
            <a:lvl4pPr marL="1303980" indent="0">
              <a:buNone/>
              <a:defRPr sz="1500" b="1"/>
            </a:lvl4pPr>
            <a:lvl5pPr marL="1738640" indent="0">
              <a:buNone/>
              <a:defRPr sz="1500" b="1"/>
            </a:lvl5pPr>
            <a:lvl6pPr marL="2173300" indent="0">
              <a:buNone/>
              <a:defRPr sz="1500" b="1"/>
            </a:lvl6pPr>
            <a:lvl7pPr marL="2607960" indent="0">
              <a:buNone/>
              <a:defRPr sz="1500" b="1"/>
            </a:lvl7pPr>
            <a:lvl8pPr marL="3042620" indent="0">
              <a:buNone/>
              <a:defRPr sz="1500" b="1"/>
            </a:lvl8pPr>
            <a:lvl9pPr marL="3477280" indent="0">
              <a:buNone/>
              <a:defRPr sz="1500" b="1"/>
            </a:lvl9pPr>
          </a:lstStyle>
          <a:p>
            <a:pPr lvl="0"/>
            <a:r>
              <a:rPr lang="en-US"/>
              <a:t>Click to edit Master text styles</a:t>
            </a:r>
          </a:p>
        </p:txBody>
      </p:sp>
      <p:sp>
        <p:nvSpPr>
          <p:cNvPr id="6" name="Content Placeholder 5"/>
          <p:cNvSpPr>
            <a:spLocks noGrp="1"/>
          </p:cNvSpPr>
          <p:nvPr>
            <p:ph sz="quarter" idx="4"/>
          </p:nvPr>
        </p:nvSpPr>
        <p:spPr>
          <a:xfrm>
            <a:off x="4625671" y="2166820"/>
            <a:ext cx="4024935" cy="3936654"/>
          </a:xfrm>
        </p:spPr>
        <p:txBody>
          <a:bodyPr/>
          <a:lstStyle>
            <a:lvl1pPr>
              <a:defRPr sz="2300"/>
            </a:lvl1pPr>
            <a:lvl2pPr>
              <a:defRPr sz="1900"/>
            </a:lvl2pPr>
            <a:lvl3pPr>
              <a:defRPr sz="17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p:cNvSpPr>
            <a:spLocks noGrp="1"/>
          </p:cNvSpPr>
          <p:nvPr>
            <p:ph type="dt" sz="half" idx="10"/>
          </p:nvPr>
        </p:nvSpPr>
        <p:spPr/>
        <p:txBody>
          <a:bodyPr/>
          <a:lstStyle>
            <a:lvl1pPr>
              <a:defRPr/>
            </a:lvl1pPr>
          </a:lstStyle>
          <a:p>
            <a:pPr>
              <a:defRPr/>
            </a:pPr>
            <a:fld id="{35D1B8B1-DDF1-48D3-9B4B-D8E8B5AE0B84}" type="datetime1">
              <a:rPr lang="en-US" smtClean="0"/>
              <a:t>2/13/2026</a:t>
            </a:fld>
            <a:endParaRPr lang="en-US"/>
          </a:p>
        </p:txBody>
      </p:sp>
      <p:sp>
        <p:nvSpPr>
          <p:cNvPr id="9" name="Footer Placeholder 7"/>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10" name="Slide Number Placeholder 8"/>
          <p:cNvSpPr>
            <a:spLocks noGrp="1"/>
          </p:cNvSpPr>
          <p:nvPr>
            <p:ph type="sldNum" sz="quarter" idx="12"/>
          </p:nvPr>
        </p:nvSpPr>
        <p:spPr/>
        <p:txBody>
          <a:bodyPr/>
          <a:lstStyle>
            <a:lvl1pPr>
              <a:defRPr/>
            </a:lvl1pPr>
          </a:lstStyle>
          <a:p>
            <a:pPr>
              <a:defRPr/>
            </a:pPr>
            <a:fld id="{ACA978B3-9D9A-4ED8-888E-FD7CF5FBB116}" type="slidenum">
              <a:rPr lang="en-US"/>
              <a:pPr>
                <a:defRPr/>
              </a:pPr>
              <a:t>‹#›</a:t>
            </a:fld>
            <a:endParaRPr lang="en-US"/>
          </a:p>
        </p:txBody>
      </p:sp>
    </p:spTree>
    <p:extLst>
      <p:ext uri="{BB962C8B-B14F-4D97-AF65-F5344CB8AC3E}">
        <p14:creationId xmlns:p14="http://schemas.microsoft.com/office/powerpoint/2010/main" val="97776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p:nvCxnSpPr>
        <p:spPr>
          <a:xfrm>
            <a:off x="426840" y="1352286"/>
            <a:ext cx="8181082" cy="0"/>
          </a:xfrm>
          <a:prstGeom prst="line">
            <a:avLst/>
          </a:prstGeom>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455295" y="215900"/>
            <a:ext cx="8195310" cy="1138767"/>
          </a:xfrm>
        </p:spPr>
        <p:txBody>
          <a:bodyPr/>
          <a:lstStyle/>
          <a:p>
            <a:r>
              <a:rPr lang="en-US"/>
              <a:t>Click to edit Master title style</a:t>
            </a:r>
          </a:p>
        </p:txBody>
      </p:sp>
      <p:sp>
        <p:nvSpPr>
          <p:cNvPr id="4" name="Date Placeholder 2"/>
          <p:cNvSpPr>
            <a:spLocks noGrp="1"/>
          </p:cNvSpPr>
          <p:nvPr>
            <p:ph type="dt" sz="half" idx="10"/>
          </p:nvPr>
        </p:nvSpPr>
        <p:spPr/>
        <p:txBody>
          <a:bodyPr/>
          <a:lstStyle>
            <a:lvl1pPr>
              <a:defRPr/>
            </a:lvl1pPr>
          </a:lstStyle>
          <a:p>
            <a:pPr>
              <a:defRPr/>
            </a:pPr>
            <a:fld id="{2263394E-F1DF-4E4C-9AF2-D2783063BC5C}" type="datetime1">
              <a:rPr lang="en-US" smtClean="0"/>
              <a:t>2/13/2026</a:t>
            </a:fld>
            <a:endParaRPr lang="en-US"/>
          </a:p>
        </p:txBody>
      </p:sp>
      <p:sp>
        <p:nvSpPr>
          <p:cNvPr id="5" name="Footer Placeholder 3"/>
          <p:cNvSpPr>
            <a:spLocks noGrp="1"/>
          </p:cNvSpPr>
          <p:nvPr>
            <p:ph type="ftr" sz="quarter" idx="11"/>
          </p:nvPr>
        </p:nvSpPr>
        <p:spPr>
          <a:xfrm>
            <a:off x="2343150" y="6332809"/>
            <a:ext cx="4343399" cy="363773"/>
          </a:xfrm>
        </p:spPr>
        <p:txBody>
          <a:bodyPr/>
          <a:lstStyle>
            <a:lvl1pPr>
              <a:defRPr/>
            </a:lvl1pPr>
          </a:lstStyle>
          <a:p>
            <a:pPr>
              <a:defRPr/>
            </a:pPr>
            <a:r>
              <a:rPr lang="vi-VN"/>
              <a:t>Bộ môn Công nghệ phần mềm - Khoa CNTT - Trường ĐHCN - ĐHQGHN</a:t>
            </a:r>
            <a:endParaRPr lang="en-US"/>
          </a:p>
        </p:txBody>
      </p:sp>
      <p:sp>
        <p:nvSpPr>
          <p:cNvPr id="6" name="Slide Number Placeholder 4"/>
          <p:cNvSpPr>
            <a:spLocks noGrp="1"/>
          </p:cNvSpPr>
          <p:nvPr>
            <p:ph type="sldNum" sz="quarter" idx="12"/>
          </p:nvPr>
        </p:nvSpPr>
        <p:spPr/>
        <p:txBody>
          <a:bodyPr/>
          <a:lstStyle>
            <a:lvl1pPr>
              <a:defRPr/>
            </a:lvl1pPr>
          </a:lstStyle>
          <a:p>
            <a:pPr>
              <a:defRPr/>
            </a:pPr>
            <a:fld id="{EFF4AC4C-135F-4522-8940-2B69BB186A39}" type="slidenum">
              <a:rPr lang="en-US"/>
              <a:pPr>
                <a:defRPr/>
              </a:pPr>
              <a:t>‹#›</a:t>
            </a:fld>
            <a:endParaRPr lang="en-US"/>
          </a:p>
        </p:txBody>
      </p:sp>
    </p:spTree>
    <p:extLst>
      <p:ext uri="{BB962C8B-B14F-4D97-AF65-F5344CB8AC3E}">
        <p14:creationId xmlns:p14="http://schemas.microsoft.com/office/powerpoint/2010/main" val="3616668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11958A4-12E2-459D-942D-87FECE3D5082}" type="datetime1">
              <a:rPr lang="en-US" smtClean="0"/>
              <a:t>2/13/2026</a:t>
            </a:fld>
            <a:endParaRPr lang="en-US"/>
          </a:p>
        </p:txBody>
      </p:sp>
      <p:sp>
        <p:nvSpPr>
          <p:cNvPr id="3" name="Footer Placeholder 4"/>
          <p:cNvSpPr>
            <a:spLocks noGrp="1"/>
          </p:cNvSpPr>
          <p:nvPr>
            <p:ph type="ftr" sz="quarter" idx="11"/>
          </p:nvPr>
        </p:nvSpPr>
        <p:spPr>
          <a:xfrm>
            <a:off x="2266950" y="6332809"/>
            <a:ext cx="4419599" cy="363773"/>
          </a:xfrm>
        </p:spPr>
        <p:txBody>
          <a:bodyPr/>
          <a:lstStyle>
            <a:lvl1pPr>
              <a:defRPr/>
            </a:lvl1pPr>
          </a:lstStyle>
          <a:p>
            <a:pPr>
              <a:defRPr/>
            </a:pPr>
            <a:r>
              <a:rPr lang="vi-VN"/>
              <a:t>Bộ môn Công nghệ phần mềm - Khoa CNTT - Trường ĐHCN - ĐHQGHN</a:t>
            </a:r>
            <a:endParaRPr lang="en-US"/>
          </a:p>
        </p:txBody>
      </p:sp>
      <p:sp>
        <p:nvSpPr>
          <p:cNvPr id="4" name="Slide Number Placeholder 5"/>
          <p:cNvSpPr>
            <a:spLocks noGrp="1"/>
          </p:cNvSpPr>
          <p:nvPr>
            <p:ph type="sldNum" sz="quarter" idx="12"/>
          </p:nvPr>
        </p:nvSpPr>
        <p:spPr/>
        <p:txBody>
          <a:bodyPr/>
          <a:lstStyle>
            <a:lvl1pPr>
              <a:defRPr/>
            </a:lvl1pPr>
          </a:lstStyle>
          <a:p>
            <a:pPr>
              <a:defRPr/>
            </a:pPr>
            <a:fld id="{DD031BC6-5C94-4CD4-B195-0CCA50D36433}" type="slidenum">
              <a:rPr lang="en-US"/>
              <a:pPr>
                <a:defRPr/>
              </a:pPr>
              <a:t>‹#›</a:t>
            </a:fld>
            <a:endParaRPr lang="en-US"/>
          </a:p>
        </p:txBody>
      </p:sp>
    </p:spTree>
    <p:extLst>
      <p:ext uri="{BB962C8B-B14F-4D97-AF65-F5344CB8AC3E}">
        <p14:creationId xmlns:p14="http://schemas.microsoft.com/office/powerpoint/2010/main" val="1852618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5295" y="272039"/>
            <a:ext cx="2995779" cy="1157746"/>
          </a:xfrm>
        </p:spPr>
        <p:txBody>
          <a:bodyPr anchor="b"/>
          <a:lstStyle>
            <a:lvl1pPr algn="l">
              <a:defRPr sz="1900" b="1"/>
            </a:lvl1pPr>
          </a:lstStyle>
          <a:p>
            <a:r>
              <a:rPr lang="en-US"/>
              <a:t>Click to edit Master title style</a:t>
            </a:r>
          </a:p>
        </p:txBody>
      </p:sp>
      <p:sp>
        <p:nvSpPr>
          <p:cNvPr id="3" name="Content Placeholder 2"/>
          <p:cNvSpPr>
            <a:spLocks noGrp="1"/>
          </p:cNvSpPr>
          <p:nvPr>
            <p:ph idx="1"/>
          </p:nvPr>
        </p:nvSpPr>
        <p:spPr>
          <a:xfrm>
            <a:off x="3560155" y="272040"/>
            <a:ext cx="5090451" cy="5831435"/>
          </a:xfrm>
        </p:spPr>
        <p:txBody>
          <a:bodyPr/>
          <a:lstStyle>
            <a:lvl1pPr>
              <a:defRPr sz="3000"/>
            </a:lvl1pPr>
            <a:lvl2pPr>
              <a:defRPr sz="2700"/>
            </a:lvl2pPr>
            <a:lvl3pPr>
              <a:defRPr sz="23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5295" y="1429786"/>
            <a:ext cx="2995779" cy="4673689"/>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EE86AB2-C284-4EF6-9A4F-ED7957A4238F}"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F0F41CBC-9904-4263-9153-B1006F3BD479}" type="slidenum">
              <a:rPr lang="en-US"/>
              <a:pPr>
                <a:defRPr/>
              </a:pPr>
              <a:t>‹#›</a:t>
            </a:fld>
            <a:endParaRPr lang="en-US"/>
          </a:p>
        </p:txBody>
      </p:sp>
    </p:spTree>
    <p:extLst>
      <p:ext uri="{BB962C8B-B14F-4D97-AF65-F5344CB8AC3E}">
        <p14:creationId xmlns:p14="http://schemas.microsoft.com/office/powerpoint/2010/main" val="4001159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84820" y="4782820"/>
            <a:ext cx="5463540" cy="564639"/>
          </a:xfrm>
        </p:spPr>
        <p:txBody>
          <a:bodyPr anchor="b"/>
          <a:lstStyle>
            <a:lvl1pPr algn="l">
              <a:defRPr sz="1900" b="1"/>
            </a:lvl1pPr>
          </a:lstStyle>
          <a:p>
            <a:r>
              <a:rPr lang="en-US"/>
              <a:t>Click to edit Master title style</a:t>
            </a:r>
          </a:p>
        </p:txBody>
      </p:sp>
      <p:sp>
        <p:nvSpPr>
          <p:cNvPr id="3" name="Picture Placeholder 2"/>
          <p:cNvSpPr>
            <a:spLocks noGrp="1"/>
          </p:cNvSpPr>
          <p:nvPr>
            <p:ph type="pic" idx="1"/>
          </p:nvPr>
        </p:nvSpPr>
        <p:spPr>
          <a:xfrm>
            <a:off x="1784820" y="610505"/>
            <a:ext cx="5463540" cy="4099560"/>
          </a:xfrm>
        </p:spPr>
        <p:txBody>
          <a:bodyPr rtlCol="0">
            <a:normAutofit/>
          </a:bodyPr>
          <a:lstStyle>
            <a:lvl1pPr marL="0" indent="0">
              <a:buNone/>
              <a:defRPr sz="3000"/>
            </a:lvl1pPr>
            <a:lvl2pPr marL="434660" indent="0">
              <a:buNone/>
              <a:defRPr sz="2700"/>
            </a:lvl2pPr>
            <a:lvl3pPr marL="869320" indent="0">
              <a:buNone/>
              <a:defRPr sz="2300"/>
            </a:lvl3pPr>
            <a:lvl4pPr marL="1303980" indent="0">
              <a:buNone/>
              <a:defRPr sz="1900"/>
            </a:lvl4pPr>
            <a:lvl5pPr marL="1738640" indent="0">
              <a:buNone/>
              <a:defRPr sz="1900"/>
            </a:lvl5pPr>
            <a:lvl6pPr marL="2173300" indent="0">
              <a:buNone/>
              <a:defRPr sz="1900"/>
            </a:lvl6pPr>
            <a:lvl7pPr marL="2607960" indent="0">
              <a:buNone/>
              <a:defRPr sz="1900"/>
            </a:lvl7pPr>
            <a:lvl8pPr marL="3042620" indent="0">
              <a:buNone/>
              <a:defRPr sz="1900"/>
            </a:lvl8pPr>
            <a:lvl9pPr marL="3477280" indent="0">
              <a:buNone/>
              <a:defRPr sz="1900"/>
            </a:lvl9pPr>
          </a:lstStyle>
          <a:p>
            <a:pPr lvl="0"/>
            <a:r>
              <a:rPr lang="en-US" noProof="0"/>
              <a:t>Click icon to add picture</a:t>
            </a:r>
          </a:p>
        </p:txBody>
      </p:sp>
      <p:sp>
        <p:nvSpPr>
          <p:cNvPr id="4" name="Text Placeholder 3"/>
          <p:cNvSpPr>
            <a:spLocks noGrp="1"/>
          </p:cNvSpPr>
          <p:nvPr>
            <p:ph type="body" sz="half" idx="2"/>
          </p:nvPr>
        </p:nvSpPr>
        <p:spPr>
          <a:xfrm>
            <a:off x="1784820" y="5347459"/>
            <a:ext cx="5463540" cy="801881"/>
          </a:xfrm>
        </p:spPr>
        <p:txBody>
          <a:bodyPr/>
          <a:lstStyle>
            <a:lvl1pPr marL="0" indent="0">
              <a:buNone/>
              <a:defRPr sz="1300"/>
            </a:lvl1pPr>
            <a:lvl2pPr marL="434660" indent="0">
              <a:buNone/>
              <a:defRPr sz="1100"/>
            </a:lvl2pPr>
            <a:lvl3pPr marL="869320" indent="0">
              <a:buNone/>
              <a:defRPr sz="1000"/>
            </a:lvl3pPr>
            <a:lvl4pPr marL="1303980" indent="0">
              <a:buNone/>
              <a:defRPr sz="900"/>
            </a:lvl4pPr>
            <a:lvl5pPr marL="1738640" indent="0">
              <a:buNone/>
              <a:defRPr sz="900"/>
            </a:lvl5pPr>
            <a:lvl6pPr marL="2173300" indent="0">
              <a:buNone/>
              <a:defRPr sz="900"/>
            </a:lvl6pPr>
            <a:lvl7pPr marL="2607960" indent="0">
              <a:buNone/>
              <a:defRPr sz="900"/>
            </a:lvl7pPr>
            <a:lvl8pPr marL="3042620" indent="0">
              <a:buNone/>
              <a:defRPr sz="900"/>
            </a:lvl8pPr>
            <a:lvl9pPr marL="347728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45804870-CCD6-493C-85E3-BD11FD7C5F9E}" type="datetime1">
              <a:rPr lang="en-US" smtClean="0"/>
              <a:t>2/13/2026</a:t>
            </a:fld>
            <a:endParaRPr lang="en-US"/>
          </a:p>
        </p:txBody>
      </p:sp>
      <p:sp>
        <p:nvSpPr>
          <p:cNvPr id="6"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7" name="Slide Number Placeholder 5"/>
          <p:cNvSpPr>
            <a:spLocks noGrp="1"/>
          </p:cNvSpPr>
          <p:nvPr>
            <p:ph type="sldNum" sz="quarter" idx="12"/>
          </p:nvPr>
        </p:nvSpPr>
        <p:spPr/>
        <p:txBody>
          <a:bodyPr/>
          <a:lstStyle>
            <a:lvl1pPr>
              <a:defRPr/>
            </a:lvl1pPr>
          </a:lstStyle>
          <a:p>
            <a:pPr>
              <a:defRPr/>
            </a:pPr>
            <a:fld id="{E69F4961-C020-4071-8C36-0E057DC90EEA}" type="slidenum">
              <a:rPr lang="en-US"/>
              <a:pPr>
                <a:defRPr/>
              </a:pPr>
              <a:t>‹#›</a:t>
            </a:fld>
            <a:endParaRPr lang="en-US"/>
          </a:p>
        </p:txBody>
      </p:sp>
    </p:spTree>
    <p:extLst>
      <p:ext uri="{BB962C8B-B14F-4D97-AF65-F5344CB8AC3E}">
        <p14:creationId xmlns:p14="http://schemas.microsoft.com/office/powerpoint/2010/main" val="1170367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6DCA622-37BD-4FFA-B689-6ABA2E2BA156}"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06BE2097-9A97-4296-A839-7902B94E4460}" type="slidenum">
              <a:rPr lang="en-US"/>
              <a:pPr>
                <a:defRPr/>
              </a:pPr>
              <a:t>‹#›</a:t>
            </a:fld>
            <a:endParaRPr lang="en-US"/>
          </a:p>
        </p:txBody>
      </p:sp>
    </p:spTree>
    <p:extLst>
      <p:ext uri="{BB962C8B-B14F-4D97-AF65-F5344CB8AC3E}">
        <p14:creationId xmlns:p14="http://schemas.microsoft.com/office/powerpoint/2010/main" val="2020063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01777" y="273622"/>
            <a:ext cx="2048828" cy="582985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5295" y="273622"/>
            <a:ext cx="5994718" cy="5829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83C17A0-63C8-474B-8DB4-3677A5F42550}" type="datetime1">
              <a:rPr lang="en-US" smtClean="0"/>
              <a:t>2/13/2026</a:t>
            </a:fld>
            <a:endParaRPr lang="en-US"/>
          </a:p>
        </p:txBody>
      </p:sp>
      <p:sp>
        <p:nvSpPr>
          <p:cNvPr id="5" name="Footer Placeholder 4"/>
          <p:cNvSpPr>
            <a:spLocks noGrp="1"/>
          </p:cNvSpPr>
          <p:nvPr>
            <p:ph type="ftr" sz="quarter" idx="11"/>
          </p:nvPr>
        </p:nvSpPr>
        <p:spPr/>
        <p:txBody>
          <a:bodyPr/>
          <a:lstStyle>
            <a:lvl1pPr>
              <a:defRPr/>
            </a:lvl1pPr>
          </a:lstStyle>
          <a:p>
            <a:pPr>
              <a:defRPr/>
            </a:pPr>
            <a:r>
              <a:rPr lang="vi-VN"/>
              <a:t>Bộ môn Công nghệ phần mềm - Khoa CNTT - Trường ĐHCN - ĐHQGHN</a:t>
            </a:r>
            <a:endParaRPr lang="en-US"/>
          </a:p>
        </p:txBody>
      </p:sp>
      <p:sp>
        <p:nvSpPr>
          <p:cNvPr id="6" name="Slide Number Placeholder 5"/>
          <p:cNvSpPr>
            <a:spLocks noGrp="1"/>
          </p:cNvSpPr>
          <p:nvPr>
            <p:ph type="sldNum" sz="quarter" idx="12"/>
          </p:nvPr>
        </p:nvSpPr>
        <p:spPr/>
        <p:txBody>
          <a:bodyPr/>
          <a:lstStyle>
            <a:lvl1pPr>
              <a:defRPr/>
            </a:lvl1pPr>
          </a:lstStyle>
          <a:p>
            <a:pPr>
              <a:defRPr/>
            </a:pPr>
            <a:fld id="{609E2E0B-A0B9-4072-B062-59BFD7EFAF68}" type="slidenum">
              <a:rPr lang="en-US"/>
              <a:pPr>
                <a:defRPr/>
              </a:pPr>
              <a:t>‹#›</a:t>
            </a:fld>
            <a:endParaRPr lang="en-US"/>
          </a:p>
        </p:txBody>
      </p:sp>
    </p:spTree>
    <p:extLst>
      <p:ext uri="{BB962C8B-B14F-4D97-AF65-F5344CB8AC3E}">
        <p14:creationId xmlns:p14="http://schemas.microsoft.com/office/powerpoint/2010/main" val="4347129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67134" y="305255"/>
            <a:ext cx="7771633" cy="914177"/>
          </a:xfrm>
        </p:spPr>
        <p:txBody>
          <a:bodyPr/>
          <a:lstStyle/>
          <a:p>
            <a:r>
              <a:rPr lang="en-US"/>
              <a:t>Click to edit Master title style</a:t>
            </a:r>
          </a:p>
        </p:txBody>
      </p:sp>
      <p:sp>
        <p:nvSpPr>
          <p:cNvPr id="3" name="Text Placeholder 2"/>
          <p:cNvSpPr>
            <a:spLocks noGrp="1"/>
          </p:cNvSpPr>
          <p:nvPr>
            <p:ph type="body" sz="half" idx="1"/>
          </p:nvPr>
        </p:nvSpPr>
        <p:spPr>
          <a:xfrm>
            <a:off x="986473"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48171" y="1670193"/>
            <a:ext cx="3809934" cy="4115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133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098" name="Title Placeholder 1"/>
          <p:cNvSpPr>
            <a:spLocks noGrp="1"/>
          </p:cNvSpPr>
          <p:nvPr>
            <p:ph type="title"/>
          </p:nvPr>
        </p:nvSpPr>
        <p:spPr bwMode="auto">
          <a:xfrm>
            <a:off x="455295" y="273621"/>
            <a:ext cx="8195310" cy="1138767"/>
          </a:xfrm>
          <a:prstGeom prst="rect">
            <a:avLst/>
          </a:prstGeom>
          <a:noFill/>
          <a:ln w="9525">
            <a:noFill/>
            <a:miter lim="800000"/>
            <a:headEnd/>
            <a:tailEnd/>
          </a:ln>
        </p:spPr>
        <p:txBody>
          <a:bodyPr vert="horz" wrap="square" lIns="86932" tIns="43466" rIns="86932" bIns="43466" numCol="1" anchor="ctr" anchorCtr="0" compatLnSpc="1">
            <a:prstTxWarp prst="textNoShape">
              <a:avLst/>
            </a:prstTxWarp>
          </a:bodyPr>
          <a:lstStyle/>
          <a:p>
            <a:pPr lvl="0"/>
            <a:r>
              <a:rPr lang="en-US"/>
              <a:t>Click to edit Master title style</a:t>
            </a:r>
          </a:p>
        </p:txBody>
      </p:sp>
      <p:sp>
        <p:nvSpPr>
          <p:cNvPr id="4099" name="Text Placeholder 2"/>
          <p:cNvSpPr>
            <a:spLocks noGrp="1"/>
          </p:cNvSpPr>
          <p:nvPr>
            <p:ph type="body" idx="1"/>
          </p:nvPr>
        </p:nvSpPr>
        <p:spPr bwMode="auto">
          <a:xfrm>
            <a:off x="455295" y="1594275"/>
            <a:ext cx="8195310" cy="4509200"/>
          </a:xfrm>
          <a:prstGeom prst="rect">
            <a:avLst/>
          </a:prstGeom>
          <a:noFill/>
          <a:ln w="9525">
            <a:noFill/>
            <a:miter lim="800000"/>
            <a:headEnd/>
            <a:tailEnd/>
          </a:ln>
        </p:spPr>
        <p:txBody>
          <a:bodyPr vert="horz" wrap="square" lIns="86932" tIns="43466" rIns="86932" bIns="4346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5295" y="6332809"/>
            <a:ext cx="2124710" cy="363773"/>
          </a:xfrm>
          <a:prstGeom prst="rect">
            <a:avLst/>
          </a:prstGeom>
        </p:spPr>
        <p:txBody>
          <a:bodyPr vert="horz" lIns="86932" tIns="43466" rIns="86932" bIns="43466" rtlCol="0" anchor="ctr"/>
          <a:lstStyle>
            <a:lvl1pPr algn="l">
              <a:defRPr sz="1100" smtClean="0">
                <a:solidFill>
                  <a:schemeClr val="tx1">
                    <a:tint val="75000"/>
                  </a:schemeClr>
                </a:solidFill>
                <a:latin typeface="Calibri" panose="020F0502020204030204" pitchFamily="34" charset="0"/>
              </a:defRPr>
            </a:lvl1pPr>
          </a:lstStyle>
          <a:p>
            <a:pPr>
              <a:defRPr/>
            </a:pPr>
            <a:fld id="{4AF1E1A2-F633-436F-AFDA-DE914AF68904}" type="datetime1">
              <a:rPr lang="en-US" smtClean="0"/>
              <a:t>2/13/2026</a:t>
            </a:fld>
            <a:endParaRPr lang="en-US" dirty="0"/>
          </a:p>
        </p:txBody>
      </p:sp>
      <p:sp>
        <p:nvSpPr>
          <p:cNvPr id="5" name="Footer Placeholder 4"/>
          <p:cNvSpPr>
            <a:spLocks noGrp="1"/>
          </p:cNvSpPr>
          <p:nvPr>
            <p:ph type="ftr" sz="quarter" idx="3"/>
          </p:nvPr>
        </p:nvSpPr>
        <p:spPr>
          <a:xfrm>
            <a:off x="2190750" y="6332809"/>
            <a:ext cx="4495799" cy="363773"/>
          </a:xfrm>
          <a:prstGeom prst="rect">
            <a:avLst/>
          </a:prstGeom>
        </p:spPr>
        <p:txBody>
          <a:bodyPr vert="horz" lIns="86932" tIns="43466" rIns="86932" bIns="43466" rtlCol="0" anchor="ctr"/>
          <a:lstStyle>
            <a:lvl1pPr algn="ctr">
              <a:defRPr sz="1100">
                <a:solidFill>
                  <a:schemeClr val="tx1">
                    <a:tint val="75000"/>
                  </a:schemeClr>
                </a:solidFill>
                <a:latin typeface="Calibri" panose="020F0502020204030204" pitchFamily="34" charset="0"/>
              </a:defRPr>
            </a:lvl1pPr>
          </a:lstStyle>
          <a:p>
            <a:pPr>
              <a:defRPr/>
            </a:pPr>
            <a:r>
              <a:rPr lang="vi-VN"/>
              <a:t>Bộ môn Công nghệ phần mềm - Khoa CNTT - Trường ĐHCN - ĐHQGHN</a:t>
            </a:r>
            <a:endParaRPr lang="en-US" dirty="0"/>
          </a:p>
        </p:txBody>
      </p:sp>
      <p:sp>
        <p:nvSpPr>
          <p:cNvPr id="6" name="Slide Number Placeholder 5"/>
          <p:cNvSpPr>
            <a:spLocks noGrp="1"/>
          </p:cNvSpPr>
          <p:nvPr>
            <p:ph type="sldNum" sz="quarter" idx="4"/>
          </p:nvPr>
        </p:nvSpPr>
        <p:spPr>
          <a:xfrm>
            <a:off x="6525895" y="6332809"/>
            <a:ext cx="2124710" cy="363773"/>
          </a:xfrm>
          <a:prstGeom prst="rect">
            <a:avLst/>
          </a:prstGeom>
        </p:spPr>
        <p:txBody>
          <a:bodyPr vert="horz" lIns="86932" tIns="43466" rIns="86932" bIns="43466" rtlCol="0" anchor="ctr"/>
          <a:lstStyle>
            <a:lvl1pPr algn="r">
              <a:defRPr sz="1100" smtClean="0">
                <a:solidFill>
                  <a:schemeClr val="tx1">
                    <a:tint val="75000"/>
                  </a:schemeClr>
                </a:solidFill>
                <a:latin typeface="Calibri" panose="020F0502020204030204" pitchFamily="34" charset="0"/>
              </a:defRPr>
            </a:lvl1pPr>
          </a:lstStyle>
          <a:p>
            <a:pPr>
              <a:defRPr/>
            </a:pPr>
            <a:fld id="{DB8533C3-56C4-45CF-801B-3778A560EFB2}" type="slidenum">
              <a:rPr lang="en-US" smtClean="0"/>
              <a:pPr>
                <a:defRPr/>
              </a:pPr>
              <a:t>‹#›</a:t>
            </a:fld>
            <a:endParaRPr lang="en-US" dirty="0"/>
          </a:p>
        </p:txBody>
      </p:sp>
    </p:spTree>
    <p:extLst>
      <p:ext uri="{BB962C8B-B14F-4D97-AF65-F5344CB8AC3E}">
        <p14:creationId xmlns:p14="http://schemas.microsoft.com/office/powerpoint/2010/main" val="333224579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dt="0"/>
  <p:txStyles>
    <p:titleStyle>
      <a:lvl1pPr algn="ctr" rtl="0" eaLnBrk="1" fontAlgn="base" hangingPunct="1">
        <a:spcBef>
          <a:spcPct val="0"/>
        </a:spcBef>
        <a:spcAft>
          <a:spcPct val="0"/>
        </a:spcAft>
        <a:defRPr sz="4200" kern="1200">
          <a:solidFill>
            <a:srgbClr val="0070C0"/>
          </a:solidFill>
          <a:latin typeface="+mj-lt"/>
          <a:ea typeface="+mj-ea"/>
          <a:cs typeface="+mj-cs"/>
        </a:defRPr>
      </a:lvl1pPr>
      <a:lvl2pPr algn="ctr" rtl="0" eaLnBrk="1" fontAlgn="base" hangingPunct="1">
        <a:spcBef>
          <a:spcPct val="0"/>
        </a:spcBef>
        <a:spcAft>
          <a:spcPct val="0"/>
        </a:spcAft>
        <a:defRPr sz="4200">
          <a:solidFill>
            <a:srgbClr val="B0105C"/>
          </a:solidFill>
          <a:latin typeface="Calibri" pitchFamily="34" charset="0"/>
        </a:defRPr>
      </a:lvl2pPr>
      <a:lvl3pPr algn="ctr" rtl="0" eaLnBrk="1" fontAlgn="base" hangingPunct="1">
        <a:spcBef>
          <a:spcPct val="0"/>
        </a:spcBef>
        <a:spcAft>
          <a:spcPct val="0"/>
        </a:spcAft>
        <a:defRPr sz="4200">
          <a:solidFill>
            <a:srgbClr val="B0105C"/>
          </a:solidFill>
          <a:latin typeface="Calibri" pitchFamily="34" charset="0"/>
        </a:defRPr>
      </a:lvl3pPr>
      <a:lvl4pPr algn="ctr" rtl="0" eaLnBrk="1" fontAlgn="base" hangingPunct="1">
        <a:spcBef>
          <a:spcPct val="0"/>
        </a:spcBef>
        <a:spcAft>
          <a:spcPct val="0"/>
        </a:spcAft>
        <a:defRPr sz="4200">
          <a:solidFill>
            <a:srgbClr val="B0105C"/>
          </a:solidFill>
          <a:latin typeface="Calibri" pitchFamily="34" charset="0"/>
        </a:defRPr>
      </a:lvl4pPr>
      <a:lvl5pPr algn="ctr" rtl="0" eaLnBrk="1" fontAlgn="base" hangingPunct="1">
        <a:spcBef>
          <a:spcPct val="0"/>
        </a:spcBef>
        <a:spcAft>
          <a:spcPct val="0"/>
        </a:spcAft>
        <a:defRPr sz="4200">
          <a:solidFill>
            <a:srgbClr val="B0105C"/>
          </a:solidFill>
          <a:latin typeface="Calibri" pitchFamily="34" charset="0"/>
        </a:defRPr>
      </a:lvl5pPr>
      <a:lvl6pPr marL="434660" algn="ctr" rtl="0" eaLnBrk="1" fontAlgn="base" hangingPunct="1">
        <a:spcBef>
          <a:spcPct val="0"/>
        </a:spcBef>
        <a:spcAft>
          <a:spcPct val="0"/>
        </a:spcAft>
        <a:defRPr sz="4200">
          <a:solidFill>
            <a:srgbClr val="B0105C"/>
          </a:solidFill>
          <a:latin typeface="Calibri" pitchFamily="34" charset="0"/>
        </a:defRPr>
      </a:lvl6pPr>
      <a:lvl7pPr marL="869320" algn="ctr" rtl="0" eaLnBrk="1" fontAlgn="base" hangingPunct="1">
        <a:spcBef>
          <a:spcPct val="0"/>
        </a:spcBef>
        <a:spcAft>
          <a:spcPct val="0"/>
        </a:spcAft>
        <a:defRPr sz="4200">
          <a:solidFill>
            <a:srgbClr val="B0105C"/>
          </a:solidFill>
          <a:latin typeface="Calibri" pitchFamily="34" charset="0"/>
        </a:defRPr>
      </a:lvl7pPr>
      <a:lvl8pPr marL="1303980" algn="ctr" rtl="0" eaLnBrk="1" fontAlgn="base" hangingPunct="1">
        <a:spcBef>
          <a:spcPct val="0"/>
        </a:spcBef>
        <a:spcAft>
          <a:spcPct val="0"/>
        </a:spcAft>
        <a:defRPr sz="4200">
          <a:solidFill>
            <a:srgbClr val="B0105C"/>
          </a:solidFill>
          <a:latin typeface="Calibri" pitchFamily="34" charset="0"/>
        </a:defRPr>
      </a:lvl8pPr>
      <a:lvl9pPr marL="1738640" algn="ctr" rtl="0" eaLnBrk="1" fontAlgn="base" hangingPunct="1">
        <a:spcBef>
          <a:spcPct val="0"/>
        </a:spcBef>
        <a:spcAft>
          <a:spcPct val="0"/>
        </a:spcAft>
        <a:defRPr sz="4200">
          <a:solidFill>
            <a:srgbClr val="B0105C"/>
          </a:solidFill>
          <a:latin typeface="Calibri" pitchFamily="34" charset="0"/>
        </a:defRPr>
      </a:lvl9pPr>
    </p:titleStyle>
    <p:bodyStyle>
      <a:lvl1pPr marL="325995" indent="-325995" algn="l" rtl="0" eaLnBrk="1" fontAlgn="base" hangingPunct="1">
        <a:spcBef>
          <a:spcPct val="20000"/>
        </a:spcBef>
        <a:spcAft>
          <a:spcPct val="0"/>
        </a:spcAft>
        <a:buFont typeface="Arial" charset="0"/>
        <a:buChar char="•"/>
        <a:defRPr sz="3000" kern="1200">
          <a:solidFill>
            <a:schemeClr val="tx1"/>
          </a:solidFill>
          <a:latin typeface="+mn-lt"/>
          <a:ea typeface="+mn-ea"/>
          <a:cs typeface="+mn-cs"/>
        </a:defRPr>
      </a:lvl1pPr>
      <a:lvl2pPr marL="706323" indent="-271663" algn="l" rtl="0" eaLnBrk="1" fontAlgn="base" hangingPunct="1">
        <a:spcBef>
          <a:spcPct val="20000"/>
        </a:spcBef>
        <a:spcAft>
          <a:spcPct val="0"/>
        </a:spcAft>
        <a:buFont typeface="Arial" charset="0"/>
        <a:buChar char="–"/>
        <a:defRPr sz="2700" kern="1200">
          <a:solidFill>
            <a:schemeClr val="accent2">
              <a:lumMod val="50000"/>
            </a:schemeClr>
          </a:solidFill>
          <a:latin typeface="+mn-lt"/>
          <a:ea typeface="+mn-ea"/>
          <a:cs typeface="+mn-cs"/>
        </a:defRPr>
      </a:lvl2pPr>
      <a:lvl3pPr marL="1086650" indent="-217330" algn="l" rtl="0" eaLnBrk="1" fontAlgn="base" hangingPunct="1">
        <a:spcBef>
          <a:spcPct val="20000"/>
        </a:spcBef>
        <a:spcAft>
          <a:spcPct val="0"/>
        </a:spcAft>
        <a:buFont typeface="Arial" charset="0"/>
        <a:buChar char="•"/>
        <a:defRPr sz="2300" kern="1200">
          <a:solidFill>
            <a:schemeClr val="tx1"/>
          </a:solidFill>
          <a:latin typeface="+mn-lt"/>
          <a:ea typeface="+mn-ea"/>
          <a:cs typeface="+mn-cs"/>
        </a:defRPr>
      </a:lvl3pPr>
      <a:lvl4pPr marL="152131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4pPr>
      <a:lvl5pPr marL="1955970" indent="-217330" algn="l" rtl="0" eaLnBrk="1" fontAlgn="base" hangingPunct="1">
        <a:spcBef>
          <a:spcPct val="20000"/>
        </a:spcBef>
        <a:spcAft>
          <a:spcPct val="0"/>
        </a:spcAft>
        <a:buFont typeface="Arial" charset="0"/>
        <a:buChar char="»"/>
        <a:defRPr sz="1900" kern="1200">
          <a:solidFill>
            <a:schemeClr val="tx1"/>
          </a:solidFill>
          <a:latin typeface="+mn-lt"/>
          <a:ea typeface="+mn-ea"/>
          <a:cs typeface="+mn-cs"/>
        </a:defRPr>
      </a:lvl5pPr>
      <a:lvl6pPr marL="239063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6pPr>
      <a:lvl7pPr marL="282529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7pPr>
      <a:lvl8pPr marL="325995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8pPr>
      <a:lvl9pPr marL="3694610" indent="-217330" algn="l" defTabSz="869320" rtl="0" eaLnBrk="1" latinLnBrk="0" hangingPunct="1">
        <a:spcBef>
          <a:spcPct val="20000"/>
        </a:spcBef>
        <a:buFont typeface="Arial" pitchFamily="34" charset="0"/>
        <a:buChar char="•"/>
        <a:defRPr sz="1900" kern="1200">
          <a:solidFill>
            <a:schemeClr val="tx1"/>
          </a:solidFill>
          <a:latin typeface="+mn-lt"/>
          <a:ea typeface="+mn-ea"/>
          <a:cs typeface="+mn-cs"/>
        </a:defRPr>
      </a:lvl9pPr>
    </p:bodyStyle>
    <p:otherStyle>
      <a:defPPr>
        <a:defRPr lang="en-US"/>
      </a:defPPr>
      <a:lvl1pPr marL="0" algn="l" defTabSz="869320" rtl="0" eaLnBrk="1" latinLnBrk="0" hangingPunct="1">
        <a:defRPr sz="1700" kern="1200">
          <a:solidFill>
            <a:schemeClr val="tx1"/>
          </a:solidFill>
          <a:latin typeface="+mn-lt"/>
          <a:ea typeface="+mn-ea"/>
          <a:cs typeface="+mn-cs"/>
        </a:defRPr>
      </a:lvl1pPr>
      <a:lvl2pPr marL="434660" algn="l" defTabSz="869320" rtl="0" eaLnBrk="1" latinLnBrk="0" hangingPunct="1">
        <a:defRPr sz="1700" kern="1200">
          <a:solidFill>
            <a:schemeClr val="tx1"/>
          </a:solidFill>
          <a:latin typeface="+mn-lt"/>
          <a:ea typeface="+mn-ea"/>
          <a:cs typeface="+mn-cs"/>
        </a:defRPr>
      </a:lvl2pPr>
      <a:lvl3pPr marL="869320" algn="l" defTabSz="869320" rtl="0" eaLnBrk="1" latinLnBrk="0" hangingPunct="1">
        <a:defRPr sz="1700" kern="1200">
          <a:solidFill>
            <a:schemeClr val="tx1"/>
          </a:solidFill>
          <a:latin typeface="+mn-lt"/>
          <a:ea typeface="+mn-ea"/>
          <a:cs typeface="+mn-cs"/>
        </a:defRPr>
      </a:lvl3pPr>
      <a:lvl4pPr marL="1303980" algn="l" defTabSz="869320" rtl="0" eaLnBrk="1" latinLnBrk="0" hangingPunct="1">
        <a:defRPr sz="1700" kern="1200">
          <a:solidFill>
            <a:schemeClr val="tx1"/>
          </a:solidFill>
          <a:latin typeface="+mn-lt"/>
          <a:ea typeface="+mn-ea"/>
          <a:cs typeface="+mn-cs"/>
        </a:defRPr>
      </a:lvl4pPr>
      <a:lvl5pPr marL="1738640" algn="l" defTabSz="869320" rtl="0" eaLnBrk="1" latinLnBrk="0" hangingPunct="1">
        <a:defRPr sz="1700" kern="1200">
          <a:solidFill>
            <a:schemeClr val="tx1"/>
          </a:solidFill>
          <a:latin typeface="+mn-lt"/>
          <a:ea typeface="+mn-ea"/>
          <a:cs typeface="+mn-cs"/>
        </a:defRPr>
      </a:lvl5pPr>
      <a:lvl6pPr marL="2173300" algn="l" defTabSz="869320" rtl="0" eaLnBrk="1" latinLnBrk="0" hangingPunct="1">
        <a:defRPr sz="1700" kern="1200">
          <a:solidFill>
            <a:schemeClr val="tx1"/>
          </a:solidFill>
          <a:latin typeface="+mn-lt"/>
          <a:ea typeface="+mn-ea"/>
          <a:cs typeface="+mn-cs"/>
        </a:defRPr>
      </a:lvl6pPr>
      <a:lvl7pPr marL="2607960" algn="l" defTabSz="869320" rtl="0" eaLnBrk="1" latinLnBrk="0" hangingPunct="1">
        <a:defRPr sz="1700" kern="1200">
          <a:solidFill>
            <a:schemeClr val="tx1"/>
          </a:solidFill>
          <a:latin typeface="+mn-lt"/>
          <a:ea typeface="+mn-ea"/>
          <a:cs typeface="+mn-cs"/>
        </a:defRPr>
      </a:lvl7pPr>
      <a:lvl8pPr marL="3042620" algn="l" defTabSz="869320" rtl="0" eaLnBrk="1" latinLnBrk="0" hangingPunct="1">
        <a:defRPr sz="1700" kern="1200">
          <a:solidFill>
            <a:schemeClr val="tx1"/>
          </a:solidFill>
          <a:latin typeface="+mn-lt"/>
          <a:ea typeface="+mn-ea"/>
          <a:cs typeface="+mn-cs"/>
        </a:defRPr>
      </a:lvl8pPr>
      <a:lvl9pPr marL="3477280" algn="l" defTabSz="869320" rtl="0" eaLnBrk="1" latinLnBrk="0" hangingPunct="1">
        <a:defRPr sz="1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p:txBody>
          <a:bodyPr/>
          <a:lstStyle/>
          <a:p>
            <a:r>
              <a:rPr lang="en-US"/>
              <a:t>Công nghệ phần mềm</a:t>
            </a:r>
            <a:endParaRPr lang="en-GB" dirty="0"/>
          </a:p>
        </p:txBody>
      </p:sp>
      <p:sp>
        <p:nvSpPr>
          <p:cNvPr id="5" name="Subtitle 4"/>
          <p:cNvSpPr>
            <a:spLocks noGrp="1"/>
          </p:cNvSpPr>
          <p:nvPr>
            <p:ph type="subTitle" idx="1"/>
          </p:nvPr>
        </p:nvSpPr>
        <p:spPr/>
        <p:txBody>
          <a:bodyPr/>
          <a:lstStyle/>
          <a:p>
            <a:r>
              <a:rPr lang="en-GB" dirty="0" err="1"/>
              <a:t>Các</a:t>
            </a:r>
            <a:r>
              <a:rPr lang="en-GB" dirty="0"/>
              <a:t> </a:t>
            </a:r>
            <a:r>
              <a:rPr lang="en-GB" dirty="0" err="1"/>
              <a:t>khái</a:t>
            </a:r>
            <a:r>
              <a:rPr lang="en-GB" dirty="0"/>
              <a:t> </a:t>
            </a:r>
            <a:r>
              <a:rPr lang="en-GB" dirty="0" err="1"/>
              <a:t>niệm</a:t>
            </a:r>
            <a:r>
              <a:rPr lang="en-GB" dirty="0"/>
              <a:t> </a:t>
            </a:r>
            <a:r>
              <a:rPr lang="en-GB" dirty="0" err="1"/>
              <a:t>cơ</a:t>
            </a:r>
            <a:r>
              <a:rPr lang="en-GB" dirty="0"/>
              <a:t> </a:t>
            </a:r>
            <a:r>
              <a:rPr lang="en-GB" dirty="0" err="1"/>
              <a:t>bản</a:t>
            </a:r>
            <a:endParaRPr lang="en-GB" dirty="0"/>
          </a:p>
        </p:txBody>
      </p:sp>
      <p:pic>
        <p:nvPicPr>
          <p:cNvPr id="4" name="Picture 4" descr="C:\Users\hoangta\AppData\Local\Microsoft\Windows\Temporary Internet Files\Content.IE5\E9MDPTKA\MCBD06929_0000[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52750" y="5192368"/>
            <a:ext cx="3795713" cy="1094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7" tIns="44450" rIns="90487" bIns="44450"/>
          <a:lstStyle/>
          <a:p>
            <a:r>
              <a:rPr lang="en-GB"/>
              <a:t>Nội dung</a:t>
            </a:r>
          </a:p>
        </p:txBody>
      </p:sp>
      <p:sp>
        <p:nvSpPr>
          <p:cNvPr id="6147" name="Rectangle 3"/>
          <p:cNvSpPr>
            <a:spLocks noGrp="1" noChangeArrowheads="1"/>
          </p:cNvSpPr>
          <p:nvPr>
            <p:ph idx="1"/>
          </p:nvPr>
        </p:nvSpPr>
        <p:spPr>
          <a:noFill/>
          <a:ln/>
        </p:spPr>
        <p:txBody>
          <a:bodyPr lIns="90487" tIns="44450" rIns="90487" bIns="44450">
            <a:normAutofit/>
          </a:bodyPr>
          <a:lstStyle/>
          <a:p>
            <a:pPr>
              <a:lnSpc>
                <a:spcPct val="90000"/>
              </a:lnSpc>
            </a:pPr>
            <a:r>
              <a:rPr lang="en-US" dirty="0" err="1"/>
              <a:t>Khái</a:t>
            </a:r>
            <a:r>
              <a:rPr lang="en-US" dirty="0"/>
              <a:t> </a:t>
            </a:r>
            <a:r>
              <a:rPr lang="en-US" dirty="0" err="1"/>
              <a:t>niệm</a:t>
            </a:r>
            <a:r>
              <a:rPr lang="en-US" dirty="0"/>
              <a:t> SP </a:t>
            </a:r>
            <a:r>
              <a:rPr lang="en-US" dirty="0" err="1"/>
              <a:t>Phần</a:t>
            </a:r>
            <a:r>
              <a:rPr lang="en-US" dirty="0"/>
              <a:t> </a:t>
            </a:r>
            <a:r>
              <a:rPr lang="en-US" dirty="0" err="1"/>
              <a:t>mềm</a:t>
            </a:r>
            <a:r>
              <a:rPr lang="en-US" dirty="0"/>
              <a:t>, HTTT</a:t>
            </a:r>
          </a:p>
          <a:p>
            <a:pPr>
              <a:lnSpc>
                <a:spcPct val="90000"/>
              </a:lnSpc>
            </a:pPr>
            <a:r>
              <a:rPr lang="en-US" dirty="0" err="1"/>
              <a:t>Vai</a:t>
            </a:r>
            <a:r>
              <a:rPr lang="en-US" dirty="0"/>
              <a:t> </a:t>
            </a:r>
            <a:r>
              <a:rPr lang="en-US" dirty="0" err="1"/>
              <a:t>trò</a:t>
            </a:r>
            <a:r>
              <a:rPr lang="en-US" dirty="0"/>
              <a:t> </a:t>
            </a:r>
            <a:r>
              <a:rPr lang="en-US" dirty="0" err="1"/>
              <a:t>của</a:t>
            </a:r>
            <a:r>
              <a:rPr lang="en-US" dirty="0"/>
              <a:t> PM</a:t>
            </a:r>
          </a:p>
          <a:p>
            <a:pPr>
              <a:lnSpc>
                <a:spcPct val="90000"/>
              </a:lnSpc>
            </a:pPr>
            <a:r>
              <a:rPr lang="en-US" dirty="0" err="1"/>
              <a:t>Các</a:t>
            </a:r>
            <a:r>
              <a:rPr lang="en-US" dirty="0"/>
              <a:t> </a:t>
            </a:r>
            <a:r>
              <a:rPr lang="en-US" dirty="0" err="1"/>
              <a:t>đặc</a:t>
            </a:r>
            <a:r>
              <a:rPr lang="en-US" dirty="0"/>
              <a:t> </a:t>
            </a:r>
            <a:r>
              <a:rPr lang="en-US" dirty="0" err="1"/>
              <a:t>trưng</a:t>
            </a:r>
            <a:r>
              <a:rPr lang="en-US" dirty="0"/>
              <a:t> </a:t>
            </a:r>
            <a:r>
              <a:rPr lang="en-US" dirty="0" err="1"/>
              <a:t>cơ</a:t>
            </a:r>
            <a:r>
              <a:rPr lang="en-US" dirty="0"/>
              <a:t> </a:t>
            </a:r>
            <a:r>
              <a:rPr lang="en-US" dirty="0" err="1"/>
              <a:t>bản</a:t>
            </a:r>
            <a:r>
              <a:rPr lang="en-US" dirty="0"/>
              <a:t> </a:t>
            </a:r>
            <a:r>
              <a:rPr lang="en-US" dirty="0" err="1"/>
              <a:t>của</a:t>
            </a:r>
            <a:r>
              <a:rPr lang="en-US" dirty="0"/>
              <a:t> PM</a:t>
            </a:r>
          </a:p>
          <a:p>
            <a:pPr>
              <a:lnSpc>
                <a:spcPct val="90000"/>
              </a:lnSpc>
            </a:pPr>
            <a:r>
              <a:rPr lang="en-US" dirty="0" err="1"/>
              <a:t>Các</a:t>
            </a:r>
            <a:r>
              <a:rPr lang="en-US" dirty="0"/>
              <a:t> </a:t>
            </a:r>
            <a:r>
              <a:rPr lang="en-US" dirty="0" err="1"/>
              <a:t>cách</a:t>
            </a:r>
            <a:r>
              <a:rPr lang="en-US" dirty="0"/>
              <a:t> </a:t>
            </a:r>
            <a:r>
              <a:rPr lang="en-US" dirty="0" err="1"/>
              <a:t>phân</a:t>
            </a:r>
            <a:r>
              <a:rPr lang="en-US" dirty="0"/>
              <a:t> </a:t>
            </a:r>
            <a:r>
              <a:rPr lang="en-US" dirty="0" err="1"/>
              <a:t>loại</a:t>
            </a:r>
            <a:r>
              <a:rPr lang="en-US" dirty="0"/>
              <a:t> PM</a:t>
            </a:r>
          </a:p>
          <a:p>
            <a:pPr>
              <a:lnSpc>
                <a:spcPct val="90000"/>
              </a:lnSpc>
            </a:pPr>
            <a:r>
              <a:rPr lang="en-US" dirty="0" err="1"/>
              <a:t>Các</a:t>
            </a:r>
            <a:r>
              <a:rPr lang="en-US" dirty="0"/>
              <a:t> </a:t>
            </a:r>
            <a:r>
              <a:rPr lang="en-US" dirty="0" err="1"/>
              <a:t>tiêu</a:t>
            </a:r>
            <a:r>
              <a:rPr lang="en-US" dirty="0"/>
              <a:t> </a:t>
            </a:r>
            <a:r>
              <a:rPr lang="en-US" dirty="0" err="1"/>
              <a:t>chí</a:t>
            </a:r>
            <a:r>
              <a:rPr lang="en-US" dirty="0"/>
              <a:t> </a:t>
            </a:r>
            <a:r>
              <a:rPr lang="en-US" dirty="0" err="1"/>
              <a:t>của</a:t>
            </a:r>
            <a:r>
              <a:rPr lang="en-US" dirty="0"/>
              <a:t> </a:t>
            </a:r>
            <a:r>
              <a:rPr lang="en-US" dirty="0" err="1"/>
              <a:t>một</a:t>
            </a:r>
            <a:r>
              <a:rPr lang="en-US" dirty="0"/>
              <a:t> PM </a:t>
            </a:r>
            <a:r>
              <a:rPr lang="en-US" dirty="0" err="1"/>
              <a:t>tốt</a:t>
            </a:r>
            <a:endParaRPr lang="en-US" dirty="0"/>
          </a:p>
          <a:p>
            <a:pPr>
              <a:lnSpc>
                <a:spcPct val="90000"/>
              </a:lnSpc>
            </a:pPr>
            <a:r>
              <a:rPr lang="en-US" dirty="0"/>
              <a:t>Tiến </a:t>
            </a:r>
            <a:r>
              <a:rPr lang="en-US" dirty="0" err="1"/>
              <a:t>hóa</a:t>
            </a:r>
            <a:r>
              <a:rPr lang="en-US" dirty="0"/>
              <a:t> PM </a:t>
            </a:r>
            <a:r>
              <a:rPr lang="en-US" dirty="0" err="1"/>
              <a:t>và</a:t>
            </a:r>
            <a:r>
              <a:rPr lang="en-US" dirty="0"/>
              <a:t> </a:t>
            </a:r>
            <a:r>
              <a:rPr lang="en-US" dirty="0" err="1"/>
              <a:t>thách</a:t>
            </a:r>
            <a:r>
              <a:rPr lang="en-US" dirty="0"/>
              <a:t> </a:t>
            </a:r>
            <a:r>
              <a:rPr lang="en-US" dirty="0" err="1"/>
              <a:t>thức</a:t>
            </a:r>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2</a:t>
            </a:fld>
            <a:endParaRPr 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a:t>Sản phẩm phần mềm</a:t>
            </a:r>
          </a:p>
        </p:txBody>
      </p:sp>
      <p:sp>
        <p:nvSpPr>
          <p:cNvPr id="5123" name="Content Placeholder 2"/>
          <p:cNvSpPr>
            <a:spLocks noGrp="1"/>
          </p:cNvSpPr>
          <p:nvPr>
            <p:ph idx="1"/>
          </p:nvPr>
        </p:nvSpPr>
        <p:spPr>
          <a:xfrm>
            <a:off x="361951" y="1587500"/>
            <a:ext cx="4337806" cy="4724400"/>
          </a:xfrm>
        </p:spPr>
        <p:txBody>
          <a:bodyPr>
            <a:normAutofit fontScale="92500" lnSpcReduction="20000"/>
          </a:bodyPr>
          <a:lstStyle/>
          <a:p>
            <a:r>
              <a:rPr lang="en-US" altLang="en-US" dirty="0" err="1"/>
              <a:t>Chương</a:t>
            </a:r>
            <a:r>
              <a:rPr lang="en-US" altLang="en-US" dirty="0"/>
              <a:t> </a:t>
            </a:r>
            <a:r>
              <a:rPr lang="en-US" altLang="en-US" dirty="0" err="1"/>
              <a:t>trình</a:t>
            </a:r>
            <a:r>
              <a:rPr lang="en-US" altLang="en-US" dirty="0"/>
              <a:t> </a:t>
            </a:r>
            <a:r>
              <a:rPr lang="en-US" altLang="en-US" dirty="0" err="1"/>
              <a:t>máy</a:t>
            </a:r>
            <a:r>
              <a:rPr lang="en-US" altLang="en-US" dirty="0"/>
              <a:t> </a:t>
            </a:r>
            <a:r>
              <a:rPr lang="en-US" altLang="en-US" dirty="0" err="1"/>
              <a:t>tính</a:t>
            </a:r>
            <a:endParaRPr lang="en-US" altLang="en-US" dirty="0"/>
          </a:p>
          <a:p>
            <a:pPr lvl="1"/>
            <a:r>
              <a:rPr lang="en-US" altLang="en-US" dirty="0" err="1"/>
              <a:t>Mã</a:t>
            </a:r>
            <a:r>
              <a:rPr lang="en-US" altLang="en-US" dirty="0"/>
              <a:t> </a:t>
            </a:r>
            <a:r>
              <a:rPr lang="en-US" altLang="en-US" dirty="0" err="1"/>
              <a:t>nguồn</a:t>
            </a:r>
            <a:endParaRPr lang="en-US" altLang="en-US" dirty="0"/>
          </a:p>
          <a:p>
            <a:pPr lvl="1"/>
            <a:r>
              <a:rPr lang="en-US" altLang="en-US" dirty="0" err="1"/>
              <a:t>Mã</a:t>
            </a:r>
            <a:r>
              <a:rPr lang="en-US" altLang="en-US" dirty="0"/>
              <a:t> </a:t>
            </a:r>
            <a:r>
              <a:rPr lang="en-US" altLang="en-US" dirty="0" err="1"/>
              <a:t>máy</a:t>
            </a:r>
            <a:endParaRPr lang="en-US" altLang="en-US" dirty="0"/>
          </a:p>
          <a:p>
            <a:r>
              <a:rPr lang="en-US" altLang="en-US" dirty="0" err="1"/>
              <a:t>Cấu</a:t>
            </a:r>
            <a:r>
              <a:rPr lang="en-US" altLang="en-US" dirty="0"/>
              <a:t> </a:t>
            </a:r>
            <a:r>
              <a:rPr lang="en-US" altLang="en-US" dirty="0" err="1"/>
              <a:t>trúc</a:t>
            </a:r>
            <a:r>
              <a:rPr lang="en-US" altLang="en-US" dirty="0"/>
              <a:t> </a:t>
            </a:r>
            <a:r>
              <a:rPr lang="en-US" altLang="en-US" dirty="0" err="1"/>
              <a:t>dữ</a:t>
            </a:r>
            <a:r>
              <a:rPr lang="en-US" altLang="en-US" dirty="0"/>
              <a:t> </a:t>
            </a:r>
            <a:r>
              <a:rPr lang="en-US" altLang="en-US" dirty="0" err="1"/>
              <a:t>liệu</a:t>
            </a:r>
            <a:endParaRPr lang="en-US" altLang="en-US" dirty="0"/>
          </a:p>
          <a:p>
            <a:pPr lvl="1"/>
            <a:r>
              <a:rPr lang="en-US" altLang="en-US" dirty="0" err="1"/>
              <a:t>làm</a:t>
            </a:r>
            <a:r>
              <a:rPr lang="en-US" altLang="en-US" dirty="0"/>
              <a:t> </a:t>
            </a:r>
            <a:r>
              <a:rPr lang="en-US" altLang="en-US" dirty="0" err="1"/>
              <a:t>việc</a:t>
            </a:r>
            <a:r>
              <a:rPr lang="en-US" altLang="en-US" dirty="0"/>
              <a:t>: </a:t>
            </a:r>
            <a:r>
              <a:rPr lang="en-US" altLang="en-US" dirty="0" err="1"/>
              <a:t>Bộ</a:t>
            </a:r>
            <a:r>
              <a:rPr lang="en-US" altLang="en-US" dirty="0"/>
              <a:t> </a:t>
            </a:r>
            <a:r>
              <a:rPr lang="en-US" altLang="en-US" dirty="0" err="1"/>
              <a:t>nhớ</a:t>
            </a:r>
            <a:r>
              <a:rPr lang="en-US" altLang="en-US" dirty="0"/>
              <a:t> </a:t>
            </a:r>
            <a:r>
              <a:rPr lang="en-US" altLang="en-US" dirty="0" err="1"/>
              <a:t>trong</a:t>
            </a:r>
            <a:endParaRPr lang="en-US" altLang="en-US" dirty="0"/>
          </a:p>
          <a:p>
            <a:pPr lvl="1"/>
            <a:r>
              <a:rPr lang="en-US" altLang="en-US" dirty="0" err="1"/>
              <a:t>lưu</a:t>
            </a:r>
            <a:r>
              <a:rPr lang="en-US" altLang="en-US" dirty="0"/>
              <a:t> </a:t>
            </a:r>
            <a:r>
              <a:rPr lang="en-US" altLang="en-US" dirty="0" err="1"/>
              <a:t>trữ</a:t>
            </a:r>
            <a:r>
              <a:rPr lang="en-US" altLang="en-US" dirty="0"/>
              <a:t>: </a:t>
            </a:r>
            <a:r>
              <a:rPr lang="en-US" altLang="en-US" dirty="0" err="1"/>
              <a:t>Bộ</a:t>
            </a:r>
            <a:r>
              <a:rPr lang="en-US" altLang="en-US" dirty="0"/>
              <a:t> </a:t>
            </a:r>
            <a:r>
              <a:rPr lang="en-US" altLang="en-US" dirty="0" err="1"/>
              <a:t>nhớ</a:t>
            </a:r>
            <a:r>
              <a:rPr lang="en-US" altLang="en-US" dirty="0"/>
              <a:t> </a:t>
            </a:r>
            <a:r>
              <a:rPr lang="en-US" altLang="en-US" dirty="0" err="1"/>
              <a:t>ngoài</a:t>
            </a:r>
            <a:endParaRPr lang="en-US" altLang="en-US" dirty="0"/>
          </a:p>
          <a:p>
            <a:r>
              <a:rPr lang="en-US" altLang="en-US" dirty="0" err="1"/>
              <a:t>Tài</a:t>
            </a:r>
            <a:r>
              <a:rPr lang="en-US" altLang="en-US" dirty="0"/>
              <a:t> </a:t>
            </a:r>
            <a:r>
              <a:rPr lang="en-US" altLang="en-US" dirty="0" err="1"/>
              <a:t>liệu</a:t>
            </a:r>
            <a:endParaRPr lang="en-US" altLang="en-US" dirty="0"/>
          </a:p>
          <a:p>
            <a:pPr lvl="1"/>
            <a:r>
              <a:rPr lang="en-US" altLang="en-US" dirty="0" err="1"/>
              <a:t>Tài</a:t>
            </a:r>
            <a:r>
              <a:rPr lang="en-US" altLang="en-US" dirty="0"/>
              <a:t> </a:t>
            </a:r>
            <a:r>
              <a:rPr lang="en-US" altLang="en-US" dirty="0" err="1"/>
              <a:t>liệu</a:t>
            </a:r>
            <a:r>
              <a:rPr lang="en-US" altLang="en-US" dirty="0"/>
              <a:t> </a:t>
            </a:r>
            <a:r>
              <a:rPr lang="en-US" altLang="en-US" dirty="0" err="1"/>
              <a:t>kỹ</a:t>
            </a:r>
            <a:r>
              <a:rPr lang="en-US" altLang="en-US" dirty="0"/>
              <a:t> </a:t>
            </a:r>
            <a:r>
              <a:rPr lang="en-US" altLang="en-US" dirty="0" err="1"/>
              <a:t>thuật</a:t>
            </a:r>
            <a:endParaRPr lang="en-US" altLang="en-US" dirty="0"/>
          </a:p>
          <a:p>
            <a:pPr lvl="2"/>
            <a:r>
              <a:rPr lang="en-US" altLang="en-US" dirty="0" err="1"/>
              <a:t>cho</a:t>
            </a:r>
            <a:r>
              <a:rPr lang="en-US" altLang="en-US" dirty="0"/>
              <a:t> </a:t>
            </a:r>
            <a:r>
              <a:rPr lang="en-US" altLang="en-US" dirty="0" err="1"/>
              <a:t>phát</a:t>
            </a:r>
            <a:r>
              <a:rPr lang="en-US" altLang="en-US" dirty="0"/>
              <a:t> </a:t>
            </a:r>
            <a:r>
              <a:rPr lang="en-US" altLang="en-US" dirty="0" err="1"/>
              <a:t>triển</a:t>
            </a:r>
            <a:endParaRPr lang="en-US" altLang="en-US" dirty="0"/>
          </a:p>
          <a:p>
            <a:pPr lvl="2"/>
            <a:r>
              <a:rPr lang="en-US" altLang="en-US" dirty="0" err="1"/>
              <a:t>cho</a:t>
            </a:r>
            <a:r>
              <a:rPr lang="en-US" altLang="en-US" dirty="0"/>
              <a:t> </a:t>
            </a:r>
            <a:r>
              <a:rPr lang="en-US" altLang="en-US" dirty="0" err="1"/>
              <a:t>bảo</a:t>
            </a:r>
            <a:r>
              <a:rPr lang="en-US" altLang="en-US" dirty="0"/>
              <a:t> </a:t>
            </a:r>
            <a:r>
              <a:rPr lang="en-US" altLang="en-US" dirty="0" err="1"/>
              <a:t>trì</a:t>
            </a:r>
            <a:endParaRPr lang="en-US" altLang="en-US" dirty="0"/>
          </a:p>
          <a:p>
            <a:pPr lvl="1"/>
            <a:r>
              <a:rPr lang="en-US" altLang="en-US" dirty="0" err="1"/>
              <a:t>Tài</a:t>
            </a:r>
            <a:r>
              <a:rPr lang="en-US" altLang="en-US" dirty="0"/>
              <a:t> </a:t>
            </a:r>
            <a:r>
              <a:rPr lang="en-US" altLang="en-US" dirty="0" err="1"/>
              <a:t>liệu</a:t>
            </a:r>
            <a:r>
              <a:rPr lang="en-US" altLang="en-US" dirty="0"/>
              <a:t> </a:t>
            </a:r>
            <a:r>
              <a:rPr lang="en-US" altLang="en-US" dirty="0" err="1"/>
              <a:t>đào</a:t>
            </a:r>
            <a:r>
              <a:rPr lang="en-US" altLang="en-US" dirty="0"/>
              <a:t> </a:t>
            </a:r>
            <a:r>
              <a:rPr lang="en-US" altLang="en-US" dirty="0" err="1"/>
              <a:t>tạo</a:t>
            </a:r>
            <a:r>
              <a:rPr lang="en-US" altLang="en-US" dirty="0"/>
              <a:t>, </a:t>
            </a:r>
            <a:r>
              <a:rPr lang="en-US" altLang="en-US" dirty="0" err="1"/>
              <a:t>hướng</a:t>
            </a:r>
            <a:r>
              <a:rPr lang="en-US" altLang="en-US" dirty="0"/>
              <a:t> </a:t>
            </a:r>
            <a:r>
              <a:rPr lang="en-US" altLang="en-US" dirty="0" err="1"/>
              <a:t>dẫn</a:t>
            </a:r>
            <a:r>
              <a:rPr lang="en-US" altLang="en-US" dirty="0"/>
              <a:t> </a:t>
            </a:r>
            <a:r>
              <a:rPr lang="en-US" altLang="en-US" dirty="0" err="1"/>
              <a:t>sử</a:t>
            </a:r>
            <a:r>
              <a:rPr lang="en-US" altLang="en-US" dirty="0"/>
              <a:t> </a:t>
            </a:r>
            <a:r>
              <a:rPr lang="en-US" altLang="en-US" dirty="0" err="1"/>
              <a:t>dụng</a:t>
            </a:r>
            <a:r>
              <a:rPr lang="en-US" altLang="en-US" dirty="0"/>
              <a:t>, …</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6" name="Slide Number Placeholder 1"/>
          <p:cNvSpPr>
            <a:spLocks noGrp="1"/>
          </p:cNvSpPr>
          <p:nvPr>
            <p:ph type="sldNum" sz="quarter" idx="12"/>
          </p:nvPr>
        </p:nvSpPr>
        <p:spPr/>
        <p:txBody>
          <a:bodyPr/>
          <a:lstStyle/>
          <a:p>
            <a:pPr>
              <a:defRPr/>
            </a:pPr>
            <a:fld id="{A7A27918-AF68-41BB-82C7-522D23BA7CE7}" type="slidenum">
              <a:rPr lang="en-US" smtClean="0"/>
              <a:pPr>
                <a:defRPr/>
              </a:pPr>
              <a:t>3</a:t>
            </a:fld>
            <a:endParaRPr lang="en-US" dirty="0"/>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2950" y="1358900"/>
            <a:ext cx="4399604" cy="42355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83257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altLang="en-US" dirty="0" err="1"/>
              <a:t>Hệ</a:t>
            </a:r>
            <a:r>
              <a:rPr lang="en-US" altLang="en-US" dirty="0"/>
              <a:t> </a:t>
            </a:r>
            <a:r>
              <a:rPr lang="en-US" altLang="en-US" dirty="0" err="1"/>
              <a:t>thống</a:t>
            </a:r>
            <a:r>
              <a:rPr lang="en-US" altLang="en-US" dirty="0"/>
              <a:t> </a:t>
            </a:r>
            <a:r>
              <a:rPr lang="en-US" altLang="en-US" dirty="0" err="1"/>
              <a:t>thông</a:t>
            </a:r>
            <a:r>
              <a:rPr lang="en-US" altLang="en-US" dirty="0"/>
              <a:t> tin</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921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cs typeface="Arial" charset="0"/>
              </a:defRPr>
            </a:lvl1pPr>
            <a:lvl2pPr marL="739978" indent="-284607" eaLnBrk="0" hangingPunct="0">
              <a:defRPr>
                <a:solidFill>
                  <a:schemeClr val="tx1"/>
                </a:solidFill>
                <a:latin typeface="Arial" charset="0"/>
                <a:cs typeface="Arial" charset="0"/>
              </a:defRPr>
            </a:lvl2pPr>
            <a:lvl3pPr marL="1138428" indent="-227686" eaLnBrk="0" hangingPunct="0">
              <a:defRPr>
                <a:solidFill>
                  <a:schemeClr val="tx1"/>
                </a:solidFill>
                <a:latin typeface="Arial" charset="0"/>
                <a:cs typeface="Arial" charset="0"/>
              </a:defRPr>
            </a:lvl3pPr>
            <a:lvl4pPr marL="1593799" indent="-227686" eaLnBrk="0" hangingPunct="0">
              <a:defRPr>
                <a:solidFill>
                  <a:schemeClr val="tx1"/>
                </a:solidFill>
                <a:latin typeface="Arial" charset="0"/>
                <a:cs typeface="Arial" charset="0"/>
              </a:defRPr>
            </a:lvl4pPr>
            <a:lvl5pPr marL="2049170" indent="-227686" eaLnBrk="0" hangingPunct="0">
              <a:defRPr>
                <a:solidFill>
                  <a:schemeClr val="tx1"/>
                </a:solidFill>
                <a:latin typeface="Arial" charset="0"/>
                <a:cs typeface="Arial" charset="0"/>
              </a:defRPr>
            </a:lvl5pPr>
            <a:lvl6pPr marL="2504542" indent="-227686" eaLnBrk="0" fontAlgn="base" hangingPunct="0">
              <a:spcBef>
                <a:spcPct val="0"/>
              </a:spcBef>
              <a:spcAft>
                <a:spcPct val="0"/>
              </a:spcAft>
              <a:defRPr>
                <a:solidFill>
                  <a:schemeClr val="tx1"/>
                </a:solidFill>
                <a:latin typeface="Arial" charset="0"/>
                <a:cs typeface="Arial" charset="0"/>
              </a:defRPr>
            </a:lvl6pPr>
            <a:lvl7pPr marL="2959913" indent="-227686" eaLnBrk="0" fontAlgn="base" hangingPunct="0">
              <a:spcBef>
                <a:spcPct val="0"/>
              </a:spcBef>
              <a:spcAft>
                <a:spcPct val="0"/>
              </a:spcAft>
              <a:defRPr>
                <a:solidFill>
                  <a:schemeClr val="tx1"/>
                </a:solidFill>
                <a:latin typeface="Arial" charset="0"/>
                <a:cs typeface="Arial" charset="0"/>
              </a:defRPr>
            </a:lvl7pPr>
            <a:lvl8pPr marL="3415284" indent="-227686" eaLnBrk="0" fontAlgn="base" hangingPunct="0">
              <a:spcBef>
                <a:spcPct val="0"/>
              </a:spcBef>
              <a:spcAft>
                <a:spcPct val="0"/>
              </a:spcAft>
              <a:defRPr>
                <a:solidFill>
                  <a:schemeClr val="tx1"/>
                </a:solidFill>
                <a:latin typeface="Arial" charset="0"/>
                <a:cs typeface="Arial" charset="0"/>
              </a:defRPr>
            </a:lvl8pPr>
            <a:lvl9pPr marL="3870655" indent="-227686" eaLnBrk="0" fontAlgn="base" hangingPunct="0">
              <a:spcBef>
                <a:spcPct val="0"/>
              </a:spcBef>
              <a:spcAft>
                <a:spcPct val="0"/>
              </a:spcAft>
              <a:defRPr>
                <a:solidFill>
                  <a:schemeClr val="tx1"/>
                </a:solidFill>
                <a:latin typeface="Arial" charset="0"/>
                <a:cs typeface="Arial" charset="0"/>
              </a:defRPr>
            </a:lvl9pPr>
          </a:lstStyle>
          <a:p>
            <a:pPr eaLnBrk="1" hangingPunct="1"/>
            <a:fld id="{30EA63EA-F42E-494D-9FD8-92013199C76B}" type="slidenum">
              <a:rPr lang="ja-JP" altLang="en-US" smtClean="0"/>
              <a:pPr eaLnBrk="1" hangingPunct="1"/>
              <a:t>4</a:t>
            </a:fld>
            <a:endParaRPr lang="en-US" altLang="ja-JP"/>
          </a:p>
        </p:txBody>
      </p:sp>
      <p:sp>
        <p:nvSpPr>
          <p:cNvPr id="24" name="Slide Number Placeholder 1"/>
          <p:cNvSpPr>
            <a:spLocks noGrp="1"/>
          </p:cNvSpPr>
          <p:nvPr>
            <p:ph type="sldNum" sz="quarter" idx="4294967295"/>
          </p:nvPr>
        </p:nvSpPr>
        <p:spPr>
          <a:xfrm>
            <a:off x="6981825" y="6332538"/>
            <a:ext cx="2124075" cy="363537"/>
          </a:xfrm>
        </p:spPr>
        <p:txBody>
          <a:bodyPr/>
          <a:lstStyle/>
          <a:p>
            <a:pPr>
              <a:defRPr/>
            </a:pPr>
            <a:fld id="{A7A27918-AF68-41BB-82C7-522D23BA7CE7}" type="slidenum">
              <a:rPr lang="en-US" smtClean="0"/>
              <a:pPr>
                <a:defRPr/>
              </a:pPr>
              <a:t>4</a:t>
            </a:fld>
            <a:endParaRPr lang="en-US" dirty="0"/>
          </a:p>
        </p:txBody>
      </p:sp>
      <p:grpSp>
        <p:nvGrpSpPr>
          <p:cNvPr id="9220" name="Group 4"/>
          <p:cNvGrpSpPr>
            <a:grpSpLocks/>
          </p:cNvGrpSpPr>
          <p:nvPr/>
        </p:nvGrpSpPr>
        <p:grpSpPr bwMode="auto">
          <a:xfrm>
            <a:off x="910590" y="1500958"/>
            <a:ext cx="7284720" cy="4403231"/>
            <a:chOff x="672" y="816"/>
            <a:chExt cx="4608" cy="2784"/>
          </a:xfrm>
        </p:grpSpPr>
        <p:sp>
          <p:nvSpPr>
            <p:cNvPr id="9221" name="Rectangle 5"/>
            <p:cNvSpPr>
              <a:spLocks noChangeArrowheads="1"/>
            </p:cNvSpPr>
            <p:nvPr/>
          </p:nvSpPr>
          <p:spPr bwMode="auto">
            <a:xfrm>
              <a:off x="2515" y="1987"/>
              <a:ext cx="922" cy="542"/>
            </a:xfrm>
            <a:prstGeom prst="rect">
              <a:avLst/>
            </a:prstGeom>
            <a:solidFill>
              <a:srgbClr val="FF9933"/>
            </a:solidFill>
            <a:ln w="9525">
              <a:solidFill>
                <a:srgbClr val="000000"/>
              </a:solidFill>
              <a:miter lim="800000"/>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a:p>
            <a:p>
              <a:pPr algn="ctr" eaLnBrk="1" hangingPunct="1"/>
              <a:r>
                <a:rPr lang="en-US" altLang="en-US" sz="1600" b="1"/>
                <a:t>Dữ liệu</a:t>
              </a:r>
            </a:p>
          </p:txBody>
        </p:sp>
        <p:sp>
          <p:nvSpPr>
            <p:cNvPr id="9222" name="AutoShape 51"/>
            <p:cNvSpPr>
              <a:spLocks/>
            </p:cNvSpPr>
            <p:nvPr/>
          </p:nvSpPr>
          <p:spPr bwMode="auto">
            <a:xfrm rot="-5400000">
              <a:off x="1323" y="795"/>
              <a:ext cx="541" cy="1843"/>
            </a:xfrm>
            <a:prstGeom prst="rightBrace">
              <a:avLst>
                <a:gd name="adj1" fmla="val 28389"/>
                <a:gd name="adj2" fmla="val 50000"/>
              </a:avLst>
            </a:prstGeom>
            <a:solidFill>
              <a:srgbClr val="FF9933"/>
            </a:solidFill>
            <a:ln w="9525">
              <a:solidFill>
                <a:srgbClr val="000000"/>
              </a:solidFill>
              <a:round/>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endParaRPr lang="en-US" altLang="en-US">
                <a:latin typeface="Verdana" pitchFamily="34" charset="0"/>
              </a:endParaRPr>
            </a:p>
          </p:txBody>
        </p:sp>
        <p:sp>
          <p:nvSpPr>
            <p:cNvPr id="9223" name="AutoShape 52"/>
            <p:cNvSpPr>
              <a:spLocks/>
            </p:cNvSpPr>
            <p:nvPr/>
          </p:nvSpPr>
          <p:spPr bwMode="auto">
            <a:xfrm rot="-5400000">
              <a:off x="4088" y="795"/>
              <a:ext cx="541" cy="1843"/>
            </a:xfrm>
            <a:prstGeom prst="rightBrace">
              <a:avLst>
                <a:gd name="adj1" fmla="val 28389"/>
                <a:gd name="adj2" fmla="val 50000"/>
              </a:avLst>
            </a:prstGeom>
            <a:solidFill>
              <a:srgbClr val="FF9933"/>
            </a:solidFill>
            <a:ln w="9525">
              <a:solidFill>
                <a:srgbClr val="000000"/>
              </a:solidFill>
              <a:round/>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endParaRPr lang="en-US" altLang="en-US">
                <a:latin typeface="Verdana" pitchFamily="34" charset="0"/>
              </a:endParaRPr>
            </a:p>
          </p:txBody>
        </p:sp>
        <p:sp>
          <p:nvSpPr>
            <p:cNvPr id="9224" name="AutoShape 53"/>
            <p:cNvSpPr>
              <a:spLocks noChangeArrowheads="1"/>
            </p:cNvSpPr>
            <p:nvPr/>
          </p:nvSpPr>
          <p:spPr bwMode="auto">
            <a:xfrm>
              <a:off x="2515" y="1358"/>
              <a:ext cx="922" cy="126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7707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200" y="7817"/>
                    <a:pt x="16200" y="10799"/>
                  </a:cubicBezTo>
                  <a:lnTo>
                    <a:pt x="21600" y="10800"/>
                  </a:lnTo>
                  <a:cubicBezTo>
                    <a:pt x="21600" y="4835"/>
                    <a:pt x="16764" y="0"/>
                    <a:pt x="10800" y="0"/>
                  </a:cubicBezTo>
                  <a:cubicBezTo>
                    <a:pt x="4835" y="0"/>
                    <a:pt x="0" y="4835"/>
                    <a:pt x="0" y="10799"/>
                  </a:cubicBezTo>
                  <a:lnTo>
                    <a:pt x="5400" y="10800"/>
                  </a:lnTo>
                  <a:close/>
                </a:path>
              </a:pathLst>
            </a:custGeom>
            <a:solidFill>
              <a:srgbClr val="FF9933"/>
            </a:solidFill>
            <a:ln w="9525">
              <a:solidFill>
                <a:srgbClr val="000000"/>
              </a:solidFill>
              <a:miter lim="800000"/>
              <a:headEnd/>
              <a:tailEnd/>
            </a:ln>
          </p:spPr>
          <p:txBody>
            <a:bodyPr/>
            <a:lstStyle/>
            <a:p>
              <a:endParaRPr lang="en-US"/>
            </a:p>
          </p:txBody>
        </p:sp>
        <p:sp>
          <p:nvSpPr>
            <p:cNvPr id="9225" name="Text Box 54"/>
            <p:cNvSpPr txBox="1">
              <a:spLocks noChangeArrowheads="1"/>
            </p:cNvSpPr>
            <p:nvPr/>
          </p:nvSpPr>
          <p:spPr bwMode="auto">
            <a:xfrm>
              <a:off x="1194" y="999"/>
              <a:ext cx="851" cy="439"/>
            </a:xfrm>
            <a:prstGeom prst="rect">
              <a:avLst/>
            </a:prstGeom>
            <a:solidFill>
              <a:srgbClr val="FF9933"/>
            </a:solidFill>
            <a:ln w="9525">
              <a:solidFill>
                <a:srgbClr val="000000"/>
              </a:solidFill>
              <a:miter lim="800000"/>
              <a:headEnd/>
              <a:tailEnd/>
            </a:ln>
          </p:spPr>
          <p:txBody>
            <a:bodyPr tIns="0" bIns="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a:p>
            <a:p>
              <a:pPr algn="ctr" eaLnBrk="1" hangingPunct="1"/>
              <a:r>
                <a:rPr lang="en-US" altLang="en-US" sz="1600" b="1"/>
                <a:t>Công cụ</a:t>
              </a:r>
            </a:p>
          </p:txBody>
        </p:sp>
        <p:sp>
          <p:nvSpPr>
            <p:cNvPr id="9226" name="Text Box 55"/>
            <p:cNvSpPr txBox="1">
              <a:spLocks noChangeArrowheads="1"/>
            </p:cNvSpPr>
            <p:nvPr/>
          </p:nvSpPr>
          <p:spPr bwMode="auto">
            <a:xfrm>
              <a:off x="3933" y="997"/>
              <a:ext cx="851" cy="361"/>
            </a:xfrm>
            <a:prstGeom prst="rect">
              <a:avLst/>
            </a:prstGeom>
            <a:solidFill>
              <a:srgbClr val="FF9933"/>
            </a:solidFill>
            <a:ln w="9525">
              <a:solidFill>
                <a:srgbClr val="000000"/>
              </a:solidFill>
              <a:miter lim="800000"/>
              <a:headEnd/>
              <a:tailEnd/>
            </a:ln>
          </p:spPr>
          <p:txBody>
            <a:bodyPr tIns="0" bIns="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a:p>
            <a:p>
              <a:pPr algn="ctr" eaLnBrk="1" hangingPunct="1"/>
              <a:r>
                <a:rPr lang="en-US" altLang="en-US" sz="1600" b="1"/>
                <a:t>Nguồn lực</a:t>
              </a:r>
            </a:p>
          </p:txBody>
        </p:sp>
        <p:sp>
          <p:nvSpPr>
            <p:cNvPr id="9227" name="Text Box 56"/>
            <p:cNvSpPr txBox="1">
              <a:spLocks noChangeArrowheads="1"/>
            </p:cNvSpPr>
            <p:nvPr/>
          </p:nvSpPr>
          <p:spPr bwMode="auto">
            <a:xfrm>
              <a:off x="2586" y="816"/>
              <a:ext cx="851" cy="436"/>
            </a:xfrm>
            <a:prstGeom prst="rect">
              <a:avLst/>
            </a:prstGeom>
            <a:solidFill>
              <a:srgbClr val="FF9933"/>
            </a:solidFill>
            <a:ln w="9525">
              <a:solidFill>
                <a:srgbClr val="000000"/>
              </a:solidFill>
              <a:miter lim="800000"/>
              <a:headEnd/>
              <a:tailEnd/>
            </a:ln>
          </p:spPr>
          <p:txBody>
            <a:bodyPr tIns="0" bIns="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sz="1600" b="1"/>
                <a:t>Cầu nối</a:t>
              </a:r>
            </a:p>
          </p:txBody>
        </p:sp>
        <p:sp>
          <p:nvSpPr>
            <p:cNvPr id="9228" name="Text Box 57"/>
            <p:cNvSpPr txBox="1">
              <a:spLocks noChangeArrowheads="1"/>
            </p:cNvSpPr>
            <p:nvPr/>
          </p:nvSpPr>
          <p:spPr bwMode="auto">
            <a:xfrm>
              <a:off x="2586" y="816"/>
              <a:ext cx="851" cy="436"/>
            </a:xfrm>
            <a:prstGeom prst="rect">
              <a:avLst/>
            </a:prstGeom>
            <a:solidFill>
              <a:srgbClr val="FF9933"/>
            </a:solidFill>
            <a:ln w="9525">
              <a:solidFill>
                <a:srgbClr val="000000"/>
              </a:solidFill>
              <a:miter lim="800000"/>
              <a:headEnd/>
              <a:tailEnd/>
            </a:ln>
          </p:spPr>
          <p:txBody>
            <a:bodyPr tIns="0" bIns="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dirty="0"/>
            </a:p>
            <a:p>
              <a:pPr algn="ctr" eaLnBrk="1" hangingPunct="1"/>
              <a:r>
                <a:rPr lang="en-US" altLang="en-US" sz="1600" b="1" dirty="0" err="1"/>
                <a:t>Cầu</a:t>
              </a:r>
              <a:r>
                <a:rPr lang="en-US" altLang="en-US" sz="1600" b="1" dirty="0"/>
                <a:t> </a:t>
              </a:r>
              <a:r>
                <a:rPr lang="en-US" altLang="en-US" sz="1600" b="1" dirty="0" err="1"/>
                <a:t>nối</a:t>
              </a:r>
              <a:endParaRPr lang="en-US" altLang="en-US" sz="1600" b="1" dirty="0"/>
            </a:p>
          </p:txBody>
        </p:sp>
        <p:sp>
          <p:nvSpPr>
            <p:cNvPr id="9229" name="Text Box 59"/>
            <p:cNvSpPr txBox="1">
              <a:spLocks noChangeArrowheads="1"/>
            </p:cNvSpPr>
            <p:nvPr/>
          </p:nvSpPr>
          <p:spPr bwMode="auto">
            <a:xfrm>
              <a:off x="1168" y="3164"/>
              <a:ext cx="1205" cy="436"/>
            </a:xfrm>
            <a:prstGeom prst="rect">
              <a:avLst/>
            </a:prstGeom>
            <a:solidFill>
              <a:srgbClr val="FF9933"/>
            </a:solidFill>
            <a:ln w="9525">
              <a:solidFill>
                <a:srgbClr val="000000"/>
              </a:solidFill>
              <a:miter lim="800000"/>
              <a:headEnd/>
              <a:tailEnd/>
            </a:ln>
          </p:spPr>
          <p:txBody>
            <a:bodyPr lIns="0" tIns="0" rIns="0" bIns="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a:p>
            <a:p>
              <a:pPr algn="ctr" eaLnBrk="1" hangingPunct="1"/>
              <a:r>
                <a:rPr lang="en-US" altLang="en-US" sz="1600" b="1"/>
                <a:t>Thành phần sẵn có</a:t>
              </a:r>
            </a:p>
          </p:txBody>
        </p:sp>
        <p:sp>
          <p:nvSpPr>
            <p:cNvPr id="9230" name="Text Box 60"/>
            <p:cNvSpPr txBox="1">
              <a:spLocks noChangeArrowheads="1"/>
            </p:cNvSpPr>
            <p:nvPr/>
          </p:nvSpPr>
          <p:spPr bwMode="auto">
            <a:xfrm>
              <a:off x="3011" y="3164"/>
              <a:ext cx="1347" cy="436"/>
            </a:xfrm>
            <a:prstGeom prst="rect">
              <a:avLst/>
            </a:prstGeom>
            <a:solidFill>
              <a:srgbClr val="FF9933"/>
            </a:solidFill>
            <a:ln w="9525">
              <a:solidFill>
                <a:srgbClr val="000000"/>
              </a:solidFill>
              <a:miter lim="800000"/>
              <a:headEnd/>
              <a:tailEnd/>
            </a:ln>
          </p:spPr>
          <p:txBody>
            <a:bodyPr lIns="0" tIns="0" rIns="0" bIns="0"/>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a:p>
            <a:p>
              <a:pPr algn="ctr" eaLnBrk="1" hangingPunct="1"/>
              <a:r>
                <a:rPr lang="en-US" altLang="en-US" sz="1600" b="1"/>
                <a:t>Thành phần thiết lập</a:t>
              </a:r>
            </a:p>
          </p:txBody>
        </p:sp>
        <p:sp>
          <p:nvSpPr>
            <p:cNvPr id="9231" name="Line 61"/>
            <p:cNvSpPr>
              <a:spLocks noChangeShapeType="1"/>
            </p:cNvSpPr>
            <p:nvPr/>
          </p:nvSpPr>
          <p:spPr bwMode="auto">
            <a:xfrm>
              <a:off x="2941" y="2441"/>
              <a:ext cx="638" cy="72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232" name="Line 62"/>
            <p:cNvSpPr>
              <a:spLocks noChangeShapeType="1"/>
            </p:cNvSpPr>
            <p:nvPr/>
          </p:nvSpPr>
          <p:spPr bwMode="auto">
            <a:xfrm>
              <a:off x="2373" y="2441"/>
              <a:ext cx="1206" cy="72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233" name="Line 63"/>
            <p:cNvSpPr>
              <a:spLocks noChangeShapeType="1"/>
            </p:cNvSpPr>
            <p:nvPr/>
          </p:nvSpPr>
          <p:spPr bwMode="auto">
            <a:xfrm flipH="1">
              <a:off x="3579" y="2441"/>
              <a:ext cx="354" cy="72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234" name="Line 64"/>
            <p:cNvSpPr>
              <a:spLocks noChangeShapeType="1"/>
            </p:cNvSpPr>
            <p:nvPr/>
          </p:nvSpPr>
          <p:spPr bwMode="auto">
            <a:xfrm>
              <a:off x="1097" y="2441"/>
              <a:ext cx="780" cy="72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235" name="Line 65"/>
            <p:cNvSpPr>
              <a:spLocks noChangeShapeType="1"/>
            </p:cNvSpPr>
            <p:nvPr/>
          </p:nvSpPr>
          <p:spPr bwMode="auto">
            <a:xfrm flipH="1">
              <a:off x="1877" y="2441"/>
              <a:ext cx="2694" cy="723"/>
            </a:xfrm>
            <a:prstGeom prst="line">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9236" name="Rectangle 20"/>
            <p:cNvSpPr>
              <a:spLocks noChangeArrowheads="1"/>
            </p:cNvSpPr>
            <p:nvPr/>
          </p:nvSpPr>
          <p:spPr bwMode="auto">
            <a:xfrm>
              <a:off x="672" y="1982"/>
              <a:ext cx="922" cy="542"/>
            </a:xfrm>
            <a:prstGeom prst="rect">
              <a:avLst/>
            </a:prstGeom>
            <a:solidFill>
              <a:srgbClr val="FF9933"/>
            </a:solidFill>
            <a:ln w="9525">
              <a:solidFill>
                <a:srgbClr val="000000"/>
              </a:solidFill>
              <a:miter lim="800000"/>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dirty="0"/>
            </a:p>
            <a:p>
              <a:pPr algn="ctr" eaLnBrk="1" hangingPunct="1"/>
              <a:r>
                <a:rPr lang="en-US" altLang="en-US" sz="1600" b="1" dirty="0" err="1"/>
                <a:t>Phần</a:t>
              </a:r>
              <a:r>
                <a:rPr lang="en-US" altLang="en-US" sz="1600" b="1" dirty="0"/>
                <a:t> </a:t>
              </a:r>
              <a:r>
                <a:rPr lang="en-US" altLang="en-US" sz="1600" b="1" dirty="0" err="1"/>
                <a:t>cứng</a:t>
              </a:r>
              <a:endParaRPr lang="en-US" altLang="en-US" sz="1600" b="1" dirty="0"/>
            </a:p>
          </p:txBody>
        </p:sp>
        <p:sp>
          <p:nvSpPr>
            <p:cNvPr id="9237" name="Rectangle 21"/>
            <p:cNvSpPr>
              <a:spLocks noChangeArrowheads="1"/>
            </p:cNvSpPr>
            <p:nvPr/>
          </p:nvSpPr>
          <p:spPr bwMode="auto">
            <a:xfrm>
              <a:off x="1594" y="1987"/>
              <a:ext cx="921" cy="542"/>
            </a:xfrm>
            <a:prstGeom prst="rect">
              <a:avLst/>
            </a:prstGeom>
            <a:solidFill>
              <a:srgbClr val="FF9933"/>
            </a:solidFill>
            <a:ln w="9525">
              <a:solidFill>
                <a:srgbClr val="000000"/>
              </a:solidFill>
              <a:miter lim="800000"/>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dirty="0"/>
            </a:p>
            <a:p>
              <a:pPr algn="ctr" eaLnBrk="1" hangingPunct="1"/>
              <a:r>
                <a:rPr lang="en-US" altLang="en-US" sz="1800" b="1" dirty="0" err="1">
                  <a:solidFill>
                    <a:srgbClr val="002060"/>
                  </a:solidFill>
                </a:rPr>
                <a:t>Phần</a:t>
              </a:r>
              <a:r>
                <a:rPr lang="en-US" altLang="en-US" sz="1800" b="1" dirty="0">
                  <a:solidFill>
                    <a:srgbClr val="002060"/>
                  </a:solidFill>
                </a:rPr>
                <a:t> </a:t>
              </a:r>
              <a:r>
                <a:rPr lang="en-US" altLang="en-US" sz="1800" b="1" dirty="0" err="1">
                  <a:solidFill>
                    <a:srgbClr val="002060"/>
                  </a:solidFill>
                </a:rPr>
                <a:t>mềm</a:t>
              </a:r>
              <a:endParaRPr lang="en-US" altLang="en-US" sz="1800" b="1" dirty="0">
                <a:solidFill>
                  <a:srgbClr val="002060"/>
                </a:solidFill>
              </a:endParaRPr>
            </a:p>
          </p:txBody>
        </p:sp>
        <p:sp>
          <p:nvSpPr>
            <p:cNvPr id="9238" name="Rectangle 22"/>
            <p:cNvSpPr>
              <a:spLocks noChangeArrowheads="1"/>
            </p:cNvSpPr>
            <p:nvPr/>
          </p:nvSpPr>
          <p:spPr bwMode="auto">
            <a:xfrm>
              <a:off x="3437" y="1987"/>
              <a:ext cx="921" cy="542"/>
            </a:xfrm>
            <a:prstGeom prst="rect">
              <a:avLst/>
            </a:prstGeom>
            <a:solidFill>
              <a:srgbClr val="FF9933"/>
            </a:solidFill>
            <a:ln w="9525">
              <a:solidFill>
                <a:srgbClr val="000000"/>
              </a:solidFill>
              <a:miter lim="800000"/>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600" b="1" dirty="0"/>
            </a:p>
            <a:p>
              <a:pPr algn="ctr" eaLnBrk="1" hangingPunct="1"/>
              <a:r>
                <a:rPr lang="en-US" altLang="en-US" sz="1600" b="1" dirty="0" err="1"/>
                <a:t>Thủ</a:t>
              </a:r>
              <a:r>
                <a:rPr lang="en-US" altLang="en-US" sz="1600" b="1" dirty="0"/>
                <a:t> </a:t>
              </a:r>
              <a:r>
                <a:rPr lang="en-US" altLang="en-US" sz="1600" b="1" dirty="0" err="1"/>
                <a:t>tục</a:t>
              </a:r>
              <a:endParaRPr lang="en-US" altLang="en-US" sz="1600" b="1" dirty="0"/>
            </a:p>
          </p:txBody>
        </p:sp>
        <p:sp>
          <p:nvSpPr>
            <p:cNvPr id="7191" name="Rectangle 23"/>
            <p:cNvSpPr>
              <a:spLocks noChangeArrowheads="1"/>
            </p:cNvSpPr>
            <p:nvPr/>
          </p:nvSpPr>
          <p:spPr bwMode="auto">
            <a:xfrm>
              <a:off x="4358" y="1987"/>
              <a:ext cx="922" cy="542"/>
            </a:xfrm>
            <a:prstGeom prst="rect">
              <a:avLst/>
            </a:prstGeom>
            <a:solidFill>
              <a:srgbClr val="FF9933"/>
            </a:solidFill>
            <a:ln w="9525">
              <a:solidFill>
                <a:srgbClr val="000000"/>
              </a:solidFill>
              <a:miter lim="800000"/>
              <a:headEnd/>
              <a:tailEnd/>
            </a:ln>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defRPr/>
              </a:pPr>
              <a:endParaRPr lang="en-US" altLang="en-US" sz="1600" b="1" dirty="0">
                <a:latin typeface="Times New Roman" pitchFamily="18" charset="0"/>
              </a:endParaRPr>
            </a:p>
            <a:p>
              <a:pPr algn="ctr" eaLnBrk="1" hangingPunct="1">
                <a:defRPr/>
              </a:pPr>
              <a:r>
                <a:rPr lang="en-US" altLang="en-US" sz="1600" b="1" dirty="0">
                  <a:latin typeface="Arial" panose="020B0604020202020204" pitchFamily="34" charset="0"/>
                  <a:cs typeface="Arial" panose="020B0604020202020204" pitchFamily="34" charset="0"/>
                </a:rPr>
                <a:t>Con </a:t>
              </a:r>
              <a:r>
                <a:rPr lang="en-US" altLang="en-US" sz="1600" b="1" dirty="0" err="1">
                  <a:latin typeface="Arial" panose="020B0604020202020204" pitchFamily="34" charset="0"/>
                  <a:cs typeface="Arial" panose="020B0604020202020204" pitchFamily="34" charset="0"/>
                </a:rPr>
                <a:t>người</a:t>
              </a:r>
              <a:endParaRPr lang="en-US" altLang="en-US" sz="1600"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79674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Vai</a:t>
            </a:r>
            <a:r>
              <a:rPr lang="en-US" dirty="0"/>
              <a:t> </a:t>
            </a:r>
            <a:r>
              <a:rPr lang="en-US" dirty="0" err="1"/>
              <a:t>trò</a:t>
            </a:r>
            <a:r>
              <a:rPr lang="en-US" dirty="0"/>
              <a:t> </a:t>
            </a:r>
            <a:r>
              <a:rPr lang="en-US" dirty="0" err="1"/>
              <a:t>của</a:t>
            </a:r>
            <a:r>
              <a:rPr lang="en-US" dirty="0"/>
              <a:t> PM</a:t>
            </a:r>
          </a:p>
        </p:txBody>
      </p:sp>
      <p:sp>
        <p:nvSpPr>
          <p:cNvPr id="3" name="Content Placeholder 2"/>
          <p:cNvSpPr>
            <a:spLocks noGrp="1"/>
          </p:cNvSpPr>
          <p:nvPr>
            <p:ph idx="1"/>
          </p:nvPr>
        </p:nvSpPr>
        <p:spPr>
          <a:xfrm>
            <a:off x="455294" y="1594275"/>
            <a:ext cx="8441055" cy="4509200"/>
          </a:xfrm>
        </p:spPr>
        <p:txBody>
          <a:bodyPr/>
          <a:lstStyle/>
          <a:p>
            <a:r>
              <a:rPr lang="en-US" dirty="0" err="1"/>
              <a:t>Hầu</a:t>
            </a:r>
            <a:r>
              <a:rPr lang="en-US" dirty="0"/>
              <a:t> </a:t>
            </a:r>
            <a:r>
              <a:rPr lang="en-US" dirty="0" err="1"/>
              <a:t>hết</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trong</a:t>
            </a:r>
            <a:r>
              <a:rPr lang="en-US" dirty="0"/>
              <a:t> </a:t>
            </a:r>
            <a:r>
              <a:rPr lang="en-US" dirty="0" err="1"/>
              <a:t>lĩnh</a:t>
            </a:r>
            <a:r>
              <a:rPr lang="en-US" dirty="0"/>
              <a:t> </a:t>
            </a:r>
            <a:r>
              <a:rPr lang="en-US" dirty="0" err="1"/>
              <a:t>vực</a:t>
            </a:r>
            <a:r>
              <a:rPr lang="en-US" dirty="0"/>
              <a:t> </a:t>
            </a:r>
            <a:r>
              <a:rPr lang="en-US" dirty="0" err="1"/>
              <a:t>của</a:t>
            </a:r>
            <a:r>
              <a:rPr lang="en-US" dirty="0"/>
              <a:t> </a:t>
            </a:r>
            <a:r>
              <a:rPr lang="en-US" dirty="0" err="1"/>
              <a:t>các</a:t>
            </a:r>
            <a:r>
              <a:rPr lang="en-US" dirty="0"/>
              <a:t> </a:t>
            </a:r>
            <a:r>
              <a:rPr lang="en-US" dirty="0" err="1"/>
              <a:t>nước</a:t>
            </a:r>
            <a:r>
              <a:rPr lang="en-US" dirty="0"/>
              <a:t> (</a:t>
            </a:r>
            <a:r>
              <a:rPr lang="en-US" dirty="0" err="1"/>
              <a:t>nhất</a:t>
            </a:r>
            <a:r>
              <a:rPr lang="en-US" dirty="0"/>
              <a:t> </a:t>
            </a:r>
            <a:r>
              <a:rPr lang="en-US" dirty="0" err="1"/>
              <a:t>là</a:t>
            </a:r>
            <a:r>
              <a:rPr lang="en-US" dirty="0"/>
              <a:t> </a:t>
            </a:r>
            <a:r>
              <a:rPr lang="en-US" dirty="0" err="1"/>
              <a:t>các</a:t>
            </a:r>
            <a:r>
              <a:rPr lang="en-US" dirty="0"/>
              <a:t> </a:t>
            </a:r>
            <a:r>
              <a:rPr lang="en-US" dirty="0" err="1"/>
              <a:t>nước</a:t>
            </a:r>
            <a:r>
              <a:rPr lang="en-US" dirty="0"/>
              <a:t> </a:t>
            </a:r>
            <a:r>
              <a:rPr lang="en-US" dirty="0" err="1"/>
              <a:t>phát</a:t>
            </a:r>
            <a:r>
              <a:rPr lang="en-US" dirty="0"/>
              <a:t> </a:t>
            </a:r>
            <a:r>
              <a:rPr lang="en-US" dirty="0" err="1"/>
              <a:t>triển</a:t>
            </a:r>
            <a:r>
              <a:rPr lang="en-US" dirty="0"/>
              <a:t>) </a:t>
            </a:r>
            <a:r>
              <a:rPr lang="en-US" dirty="0" err="1"/>
              <a:t>đều</a:t>
            </a:r>
            <a:r>
              <a:rPr lang="en-US" dirty="0"/>
              <a:t> </a:t>
            </a:r>
            <a:r>
              <a:rPr lang="en-US" dirty="0" err="1"/>
              <a:t>phụ</a:t>
            </a:r>
            <a:r>
              <a:rPr lang="en-US" dirty="0"/>
              <a:t> </a:t>
            </a:r>
            <a:r>
              <a:rPr lang="en-US" dirty="0" err="1"/>
              <a:t>thuộc</a:t>
            </a:r>
            <a:r>
              <a:rPr lang="en-US" dirty="0"/>
              <a:t> </a:t>
            </a:r>
            <a:r>
              <a:rPr lang="en-US" dirty="0" err="1"/>
              <a:t>vào</a:t>
            </a:r>
            <a:r>
              <a:rPr lang="en-US" dirty="0"/>
              <a:t> PM</a:t>
            </a:r>
          </a:p>
          <a:p>
            <a:r>
              <a:rPr lang="en-US" dirty="0"/>
              <a:t>PM </a:t>
            </a:r>
            <a:r>
              <a:rPr lang="en-US" dirty="0" err="1"/>
              <a:t>tạo</a:t>
            </a:r>
            <a:r>
              <a:rPr lang="en-US" dirty="0"/>
              <a:t> </a:t>
            </a:r>
            <a:r>
              <a:rPr lang="en-US" dirty="0" err="1"/>
              <a:t>ra</a:t>
            </a:r>
            <a:r>
              <a:rPr lang="en-US" dirty="0"/>
              <a:t> </a:t>
            </a:r>
            <a:r>
              <a:rPr lang="en-US" dirty="0" err="1"/>
              <a:t>sự</a:t>
            </a:r>
            <a:r>
              <a:rPr lang="en-US" dirty="0"/>
              <a:t> </a:t>
            </a:r>
            <a:r>
              <a:rPr lang="en-US" dirty="0" err="1"/>
              <a:t>khác</a:t>
            </a:r>
            <a:r>
              <a:rPr lang="en-US" dirty="0"/>
              <a:t> </a:t>
            </a:r>
            <a:r>
              <a:rPr lang="en-US" dirty="0" err="1"/>
              <a:t>biệt</a:t>
            </a:r>
            <a:r>
              <a:rPr lang="en-US" dirty="0"/>
              <a:t> </a:t>
            </a:r>
            <a:r>
              <a:rPr lang="en-US" dirty="0" err="1"/>
              <a:t>trong</a:t>
            </a:r>
            <a:r>
              <a:rPr lang="en-US" dirty="0"/>
              <a:t> </a:t>
            </a:r>
            <a:r>
              <a:rPr lang="en-US" dirty="0" err="1"/>
              <a:t>các</a:t>
            </a:r>
            <a:r>
              <a:rPr lang="en-US" dirty="0"/>
              <a:t> </a:t>
            </a:r>
            <a:r>
              <a:rPr lang="en-US" dirty="0" err="1"/>
              <a:t>tổ</a:t>
            </a:r>
            <a:r>
              <a:rPr lang="en-US" dirty="0"/>
              <a:t> </a:t>
            </a:r>
            <a:r>
              <a:rPr lang="en-US" dirty="0" err="1"/>
              <a:t>chức</a:t>
            </a:r>
            <a:endParaRPr lang="en-US" dirty="0"/>
          </a:p>
          <a:p>
            <a:pPr lvl="1"/>
            <a:r>
              <a:rPr lang="en-US" dirty="0"/>
              <a:t>Phong </a:t>
            </a:r>
            <a:r>
              <a:rPr lang="en-US" dirty="0" err="1"/>
              <a:t>cách</a:t>
            </a:r>
            <a:r>
              <a:rPr lang="en-US" dirty="0"/>
              <a:t> </a:t>
            </a:r>
            <a:r>
              <a:rPr lang="en-US" dirty="0" err="1"/>
              <a:t>làm</a:t>
            </a:r>
            <a:r>
              <a:rPr lang="en-US" dirty="0"/>
              <a:t> </a:t>
            </a:r>
            <a:r>
              <a:rPr lang="en-US" dirty="0" err="1"/>
              <a:t>việc</a:t>
            </a:r>
            <a:r>
              <a:rPr lang="en-US" dirty="0"/>
              <a:t>, </a:t>
            </a:r>
            <a:r>
              <a:rPr lang="en-US" dirty="0" err="1"/>
              <a:t>năng</a:t>
            </a:r>
            <a:r>
              <a:rPr lang="en-US" dirty="0"/>
              <a:t> </a:t>
            </a:r>
            <a:r>
              <a:rPr lang="en-US" dirty="0" err="1"/>
              <a:t>xuất</a:t>
            </a:r>
            <a:r>
              <a:rPr lang="en-US" dirty="0"/>
              <a:t> </a:t>
            </a:r>
            <a:r>
              <a:rPr lang="en-US" dirty="0" err="1"/>
              <a:t>lao</a:t>
            </a:r>
            <a:r>
              <a:rPr lang="en-US" dirty="0"/>
              <a:t> </a:t>
            </a:r>
            <a:r>
              <a:rPr lang="en-US" dirty="0" err="1"/>
              <a:t>động</a:t>
            </a:r>
            <a:r>
              <a:rPr lang="en-US" dirty="0"/>
              <a:t>, </a:t>
            </a:r>
            <a:r>
              <a:rPr lang="en-US" dirty="0" err="1"/>
              <a:t>thương</a:t>
            </a:r>
            <a:r>
              <a:rPr lang="en-US" dirty="0"/>
              <a:t> </a:t>
            </a:r>
            <a:r>
              <a:rPr lang="en-US" dirty="0" err="1"/>
              <a:t>hiệu</a:t>
            </a:r>
            <a:r>
              <a:rPr lang="en-US" dirty="0"/>
              <a:t>, …</a:t>
            </a:r>
          </a:p>
          <a:p>
            <a:r>
              <a:rPr lang="en-US" dirty="0"/>
              <a:t>Xu </a:t>
            </a:r>
            <a:r>
              <a:rPr lang="en-US" dirty="0" err="1"/>
              <a:t>hướng</a:t>
            </a:r>
            <a:r>
              <a:rPr lang="en-US" dirty="0"/>
              <a:t>: tin học </a:t>
            </a:r>
            <a:r>
              <a:rPr lang="en-US" dirty="0" err="1"/>
              <a:t>hóa</a:t>
            </a:r>
            <a:r>
              <a:rPr lang="en-US" dirty="0"/>
              <a:t> </a:t>
            </a:r>
            <a:r>
              <a:rPr lang="en-US" dirty="0" err="1"/>
              <a:t>toàn</a:t>
            </a:r>
            <a:r>
              <a:rPr lang="en-US" dirty="0"/>
              <a:t> </a:t>
            </a:r>
            <a:r>
              <a:rPr lang="en-US" dirty="0" err="1"/>
              <a:t>bộ</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của</a:t>
            </a:r>
            <a:r>
              <a:rPr lang="en-US" dirty="0"/>
              <a:t> </a:t>
            </a:r>
            <a:r>
              <a:rPr lang="en-US" dirty="0" err="1"/>
              <a:t>hầu</a:t>
            </a:r>
            <a:r>
              <a:rPr lang="en-US" dirty="0"/>
              <a:t> </a:t>
            </a:r>
            <a:r>
              <a:rPr lang="en-US" dirty="0" err="1"/>
              <a:t>hết</a:t>
            </a:r>
            <a:r>
              <a:rPr lang="en-US" dirty="0"/>
              <a:t> </a:t>
            </a:r>
            <a:r>
              <a:rPr lang="en-US" dirty="0" err="1"/>
              <a:t>các</a:t>
            </a:r>
            <a:r>
              <a:rPr lang="en-US" dirty="0"/>
              <a:t> </a:t>
            </a:r>
            <a:r>
              <a:rPr lang="en-US" dirty="0" err="1"/>
              <a:t>lĩnh</a:t>
            </a:r>
            <a:r>
              <a:rPr lang="en-US" dirty="0"/>
              <a:t> </a:t>
            </a:r>
            <a:r>
              <a:rPr lang="en-US" dirty="0" err="1"/>
              <a:t>vực</a:t>
            </a:r>
            <a:endParaRPr lang="en-US" dirty="0"/>
          </a:p>
          <a:p>
            <a:r>
              <a:rPr lang="en-US" dirty="0"/>
              <a:t>Con </a:t>
            </a:r>
            <a:r>
              <a:rPr lang="en-US" dirty="0" err="1"/>
              <a:t>người</a:t>
            </a:r>
            <a:r>
              <a:rPr lang="en-US" dirty="0"/>
              <a:t> </a:t>
            </a:r>
            <a:r>
              <a:rPr lang="en-US" dirty="0" err="1"/>
              <a:t>ngày</a:t>
            </a:r>
            <a:r>
              <a:rPr lang="en-US" dirty="0"/>
              <a:t> </a:t>
            </a:r>
            <a:r>
              <a:rPr lang="en-US" dirty="0" err="1"/>
              <a:t>càng</a:t>
            </a:r>
            <a:r>
              <a:rPr lang="en-US" dirty="0"/>
              <a:t> </a:t>
            </a:r>
            <a:r>
              <a:rPr lang="en-US" dirty="0" err="1"/>
              <a:t>phụ</a:t>
            </a:r>
            <a:r>
              <a:rPr lang="en-US" dirty="0"/>
              <a:t> </a:t>
            </a:r>
            <a:r>
              <a:rPr lang="en-US" dirty="0" err="1"/>
              <a:t>thuộc</a:t>
            </a:r>
            <a:r>
              <a:rPr lang="en-US" dirty="0"/>
              <a:t> </a:t>
            </a:r>
            <a:r>
              <a:rPr lang="en-US" dirty="0" err="1"/>
              <a:t>vào</a:t>
            </a:r>
            <a:r>
              <a:rPr lang="en-US" dirty="0"/>
              <a:t> PM</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5</a:t>
            </a:fld>
            <a:endParaRPr lang="en-US"/>
          </a:p>
        </p:txBody>
      </p:sp>
    </p:spTree>
    <p:extLst>
      <p:ext uri="{BB962C8B-B14F-4D97-AF65-F5344CB8AC3E}">
        <p14:creationId xmlns:p14="http://schemas.microsoft.com/office/powerpoint/2010/main" val="247354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Một</a:t>
            </a:r>
            <a:r>
              <a:rPr lang="en-US" dirty="0"/>
              <a:t> </a:t>
            </a:r>
            <a:r>
              <a:rPr lang="en-US" dirty="0" err="1"/>
              <a:t>số</a:t>
            </a:r>
            <a:r>
              <a:rPr lang="en-US" dirty="0"/>
              <a:t> </a:t>
            </a:r>
            <a:r>
              <a:rPr lang="en-US" dirty="0" err="1"/>
              <a:t>ví</a:t>
            </a:r>
            <a:r>
              <a:rPr lang="en-US" dirty="0"/>
              <a:t> </a:t>
            </a:r>
            <a:r>
              <a:rPr lang="en-US" dirty="0" err="1"/>
              <a:t>dụ</a:t>
            </a:r>
            <a:r>
              <a:rPr lang="en-US" dirty="0"/>
              <a:t> </a:t>
            </a:r>
            <a:r>
              <a:rPr lang="en-US" dirty="0" err="1"/>
              <a:t>về</a:t>
            </a:r>
            <a:r>
              <a:rPr lang="en-US" dirty="0"/>
              <a:t> </a:t>
            </a:r>
            <a:r>
              <a:rPr lang="en-US" dirty="0" err="1"/>
              <a:t>vai</a:t>
            </a:r>
            <a:r>
              <a:rPr lang="en-US" dirty="0"/>
              <a:t> </a:t>
            </a:r>
            <a:r>
              <a:rPr lang="en-US" dirty="0" err="1"/>
              <a:t>trò</a:t>
            </a:r>
            <a:r>
              <a:rPr lang="en-US" dirty="0"/>
              <a:t> </a:t>
            </a:r>
            <a:r>
              <a:rPr lang="en-US" dirty="0" err="1"/>
              <a:t>của</a:t>
            </a:r>
            <a:r>
              <a:rPr lang="en-US" dirty="0"/>
              <a:t> PM</a:t>
            </a:r>
          </a:p>
        </p:txBody>
      </p:sp>
      <p:sp>
        <p:nvSpPr>
          <p:cNvPr id="3" name="Content Placeholder 2"/>
          <p:cNvSpPr>
            <a:spLocks noGrp="1"/>
          </p:cNvSpPr>
          <p:nvPr>
            <p:ph idx="1"/>
          </p:nvPr>
        </p:nvSpPr>
        <p:spPr/>
        <p:txBody>
          <a:bodyPr>
            <a:normAutofit lnSpcReduction="10000"/>
          </a:bodyPr>
          <a:lstStyle/>
          <a:p>
            <a:r>
              <a:rPr lang="en-US" dirty="0"/>
              <a:t>Amazon.com</a:t>
            </a:r>
          </a:p>
          <a:p>
            <a:pPr lvl="1"/>
            <a:r>
              <a:rPr lang="en-US" dirty="0" err="1"/>
              <a:t>Thương</a:t>
            </a:r>
            <a:r>
              <a:rPr lang="en-US" dirty="0"/>
              <a:t> </a:t>
            </a:r>
            <a:r>
              <a:rPr lang="en-US" dirty="0" err="1"/>
              <a:t>mại</a:t>
            </a:r>
            <a:r>
              <a:rPr lang="en-US" dirty="0"/>
              <a:t> </a:t>
            </a:r>
            <a:r>
              <a:rPr lang="en-US" dirty="0" err="1"/>
              <a:t>điện</a:t>
            </a:r>
            <a:r>
              <a:rPr lang="en-US" dirty="0"/>
              <a:t> </a:t>
            </a:r>
            <a:r>
              <a:rPr lang="en-US" dirty="0" err="1"/>
              <a:t>tử</a:t>
            </a:r>
            <a:endParaRPr lang="en-US" dirty="0"/>
          </a:p>
          <a:p>
            <a:pPr lvl="1"/>
            <a:r>
              <a:rPr lang="en-US" dirty="0" err="1"/>
              <a:t>Chỉ</a:t>
            </a:r>
            <a:r>
              <a:rPr lang="en-US" dirty="0"/>
              <a:t> </a:t>
            </a:r>
            <a:r>
              <a:rPr lang="en-US" dirty="0" err="1"/>
              <a:t>sử</a:t>
            </a:r>
            <a:r>
              <a:rPr lang="en-US" dirty="0"/>
              <a:t> </a:t>
            </a:r>
            <a:r>
              <a:rPr lang="en-US" dirty="0" err="1"/>
              <a:t>dụng</a:t>
            </a:r>
            <a:r>
              <a:rPr lang="en-US" dirty="0"/>
              <a:t> 10% </a:t>
            </a:r>
            <a:r>
              <a:rPr lang="en-US" dirty="0" err="1"/>
              <a:t>nhân</a:t>
            </a:r>
            <a:r>
              <a:rPr lang="en-US" dirty="0"/>
              <a:t> </a:t>
            </a:r>
            <a:r>
              <a:rPr lang="en-US" dirty="0" err="1"/>
              <a:t>lực</a:t>
            </a:r>
            <a:r>
              <a:rPr lang="en-US" dirty="0"/>
              <a:t> so </a:t>
            </a:r>
            <a:r>
              <a:rPr lang="en-US" dirty="0" err="1"/>
              <a:t>với</a:t>
            </a:r>
            <a:r>
              <a:rPr lang="en-US" dirty="0"/>
              <a:t> </a:t>
            </a:r>
            <a:r>
              <a:rPr lang="en-US" dirty="0" err="1"/>
              <a:t>các</a:t>
            </a:r>
            <a:r>
              <a:rPr lang="en-US" dirty="0"/>
              <a:t> </a:t>
            </a:r>
            <a:r>
              <a:rPr lang="en-US" dirty="0" err="1"/>
              <a:t>doanh</a:t>
            </a:r>
            <a:r>
              <a:rPr lang="en-US" dirty="0"/>
              <a:t> </a:t>
            </a:r>
            <a:r>
              <a:rPr lang="en-US" dirty="0" err="1"/>
              <a:t>nghiệp</a:t>
            </a:r>
            <a:r>
              <a:rPr lang="en-US" dirty="0"/>
              <a:t> </a:t>
            </a:r>
            <a:r>
              <a:rPr lang="en-US" dirty="0" err="1"/>
              <a:t>bán</a:t>
            </a:r>
            <a:r>
              <a:rPr lang="en-US" dirty="0"/>
              <a:t> </a:t>
            </a:r>
            <a:r>
              <a:rPr lang="en-US" dirty="0" err="1"/>
              <a:t>lẻ</a:t>
            </a:r>
            <a:r>
              <a:rPr lang="en-US" dirty="0"/>
              <a:t> </a:t>
            </a:r>
            <a:r>
              <a:rPr lang="en-US" dirty="0" err="1"/>
              <a:t>khác</a:t>
            </a:r>
            <a:r>
              <a:rPr lang="en-US" dirty="0"/>
              <a:t> </a:t>
            </a:r>
          </a:p>
          <a:p>
            <a:pPr lvl="1"/>
            <a:r>
              <a:rPr lang="en-US" dirty="0" err="1"/>
              <a:t>Cơ</a:t>
            </a:r>
            <a:r>
              <a:rPr lang="en-US" dirty="0"/>
              <a:t> </a:t>
            </a:r>
            <a:r>
              <a:rPr lang="en-US" dirty="0" err="1"/>
              <a:t>chế</a:t>
            </a:r>
            <a:r>
              <a:rPr lang="en-US" dirty="0"/>
              <a:t> </a:t>
            </a:r>
            <a:r>
              <a:rPr lang="en-US" dirty="0" err="1"/>
              <a:t>quản</a:t>
            </a:r>
            <a:r>
              <a:rPr lang="en-US" dirty="0"/>
              <a:t> </a:t>
            </a:r>
            <a:r>
              <a:rPr lang="en-US" dirty="0" err="1"/>
              <a:t>lý</a:t>
            </a:r>
            <a:r>
              <a:rPr lang="en-US" dirty="0"/>
              <a:t> </a:t>
            </a:r>
            <a:r>
              <a:rPr lang="en-US" dirty="0" err="1"/>
              <a:t>khách</a:t>
            </a:r>
            <a:r>
              <a:rPr lang="en-US" dirty="0"/>
              <a:t> </a:t>
            </a:r>
            <a:r>
              <a:rPr lang="en-US" dirty="0" err="1"/>
              <a:t>hàng</a:t>
            </a:r>
            <a:r>
              <a:rPr lang="en-US" dirty="0"/>
              <a:t> </a:t>
            </a:r>
            <a:r>
              <a:rPr lang="en-US" dirty="0" err="1"/>
              <a:t>và</a:t>
            </a:r>
            <a:r>
              <a:rPr lang="en-US" dirty="0"/>
              <a:t> </a:t>
            </a:r>
            <a:r>
              <a:rPr lang="en-US" dirty="0" err="1"/>
              <a:t>tiếp</a:t>
            </a:r>
            <a:r>
              <a:rPr lang="en-US" dirty="0"/>
              <a:t> </a:t>
            </a:r>
            <a:r>
              <a:rPr lang="en-US" dirty="0" err="1"/>
              <a:t>thị</a:t>
            </a:r>
            <a:r>
              <a:rPr lang="en-US" dirty="0"/>
              <a:t> </a:t>
            </a:r>
            <a:r>
              <a:rPr lang="en-US" dirty="0" err="1"/>
              <a:t>hiệu</a:t>
            </a:r>
            <a:r>
              <a:rPr lang="en-US" dirty="0"/>
              <a:t> </a:t>
            </a:r>
            <a:r>
              <a:rPr lang="en-US" dirty="0" err="1"/>
              <a:t>quả</a:t>
            </a:r>
            <a:endParaRPr lang="en-US" dirty="0"/>
          </a:p>
          <a:p>
            <a:r>
              <a:rPr lang="en-US" dirty="0"/>
              <a:t>Walmart</a:t>
            </a:r>
          </a:p>
          <a:p>
            <a:pPr lvl="1"/>
            <a:r>
              <a:rPr lang="en-US" dirty="0" err="1"/>
              <a:t>Hệ</a:t>
            </a:r>
            <a:r>
              <a:rPr lang="en-US" dirty="0"/>
              <a:t> </a:t>
            </a:r>
            <a:r>
              <a:rPr lang="en-US" dirty="0" err="1"/>
              <a:t>thống</a:t>
            </a:r>
            <a:r>
              <a:rPr lang="en-US" dirty="0"/>
              <a:t> </a:t>
            </a:r>
            <a:r>
              <a:rPr lang="en-US" dirty="0" err="1"/>
              <a:t>bán</a:t>
            </a:r>
            <a:r>
              <a:rPr lang="en-US" dirty="0"/>
              <a:t> </a:t>
            </a:r>
            <a:r>
              <a:rPr lang="en-US" dirty="0" err="1"/>
              <a:t>lẻ</a:t>
            </a:r>
            <a:r>
              <a:rPr lang="en-US" dirty="0"/>
              <a:t> </a:t>
            </a:r>
            <a:r>
              <a:rPr lang="en-US" dirty="0" err="1"/>
              <a:t>hàng</a:t>
            </a:r>
            <a:r>
              <a:rPr lang="en-US" dirty="0"/>
              <a:t> </a:t>
            </a:r>
            <a:r>
              <a:rPr lang="en-US" dirty="0" err="1"/>
              <a:t>đầu</a:t>
            </a:r>
            <a:r>
              <a:rPr lang="en-US" dirty="0"/>
              <a:t> </a:t>
            </a:r>
          </a:p>
          <a:p>
            <a:pPr lvl="1"/>
            <a:r>
              <a:rPr lang="en-US" dirty="0" err="1"/>
              <a:t>Hệ</a:t>
            </a:r>
            <a:r>
              <a:rPr lang="en-US" dirty="0"/>
              <a:t> </a:t>
            </a:r>
            <a:r>
              <a:rPr lang="en-US" dirty="0" err="1"/>
              <a:t>thống</a:t>
            </a:r>
            <a:r>
              <a:rPr lang="en-US" dirty="0"/>
              <a:t> </a:t>
            </a:r>
            <a:r>
              <a:rPr lang="en-US" dirty="0" err="1"/>
              <a:t>quản</a:t>
            </a:r>
            <a:r>
              <a:rPr lang="en-US" dirty="0"/>
              <a:t> </a:t>
            </a:r>
            <a:r>
              <a:rPr lang="en-US" dirty="0" err="1"/>
              <a:t>lý</a:t>
            </a:r>
            <a:r>
              <a:rPr lang="en-US" dirty="0"/>
              <a:t> </a:t>
            </a:r>
            <a:r>
              <a:rPr lang="en-US" dirty="0" err="1"/>
              <a:t>kho</a:t>
            </a:r>
            <a:r>
              <a:rPr lang="en-US" dirty="0"/>
              <a:t> </a:t>
            </a:r>
            <a:r>
              <a:rPr lang="en-US" dirty="0" err="1"/>
              <a:t>siêu</a:t>
            </a:r>
            <a:r>
              <a:rPr lang="en-US" dirty="0"/>
              <a:t> </a:t>
            </a:r>
            <a:r>
              <a:rPr lang="en-US" dirty="0" err="1"/>
              <a:t>hiệu</a:t>
            </a:r>
            <a:r>
              <a:rPr lang="en-US" dirty="0"/>
              <a:t> </a:t>
            </a:r>
            <a:r>
              <a:rPr lang="en-US" dirty="0" err="1"/>
              <a:t>quả</a:t>
            </a:r>
            <a:endParaRPr lang="en-US" dirty="0"/>
          </a:p>
          <a:p>
            <a:r>
              <a:rPr lang="en-US" dirty="0"/>
              <a:t>…</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6</a:t>
            </a:fld>
            <a:endParaRPr lang="en-US" dirty="0"/>
          </a:p>
        </p:txBody>
      </p:sp>
    </p:spTree>
    <p:extLst>
      <p:ext uri="{BB962C8B-B14F-4D97-AF65-F5344CB8AC3E}">
        <p14:creationId xmlns:p14="http://schemas.microsoft.com/office/powerpoint/2010/main" val="297181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đặc</a:t>
            </a:r>
            <a:r>
              <a:rPr lang="en-US" dirty="0"/>
              <a:t> </a:t>
            </a:r>
            <a:r>
              <a:rPr lang="en-US" dirty="0" err="1"/>
              <a:t>trưng</a:t>
            </a:r>
            <a:r>
              <a:rPr lang="en-US" dirty="0"/>
              <a:t> </a:t>
            </a:r>
            <a:r>
              <a:rPr lang="en-US" dirty="0" err="1"/>
              <a:t>của</a:t>
            </a:r>
            <a:r>
              <a:rPr lang="en-US" dirty="0"/>
              <a:t> PM</a:t>
            </a:r>
          </a:p>
        </p:txBody>
      </p:sp>
      <p:sp>
        <p:nvSpPr>
          <p:cNvPr id="3" name="Content Placeholder 2"/>
          <p:cNvSpPr>
            <a:spLocks noGrp="1"/>
          </p:cNvSpPr>
          <p:nvPr>
            <p:ph idx="1"/>
          </p:nvPr>
        </p:nvSpPr>
        <p:spPr>
          <a:xfrm>
            <a:off x="438150" y="1435100"/>
            <a:ext cx="8195310" cy="4509200"/>
          </a:xfrm>
        </p:spPr>
        <p:txBody>
          <a:bodyPr/>
          <a:lstStyle/>
          <a:p>
            <a:r>
              <a:rPr lang="en-US" dirty="0" err="1"/>
              <a:t>Không</a:t>
            </a:r>
            <a:r>
              <a:rPr lang="en-US" dirty="0"/>
              <a:t> </a:t>
            </a:r>
            <a:r>
              <a:rPr lang="en-US" dirty="0" err="1"/>
              <a:t>mòn</a:t>
            </a:r>
            <a:r>
              <a:rPr lang="en-US" dirty="0"/>
              <a:t> </a:t>
            </a:r>
            <a:r>
              <a:rPr lang="en-US" dirty="0" err="1"/>
              <a:t>cũ</a:t>
            </a:r>
            <a:r>
              <a:rPr lang="en-US" dirty="0"/>
              <a:t> </a:t>
            </a:r>
            <a:r>
              <a:rPr lang="en-US" dirty="0" err="1"/>
              <a:t>nhưng</a:t>
            </a:r>
            <a:r>
              <a:rPr lang="en-US" dirty="0"/>
              <a:t> </a:t>
            </a:r>
            <a:r>
              <a:rPr lang="en-US" dirty="0" err="1"/>
              <a:t>thoái</a:t>
            </a:r>
            <a:r>
              <a:rPr lang="en-US" dirty="0"/>
              <a:t> </a:t>
            </a:r>
            <a:r>
              <a:rPr lang="en-US" dirty="0" err="1"/>
              <a:t>hóa</a:t>
            </a:r>
            <a:r>
              <a:rPr lang="en-US" dirty="0"/>
              <a:t> </a:t>
            </a:r>
            <a:r>
              <a:rPr lang="en-US" dirty="0" err="1"/>
              <a:t>theo</a:t>
            </a:r>
            <a:r>
              <a:rPr lang="en-US" dirty="0"/>
              <a:t> </a:t>
            </a:r>
            <a:r>
              <a:rPr lang="en-US" dirty="0" err="1"/>
              <a:t>thời</a:t>
            </a:r>
            <a:r>
              <a:rPr lang="en-US" dirty="0"/>
              <a:t> </a:t>
            </a:r>
            <a:r>
              <a:rPr lang="en-US" dirty="0" err="1"/>
              <a:t>gian</a:t>
            </a:r>
            <a:endParaRPr lang="en-US" dirty="0"/>
          </a:p>
          <a:p>
            <a:pPr lvl="1"/>
            <a:r>
              <a:rPr lang="en-US" dirty="0" err="1"/>
              <a:t>Không</a:t>
            </a:r>
            <a:r>
              <a:rPr lang="en-US" dirty="0"/>
              <a:t> </a:t>
            </a:r>
            <a:r>
              <a:rPr lang="en-US" dirty="0" err="1"/>
              <a:t>bị</a:t>
            </a:r>
            <a:r>
              <a:rPr lang="en-US" dirty="0"/>
              <a:t> </a:t>
            </a:r>
            <a:r>
              <a:rPr lang="en-US" dirty="0" err="1"/>
              <a:t>hỏng</a:t>
            </a:r>
            <a:r>
              <a:rPr lang="en-US" dirty="0"/>
              <a:t> </a:t>
            </a:r>
            <a:r>
              <a:rPr lang="en-US" dirty="0" err="1"/>
              <a:t>như</a:t>
            </a:r>
            <a:r>
              <a:rPr lang="en-US" dirty="0"/>
              <a:t> </a:t>
            </a:r>
            <a:r>
              <a:rPr lang="en-US" dirty="0" err="1"/>
              <a:t>phần</a:t>
            </a:r>
            <a:r>
              <a:rPr lang="en-US" dirty="0"/>
              <a:t> </a:t>
            </a:r>
            <a:r>
              <a:rPr lang="en-US" dirty="0" err="1"/>
              <a:t>cứng</a:t>
            </a:r>
            <a:r>
              <a:rPr lang="en-US" dirty="0"/>
              <a:t>/</a:t>
            </a:r>
            <a:r>
              <a:rPr lang="en-US" dirty="0" err="1"/>
              <a:t>các</a:t>
            </a:r>
            <a:r>
              <a:rPr lang="en-US" dirty="0"/>
              <a:t> </a:t>
            </a:r>
            <a:r>
              <a:rPr lang="en-US" dirty="0" err="1"/>
              <a:t>thiết</a:t>
            </a:r>
            <a:r>
              <a:rPr lang="en-US" dirty="0"/>
              <a:t> </a:t>
            </a:r>
            <a:r>
              <a:rPr lang="en-US" dirty="0" err="1"/>
              <a:t>bị</a:t>
            </a:r>
            <a:r>
              <a:rPr lang="en-US" dirty="0"/>
              <a:t> </a:t>
            </a:r>
            <a:r>
              <a:rPr lang="en-US" dirty="0" err="1"/>
              <a:t>vật</a:t>
            </a:r>
            <a:r>
              <a:rPr lang="en-US" dirty="0"/>
              <a:t> </a:t>
            </a:r>
            <a:r>
              <a:rPr lang="en-US" dirty="0" err="1"/>
              <a:t>lý</a:t>
            </a:r>
            <a:endParaRPr lang="en-US" dirty="0"/>
          </a:p>
          <a:p>
            <a:pPr lvl="1"/>
            <a:r>
              <a:rPr lang="en-US" dirty="0" err="1"/>
              <a:t>Môi</a:t>
            </a:r>
            <a:r>
              <a:rPr lang="en-US" dirty="0"/>
              <a:t> </a:t>
            </a:r>
            <a:r>
              <a:rPr lang="en-US" dirty="0" err="1"/>
              <a:t>trường</a:t>
            </a:r>
            <a:r>
              <a:rPr lang="en-US" dirty="0"/>
              <a:t> </a:t>
            </a:r>
            <a:r>
              <a:rPr lang="en-US" dirty="0" err="1"/>
              <a:t>sử</a:t>
            </a:r>
            <a:r>
              <a:rPr lang="en-US" dirty="0"/>
              <a:t> </a:t>
            </a:r>
            <a:r>
              <a:rPr lang="en-US" dirty="0" err="1"/>
              <a:t>dụng</a:t>
            </a:r>
            <a:r>
              <a:rPr lang="en-US" dirty="0"/>
              <a:t>, </a:t>
            </a:r>
            <a:r>
              <a:rPr lang="en-US" dirty="0" err="1"/>
              <a:t>nhu</a:t>
            </a:r>
            <a:r>
              <a:rPr lang="en-US" dirty="0"/>
              <a:t> </a:t>
            </a:r>
            <a:r>
              <a:rPr lang="en-US" dirty="0" err="1"/>
              <a:t>cầu</a:t>
            </a:r>
            <a:r>
              <a:rPr lang="en-US" dirty="0"/>
              <a:t> </a:t>
            </a:r>
            <a:r>
              <a:rPr lang="en-US" dirty="0" err="1"/>
              <a:t>thay</a:t>
            </a:r>
            <a:r>
              <a:rPr lang="en-US" dirty="0"/>
              <a:t> </a:t>
            </a:r>
            <a:r>
              <a:rPr lang="en-US" dirty="0" err="1"/>
              <a:t>đổi</a:t>
            </a:r>
            <a:r>
              <a:rPr lang="en-US" dirty="0"/>
              <a:t>, </a:t>
            </a:r>
            <a:r>
              <a:rPr lang="en-US" dirty="0" err="1"/>
              <a:t>lỗi</a:t>
            </a:r>
            <a:r>
              <a:rPr lang="en-US" dirty="0"/>
              <a:t> </a:t>
            </a:r>
            <a:r>
              <a:rPr lang="en-US" dirty="0" err="1"/>
              <a:t>phát</a:t>
            </a:r>
            <a:r>
              <a:rPr lang="en-US" dirty="0"/>
              <a:t> </a:t>
            </a:r>
            <a:r>
              <a:rPr lang="en-US" dirty="0" err="1"/>
              <a:t>sinh</a:t>
            </a:r>
            <a:r>
              <a:rPr lang="en-US" dirty="0"/>
              <a:t> do </a:t>
            </a:r>
            <a:r>
              <a:rPr lang="en-US" dirty="0" err="1"/>
              <a:t>nâng</a:t>
            </a:r>
            <a:r>
              <a:rPr lang="en-US" dirty="0"/>
              <a:t> </a:t>
            </a:r>
            <a:r>
              <a:rPr lang="en-US" dirty="0" err="1"/>
              <a:t>cấp</a:t>
            </a:r>
            <a:r>
              <a:rPr lang="en-US" dirty="0"/>
              <a:t>, …</a:t>
            </a:r>
          </a:p>
        </p:txBody>
      </p:sp>
      <p:sp>
        <p:nvSpPr>
          <p:cNvPr id="6" name="Footer Placeholder 5"/>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p:cNvSpPr>
            <a:spLocks noGrp="1"/>
          </p:cNvSpPr>
          <p:nvPr>
            <p:ph type="sldNum" sz="quarter" idx="12"/>
          </p:nvPr>
        </p:nvSpPr>
        <p:spPr/>
        <p:txBody>
          <a:bodyPr/>
          <a:lstStyle/>
          <a:p>
            <a:pPr>
              <a:defRPr/>
            </a:pPr>
            <a:fld id="{A7A27918-AF68-41BB-82C7-522D23BA7CE7}" type="slidenum">
              <a:rPr lang="en-US" smtClean="0"/>
              <a:pPr>
                <a:defRPr/>
              </a:pPr>
              <a:t>7</a:t>
            </a:fld>
            <a:endParaRPr lang="en-US" dirty="0"/>
          </a:p>
        </p:txBody>
      </p:sp>
      <p:pic>
        <p:nvPicPr>
          <p:cNvPr id="4" name="Picture 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6981" y="3263900"/>
            <a:ext cx="73152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939692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đặc</a:t>
            </a:r>
            <a:r>
              <a:rPr lang="en-US" dirty="0"/>
              <a:t> </a:t>
            </a:r>
            <a:r>
              <a:rPr lang="en-US" dirty="0" err="1"/>
              <a:t>trưng</a:t>
            </a:r>
            <a:r>
              <a:rPr lang="en-US" dirty="0"/>
              <a:t> </a:t>
            </a:r>
            <a:r>
              <a:rPr lang="en-US" dirty="0" err="1"/>
              <a:t>của</a:t>
            </a:r>
            <a:r>
              <a:rPr lang="en-US" dirty="0"/>
              <a:t> PM</a:t>
            </a:r>
          </a:p>
        </p:txBody>
      </p:sp>
      <p:sp>
        <p:nvSpPr>
          <p:cNvPr id="3" name="Content Placeholder 2"/>
          <p:cNvSpPr>
            <a:spLocks noGrp="1"/>
          </p:cNvSpPr>
          <p:nvPr>
            <p:ph idx="1"/>
          </p:nvPr>
        </p:nvSpPr>
        <p:spPr/>
        <p:txBody>
          <a:bodyPr>
            <a:normAutofit fontScale="85000" lnSpcReduction="10000"/>
          </a:bodyPr>
          <a:lstStyle/>
          <a:p>
            <a:r>
              <a:rPr lang="en-US" dirty="0" err="1"/>
              <a:t>Không</a:t>
            </a:r>
            <a:r>
              <a:rPr lang="en-US" dirty="0"/>
              <a:t> </a:t>
            </a:r>
            <a:r>
              <a:rPr lang="en-US" dirty="0" err="1"/>
              <a:t>được</a:t>
            </a:r>
            <a:r>
              <a:rPr lang="en-US" dirty="0"/>
              <a:t> </a:t>
            </a:r>
            <a:r>
              <a:rPr lang="en-US" dirty="0" err="1"/>
              <a:t>lắp</a:t>
            </a:r>
            <a:r>
              <a:rPr lang="en-US" dirty="0"/>
              <a:t> </a:t>
            </a:r>
            <a:r>
              <a:rPr lang="en-US" dirty="0" err="1"/>
              <a:t>ráp</a:t>
            </a:r>
            <a:r>
              <a:rPr lang="en-US" dirty="0"/>
              <a:t> </a:t>
            </a:r>
            <a:r>
              <a:rPr lang="en-US" dirty="0" err="1"/>
              <a:t>từ</a:t>
            </a:r>
            <a:r>
              <a:rPr lang="en-US" dirty="0"/>
              <a:t> </a:t>
            </a:r>
            <a:r>
              <a:rPr lang="en-US" dirty="0" err="1"/>
              <a:t>mẫu</a:t>
            </a:r>
            <a:r>
              <a:rPr lang="en-US" dirty="0"/>
              <a:t> </a:t>
            </a:r>
            <a:r>
              <a:rPr lang="en-US" dirty="0" err="1"/>
              <a:t>có</a:t>
            </a:r>
            <a:r>
              <a:rPr lang="en-US" dirty="0"/>
              <a:t> </a:t>
            </a:r>
            <a:r>
              <a:rPr lang="en-US" dirty="0" err="1"/>
              <a:t>sẵn</a:t>
            </a:r>
            <a:endParaRPr lang="en-US" dirty="0"/>
          </a:p>
          <a:p>
            <a:pPr lvl="1"/>
            <a:r>
              <a:rPr lang="en-US" dirty="0" err="1"/>
              <a:t>Không</a:t>
            </a:r>
            <a:r>
              <a:rPr lang="en-US" dirty="0"/>
              <a:t> </a:t>
            </a:r>
            <a:r>
              <a:rPr lang="en-US" dirty="0" err="1"/>
              <a:t>có</a:t>
            </a:r>
            <a:r>
              <a:rPr lang="en-US" dirty="0"/>
              <a:t> </a:t>
            </a:r>
            <a:r>
              <a:rPr lang="en-US" dirty="0" err="1"/>
              <a:t>danh</a:t>
            </a:r>
            <a:r>
              <a:rPr lang="en-US" dirty="0"/>
              <a:t> </a:t>
            </a:r>
            <a:r>
              <a:rPr lang="en-US" dirty="0" err="1"/>
              <a:t>mục</a:t>
            </a:r>
            <a:r>
              <a:rPr lang="en-US" dirty="0"/>
              <a:t> chi </a:t>
            </a:r>
            <a:r>
              <a:rPr lang="en-US" dirty="0" err="1"/>
              <a:t>tiết</a:t>
            </a:r>
            <a:r>
              <a:rPr lang="en-US" dirty="0"/>
              <a:t> </a:t>
            </a:r>
            <a:r>
              <a:rPr lang="en-US" dirty="0" err="1"/>
              <a:t>cho</a:t>
            </a:r>
            <a:r>
              <a:rPr lang="en-US" dirty="0"/>
              <a:t> </a:t>
            </a:r>
            <a:r>
              <a:rPr lang="en-US" dirty="0" err="1"/>
              <a:t>trước</a:t>
            </a:r>
            <a:endParaRPr lang="en-US" dirty="0"/>
          </a:p>
          <a:p>
            <a:pPr lvl="1"/>
            <a:r>
              <a:rPr lang="en-US" dirty="0" err="1"/>
              <a:t>Sản</a:t>
            </a:r>
            <a:r>
              <a:rPr lang="en-US" dirty="0"/>
              <a:t> </a:t>
            </a:r>
            <a:r>
              <a:rPr lang="en-US" dirty="0" err="1"/>
              <a:t>phẩm</a:t>
            </a:r>
            <a:r>
              <a:rPr lang="en-US" dirty="0"/>
              <a:t> </a:t>
            </a:r>
            <a:r>
              <a:rPr lang="en-US" dirty="0" err="1"/>
              <a:t>đặt</a:t>
            </a:r>
            <a:r>
              <a:rPr lang="en-US" dirty="0"/>
              <a:t> </a:t>
            </a:r>
            <a:r>
              <a:rPr lang="en-US" dirty="0" err="1"/>
              <a:t>hàng</a:t>
            </a:r>
            <a:r>
              <a:rPr lang="en-US" dirty="0"/>
              <a:t> </a:t>
            </a:r>
            <a:r>
              <a:rPr lang="en-US" dirty="0" err="1"/>
              <a:t>theo</a:t>
            </a:r>
            <a:r>
              <a:rPr lang="en-US" dirty="0"/>
              <a:t> </a:t>
            </a:r>
            <a:r>
              <a:rPr lang="en-US" dirty="0" err="1"/>
              <a:t>yêu</a:t>
            </a:r>
            <a:r>
              <a:rPr lang="en-US" dirty="0"/>
              <a:t> </a:t>
            </a:r>
            <a:r>
              <a:rPr lang="en-US" dirty="0" err="1"/>
              <a:t>cầu</a:t>
            </a:r>
            <a:r>
              <a:rPr lang="en-US" dirty="0"/>
              <a:t> </a:t>
            </a:r>
            <a:r>
              <a:rPr lang="en-US" dirty="0" err="1"/>
              <a:t>riêng</a:t>
            </a:r>
            <a:endParaRPr lang="en-US" dirty="0"/>
          </a:p>
          <a:p>
            <a:r>
              <a:rPr lang="en-US" dirty="0" err="1"/>
              <a:t>Phức</a:t>
            </a:r>
            <a:r>
              <a:rPr lang="en-US" dirty="0"/>
              <a:t> </a:t>
            </a:r>
            <a:r>
              <a:rPr lang="en-US" dirty="0" err="1"/>
              <a:t>tạp</a:t>
            </a:r>
            <a:r>
              <a:rPr lang="en-US" dirty="0"/>
              <a:t>, </a:t>
            </a:r>
            <a:r>
              <a:rPr lang="en-US" dirty="0" err="1"/>
              <a:t>khó</a:t>
            </a:r>
            <a:r>
              <a:rPr lang="en-US" dirty="0"/>
              <a:t> </a:t>
            </a:r>
            <a:r>
              <a:rPr lang="en-US" dirty="0" err="1"/>
              <a:t>hiểu</a:t>
            </a:r>
            <a:r>
              <a:rPr lang="en-US" dirty="0"/>
              <a:t>, </a:t>
            </a:r>
            <a:r>
              <a:rPr lang="en-US" dirty="0" err="1"/>
              <a:t>vô</a:t>
            </a:r>
            <a:r>
              <a:rPr lang="en-US" dirty="0"/>
              <a:t> </a:t>
            </a:r>
            <a:r>
              <a:rPr lang="en-US" dirty="0" err="1"/>
              <a:t>hình</a:t>
            </a:r>
            <a:endParaRPr lang="en-US" dirty="0"/>
          </a:p>
          <a:p>
            <a:r>
              <a:rPr lang="en-US" dirty="0" err="1"/>
              <a:t>Luôn</a:t>
            </a:r>
            <a:r>
              <a:rPr lang="en-US" dirty="0"/>
              <a:t> </a:t>
            </a:r>
            <a:r>
              <a:rPr lang="en-US" dirty="0" err="1"/>
              <a:t>luôn</a:t>
            </a:r>
            <a:r>
              <a:rPr lang="en-US" dirty="0"/>
              <a:t> </a:t>
            </a:r>
            <a:r>
              <a:rPr lang="en-US" dirty="0" err="1"/>
              <a:t>thay</a:t>
            </a:r>
            <a:r>
              <a:rPr lang="en-US" dirty="0"/>
              <a:t> </a:t>
            </a:r>
            <a:r>
              <a:rPr lang="en-US" dirty="0" err="1"/>
              <a:t>đổi</a:t>
            </a:r>
            <a:r>
              <a:rPr lang="en-US" dirty="0"/>
              <a:t> (</a:t>
            </a:r>
            <a:r>
              <a:rPr lang="en-US" dirty="0" err="1"/>
              <a:t>thay</a:t>
            </a:r>
            <a:r>
              <a:rPr lang="en-US" dirty="0"/>
              <a:t> </a:t>
            </a:r>
            <a:r>
              <a:rPr lang="en-US" dirty="0" err="1"/>
              <a:t>đổi</a:t>
            </a:r>
            <a:r>
              <a:rPr lang="en-US" dirty="0"/>
              <a:t> </a:t>
            </a:r>
            <a:r>
              <a:rPr lang="en-US" dirty="0" err="1"/>
              <a:t>là</a:t>
            </a:r>
            <a:r>
              <a:rPr lang="en-US" dirty="0"/>
              <a:t> </a:t>
            </a:r>
            <a:r>
              <a:rPr lang="en-US" dirty="0" err="1"/>
              <a:t>bản</a:t>
            </a:r>
            <a:r>
              <a:rPr lang="en-US" dirty="0"/>
              <a:t> </a:t>
            </a:r>
            <a:r>
              <a:rPr lang="en-US" dirty="0" err="1"/>
              <a:t>chất</a:t>
            </a:r>
            <a:r>
              <a:rPr lang="en-US" dirty="0"/>
              <a:t> </a:t>
            </a:r>
            <a:r>
              <a:rPr lang="en-US" dirty="0" err="1"/>
              <a:t>của</a:t>
            </a:r>
            <a:r>
              <a:rPr lang="en-US" dirty="0"/>
              <a:t> PM)</a:t>
            </a:r>
          </a:p>
          <a:p>
            <a:pPr lvl="1"/>
            <a:r>
              <a:rPr lang="en-US" dirty="0" err="1"/>
              <a:t>Nghiệp</a:t>
            </a:r>
            <a:r>
              <a:rPr lang="en-US" dirty="0"/>
              <a:t> </a:t>
            </a:r>
            <a:r>
              <a:rPr lang="en-US" dirty="0" err="1"/>
              <a:t>vụ</a:t>
            </a:r>
            <a:r>
              <a:rPr lang="en-US" dirty="0"/>
              <a:t> </a:t>
            </a:r>
            <a:r>
              <a:rPr lang="en-US" dirty="0" err="1"/>
              <a:t>thay</a:t>
            </a:r>
            <a:r>
              <a:rPr lang="en-US" dirty="0"/>
              <a:t> </a:t>
            </a:r>
            <a:r>
              <a:rPr lang="en-US" dirty="0" err="1"/>
              <a:t>đổi</a:t>
            </a:r>
            <a:r>
              <a:rPr lang="en-US" dirty="0"/>
              <a:t>, </a:t>
            </a:r>
            <a:r>
              <a:rPr lang="en-US" dirty="0" err="1"/>
              <a:t>nhu</a:t>
            </a:r>
            <a:r>
              <a:rPr lang="en-US" dirty="0"/>
              <a:t> </a:t>
            </a:r>
            <a:r>
              <a:rPr lang="en-US" dirty="0" err="1"/>
              <a:t>cầu</a:t>
            </a:r>
            <a:r>
              <a:rPr lang="en-US" dirty="0"/>
              <a:t> con </a:t>
            </a:r>
            <a:r>
              <a:rPr lang="en-US" dirty="0" err="1"/>
              <a:t>người</a:t>
            </a:r>
            <a:r>
              <a:rPr lang="en-US" dirty="0"/>
              <a:t> </a:t>
            </a:r>
            <a:r>
              <a:rPr lang="en-US" dirty="0" err="1"/>
              <a:t>thay</a:t>
            </a:r>
            <a:r>
              <a:rPr lang="en-US" dirty="0"/>
              <a:t> </a:t>
            </a:r>
            <a:r>
              <a:rPr lang="en-US" dirty="0" err="1"/>
              <a:t>đổi</a:t>
            </a:r>
            <a:endParaRPr lang="en-US" dirty="0"/>
          </a:p>
          <a:p>
            <a:pPr lvl="1"/>
            <a:r>
              <a:rPr lang="en-US" dirty="0" err="1"/>
              <a:t>Lỗi</a:t>
            </a:r>
            <a:r>
              <a:rPr lang="en-US" dirty="0"/>
              <a:t> </a:t>
            </a:r>
            <a:r>
              <a:rPr lang="en-US" dirty="0" err="1"/>
              <a:t>phát</a:t>
            </a:r>
            <a:r>
              <a:rPr lang="en-US" dirty="0"/>
              <a:t> </a:t>
            </a:r>
            <a:r>
              <a:rPr lang="en-US" dirty="0" err="1"/>
              <a:t>sinh</a:t>
            </a:r>
            <a:r>
              <a:rPr lang="en-US" dirty="0"/>
              <a:t> (do </a:t>
            </a:r>
            <a:r>
              <a:rPr lang="en-US" dirty="0" err="1"/>
              <a:t>đảm</a:t>
            </a:r>
            <a:r>
              <a:rPr lang="en-US" dirty="0"/>
              <a:t> </a:t>
            </a:r>
            <a:r>
              <a:rPr lang="en-US" dirty="0" err="1"/>
              <a:t>bảo</a:t>
            </a:r>
            <a:r>
              <a:rPr lang="en-US" dirty="0"/>
              <a:t> </a:t>
            </a:r>
            <a:r>
              <a:rPr lang="en-US" dirty="0" err="1"/>
              <a:t>chất</a:t>
            </a:r>
            <a:r>
              <a:rPr lang="en-US" dirty="0"/>
              <a:t> </a:t>
            </a:r>
            <a:r>
              <a:rPr lang="en-US" dirty="0" err="1"/>
              <a:t>lượng</a:t>
            </a:r>
            <a:r>
              <a:rPr lang="en-US" dirty="0"/>
              <a:t> </a:t>
            </a:r>
            <a:r>
              <a:rPr lang="en-US" dirty="0" err="1"/>
              <a:t>chưa</a:t>
            </a:r>
            <a:r>
              <a:rPr lang="en-US" dirty="0"/>
              <a:t> </a:t>
            </a:r>
            <a:r>
              <a:rPr lang="en-US" dirty="0" err="1"/>
              <a:t>tốt</a:t>
            </a:r>
            <a:r>
              <a:rPr lang="en-US" dirty="0"/>
              <a:t>, …)</a:t>
            </a:r>
          </a:p>
          <a:p>
            <a:pPr lvl="1"/>
            <a:r>
              <a:rPr lang="en-US" dirty="0" err="1"/>
              <a:t>Môi</a:t>
            </a:r>
            <a:r>
              <a:rPr lang="en-US" dirty="0"/>
              <a:t> </a:t>
            </a:r>
            <a:r>
              <a:rPr lang="en-US" dirty="0" err="1"/>
              <a:t>trường</a:t>
            </a:r>
            <a:r>
              <a:rPr lang="en-US" dirty="0"/>
              <a:t> </a:t>
            </a:r>
            <a:r>
              <a:rPr lang="en-US" dirty="0" err="1"/>
              <a:t>vận</a:t>
            </a:r>
            <a:r>
              <a:rPr lang="en-US" dirty="0"/>
              <a:t> </a:t>
            </a:r>
            <a:r>
              <a:rPr lang="en-US" dirty="0" err="1"/>
              <a:t>hành</a:t>
            </a:r>
            <a:r>
              <a:rPr lang="en-US" dirty="0"/>
              <a:t> </a:t>
            </a:r>
            <a:r>
              <a:rPr lang="en-US" dirty="0" err="1"/>
              <a:t>thay</a:t>
            </a:r>
            <a:r>
              <a:rPr lang="en-US" dirty="0"/>
              <a:t> </a:t>
            </a:r>
            <a:r>
              <a:rPr lang="en-US" dirty="0" err="1"/>
              <a:t>đổi</a:t>
            </a:r>
            <a:r>
              <a:rPr lang="en-US" dirty="0"/>
              <a:t> (</a:t>
            </a:r>
            <a:r>
              <a:rPr lang="en-US" dirty="0" err="1"/>
              <a:t>phần</a:t>
            </a:r>
            <a:r>
              <a:rPr lang="en-US" dirty="0"/>
              <a:t> </a:t>
            </a:r>
            <a:r>
              <a:rPr lang="en-US" dirty="0" err="1"/>
              <a:t>cứng</a:t>
            </a:r>
            <a:r>
              <a:rPr lang="en-US" dirty="0"/>
              <a:t>, </a:t>
            </a:r>
            <a:r>
              <a:rPr lang="en-US" dirty="0" err="1"/>
              <a:t>hệ</a:t>
            </a:r>
            <a:r>
              <a:rPr lang="en-US" dirty="0"/>
              <a:t> </a:t>
            </a:r>
            <a:r>
              <a:rPr lang="en-US" dirty="0" err="1"/>
              <a:t>điều</a:t>
            </a:r>
            <a:r>
              <a:rPr lang="en-US" dirty="0"/>
              <a:t> </a:t>
            </a:r>
            <a:r>
              <a:rPr lang="en-US" dirty="0" err="1"/>
              <a:t>hành</a:t>
            </a:r>
            <a:r>
              <a:rPr lang="en-US" dirty="0"/>
              <a:t>)</a:t>
            </a:r>
          </a:p>
          <a:p>
            <a:r>
              <a:rPr lang="en-US" dirty="0" err="1"/>
              <a:t>Được</a:t>
            </a:r>
            <a:r>
              <a:rPr lang="en-US" dirty="0"/>
              <a:t> </a:t>
            </a:r>
            <a:r>
              <a:rPr lang="en-US" dirty="0" err="1"/>
              <a:t>phát</a:t>
            </a:r>
            <a:r>
              <a:rPr lang="en-US" dirty="0"/>
              <a:t> </a:t>
            </a:r>
            <a:r>
              <a:rPr lang="en-US" dirty="0" err="1"/>
              <a:t>triển</a:t>
            </a:r>
            <a:r>
              <a:rPr lang="en-US" dirty="0"/>
              <a:t> </a:t>
            </a:r>
            <a:r>
              <a:rPr lang="en-US" dirty="0" err="1"/>
              <a:t>theo</a:t>
            </a:r>
            <a:r>
              <a:rPr lang="en-US" dirty="0"/>
              <a:t> </a:t>
            </a:r>
            <a:r>
              <a:rPr lang="en-US" dirty="0" err="1"/>
              <a:t>nhóm</a:t>
            </a:r>
            <a:endParaRPr lang="en-US" dirty="0"/>
          </a:p>
          <a:p>
            <a:pPr lvl="1"/>
            <a:r>
              <a:rPr lang="en-US" dirty="0" err="1"/>
              <a:t>Yêu</a:t>
            </a:r>
            <a:r>
              <a:rPr lang="en-US" dirty="0"/>
              <a:t> </a:t>
            </a:r>
            <a:r>
              <a:rPr lang="en-US" dirty="0" err="1"/>
              <a:t>cầu</a:t>
            </a:r>
            <a:r>
              <a:rPr lang="en-US" dirty="0"/>
              <a:t> </a:t>
            </a:r>
            <a:r>
              <a:rPr lang="en-US" dirty="0" err="1"/>
              <a:t>kỹ</a:t>
            </a:r>
            <a:r>
              <a:rPr lang="en-US" dirty="0"/>
              <a:t> </a:t>
            </a:r>
            <a:r>
              <a:rPr lang="en-US" dirty="0" err="1"/>
              <a:t>năng</a:t>
            </a:r>
            <a:r>
              <a:rPr lang="en-US" dirty="0"/>
              <a:t> </a:t>
            </a:r>
            <a:r>
              <a:rPr lang="en-US" dirty="0" err="1"/>
              <a:t>khác</a:t>
            </a:r>
            <a:r>
              <a:rPr lang="en-US" dirty="0"/>
              <a:t> </a:t>
            </a:r>
            <a:r>
              <a:rPr lang="en-US" dirty="0" err="1"/>
              <a:t>nhau</a:t>
            </a:r>
            <a:endParaRPr lang="en-US" dirty="0"/>
          </a:p>
          <a:p>
            <a:pPr lvl="1"/>
            <a:r>
              <a:rPr lang="en-US" dirty="0" err="1"/>
              <a:t>Nhu</a:t>
            </a:r>
            <a:r>
              <a:rPr lang="en-US" dirty="0"/>
              <a:t> </a:t>
            </a:r>
            <a:r>
              <a:rPr lang="en-US" dirty="0" err="1"/>
              <a:t>cầu</a:t>
            </a:r>
            <a:r>
              <a:rPr lang="en-US" dirty="0"/>
              <a:t> </a:t>
            </a:r>
            <a:r>
              <a:rPr lang="en-US" dirty="0" err="1"/>
              <a:t>bàn</a:t>
            </a:r>
            <a:r>
              <a:rPr lang="en-US" dirty="0"/>
              <a:t> </a:t>
            </a:r>
            <a:r>
              <a:rPr lang="en-US" dirty="0" err="1"/>
              <a:t>giao</a:t>
            </a:r>
            <a:r>
              <a:rPr lang="en-US" dirty="0"/>
              <a:t> </a:t>
            </a:r>
            <a:r>
              <a:rPr lang="en-US" dirty="0" err="1"/>
              <a:t>nhanh</a:t>
            </a:r>
            <a:endParaRPr lang="en-US" dirty="0"/>
          </a:p>
          <a:p>
            <a:pPr lvl="1"/>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8</a:t>
            </a:fld>
            <a:endParaRPr lang="en-US" dirty="0"/>
          </a:p>
        </p:txBody>
      </p:sp>
    </p:spTree>
    <p:extLst>
      <p:ext uri="{BB962C8B-B14F-4D97-AF65-F5344CB8AC3E}">
        <p14:creationId xmlns:p14="http://schemas.microsoft.com/office/powerpoint/2010/main" val="3739159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Phân</a:t>
            </a:r>
            <a:r>
              <a:rPr lang="en-US" dirty="0"/>
              <a:t> </a:t>
            </a:r>
            <a:r>
              <a:rPr lang="en-US" dirty="0" err="1"/>
              <a:t>loại</a:t>
            </a:r>
            <a:r>
              <a:rPr lang="en-US" dirty="0"/>
              <a:t> PM (</a:t>
            </a:r>
            <a:r>
              <a:rPr lang="en-US" dirty="0" err="1"/>
              <a:t>theo</a:t>
            </a:r>
            <a:r>
              <a:rPr lang="en-US" dirty="0"/>
              <a:t> </a:t>
            </a:r>
            <a:r>
              <a:rPr lang="en-US" dirty="0" err="1"/>
              <a:t>chức</a:t>
            </a:r>
            <a:r>
              <a:rPr lang="en-US" dirty="0"/>
              <a:t> </a:t>
            </a:r>
            <a:r>
              <a:rPr lang="en-US" dirty="0" err="1"/>
              <a:t>năng</a:t>
            </a:r>
            <a:r>
              <a:rPr lang="en-US" dirty="0"/>
              <a:t>)</a:t>
            </a:r>
          </a:p>
        </p:txBody>
      </p:sp>
      <p:sp>
        <p:nvSpPr>
          <p:cNvPr id="3" name="Content Placeholder 2"/>
          <p:cNvSpPr>
            <a:spLocks noGrp="1"/>
          </p:cNvSpPr>
          <p:nvPr>
            <p:ph idx="1"/>
          </p:nvPr>
        </p:nvSpPr>
        <p:spPr>
          <a:xfrm>
            <a:off x="455295" y="1594273"/>
            <a:ext cx="8195310" cy="5086491"/>
          </a:xfrm>
        </p:spPr>
        <p:txBody>
          <a:bodyPr/>
          <a:lstStyle/>
          <a:p>
            <a:r>
              <a:rPr lang="en-US" dirty="0" err="1"/>
              <a:t>Phần</a:t>
            </a:r>
            <a:r>
              <a:rPr lang="en-US" dirty="0"/>
              <a:t> </a:t>
            </a:r>
            <a:r>
              <a:rPr lang="en-US" dirty="0" err="1"/>
              <a:t>mềm</a:t>
            </a:r>
            <a:r>
              <a:rPr lang="en-US" dirty="0"/>
              <a:t> </a:t>
            </a:r>
            <a:r>
              <a:rPr lang="en-US" dirty="0" err="1"/>
              <a:t>hệ</a:t>
            </a:r>
            <a:r>
              <a:rPr lang="en-US" dirty="0"/>
              <a:t> </a:t>
            </a:r>
            <a:r>
              <a:rPr lang="en-US" dirty="0" err="1"/>
              <a:t>thống</a:t>
            </a:r>
            <a:endParaRPr lang="en-US" dirty="0"/>
          </a:p>
          <a:p>
            <a:pPr lvl="1"/>
            <a:r>
              <a:rPr lang="en-US" dirty="0" err="1"/>
              <a:t>Điều</a:t>
            </a:r>
            <a:r>
              <a:rPr lang="en-US" dirty="0"/>
              <a:t> </a:t>
            </a:r>
            <a:r>
              <a:rPr lang="en-US" dirty="0" err="1"/>
              <a:t>hành</a:t>
            </a:r>
            <a:r>
              <a:rPr lang="en-US" dirty="0"/>
              <a:t> </a:t>
            </a:r>
            <a:r>
              <a:rPr lang="en-US" dirty="0" err="1"/>
              <a:t>hoạt</a:t>
            </a:r>
            <a:r>
              <a:rPr lang="en-US" dirty="0"/>
              <a:t> </a:t>
            </a:r>
            <a:r>
              <a:rPr lang="en-US" dirty="0" err="1"/>
              <a:t>động</a:t>
            </a:r>
            <a:r>
              <a:rPr lang="en-US" dirty="0"/>
              <a:t> </a:t>
            </a:r>
            <a:r>
              <a:rPr lang="en-US" dirty="0" err="1"/>
              <a:t>máy</a:t>
            </a:r>
            <a:r>
              <a:rPr lang="en-US" dirty="0"/>
              <a:t> </a:t>
            </a:r>
            <a:r>
              <a:rPr lang="en-US" dirty="0" err="1"/>
              <a:t>tính</a:t>
            </a:r>
            <a:r>
              <a:rPr lang="en-US" dirty="0"/>
              <a:t>, </a:t>
            </a:r>
            <a:r>
              <a:rPr lang="en-US" dirty="0" err="1"/>
              <a:t>thiết</a:t>
            </a:r>
            <a:r>
              <a:rPr lang="en-US" dirty="0"/>
              <a:t> </a:t>
            </a:r>
            <a:r>
              <a:rPr lang="en-US" dirty="0" err="1"/>
              <a:t>bị</a:t>
            </a:r>
            <a:r>
              <a:rPr lang="en-US" dirty="0"/>
              <a:t>, </a:t>
            </a:r>
            <a:r>
              <a:rPr lang="en-US" dirty="0" err="1"/>
              <a:t>chương</a:t>
            </a:r>
            <a:r>
              <a:rPr lang="en-US" dirty="0"/>
              <a:t> </a:t>
            </a:r>
            <a:r>
              <a:rPr lang="en-US" dirty="0" err="1"/>
              <a:t>trình</a:t>
            </a:r>
            <a:r>
              <a:rPr lang="en-US" dirty="0"/>
              <a:t> (</a:t>
            </a:r>
            <a:r>
              <a:rPr lang="en-US" dirty="0" err="1"/>
              <a:t>hệ</a:t>
            </a:r>
            <a:r>
              <a:rPr lang="en-US" dirty="0"/>
              <a:t> </a:t>
            </a:r>
            <a:r>
              <a:rPr lang="en-US" dirty="0" err="1"/>
              <a:t>điều</a:t>
            </a:r>
            <a:r>
              <a:rPr lang="en-US" dirty="0"/>
              <a:t> </a:t>
            </a:r>
            <a:r>
              <a:rPr lang="en-US" dirty="0" err="1"/>
              <a:t>hành</a:t>
            </a:r>
            <a:r>
              <a:rPr lang="en-US" dirty="0"/>
              <a:t>)</a:t>
            </a:r>
          </a:p>
          <a:p>
            <a:pPr lvl="1"/>
            <a:r>
              <a:rPr lang="en-US" dirty="0" err="1"/>
              <a:t>Trợ</a:t>
            </a:r>
            <a:r>
              <a:rPr lang="en-US" dirty="0"/>
              <a:t> </a:t>
            </a:r>
            <a:r>
              <a:rPr lang="en-US" dirty="0" err="1"/>
              <a:t>giúp</a:t>
            </a:r>
            <a:r>
              <a:rPr lang="en-US" dirty="0"/>
              <a:t> </a:t>
            </a:r>
            <a:r>
              <a:rPr lang="en-US" dirty="0" err="1"/>
              <a:t>các</a:t>
            </a:r>
            <a:r>
              <a:rPr lang="en-US" dirty="0"/>
              <a:t> </a:t>
            </a:r>
            <a:r>
              <a:rPr lang="en-US" dirty="0" err="1"/>
              <a:t>tiện</a:t>
            </a:r>
            <a:r>
              <a:rPr lang="en-US" dirty="0"/>
              <a:t> </a:t>
            </a:r>
            <a:r>
              <a:rPr lang="en-US" dirty="0" err="1"/>
              <a:t>ích</a:t>
            </a:r>
            <a:r>
              <a:rPr lang="en-US" dirty="0"/>
              <a:t> (</a:t>
            </a:r>
            <a:r>
              <a:rPr lang="en-US" dirty="0" err="1"/>
              <a:t>tổ</a:t>
            </a:r>
            <a:r>
              <a:rPr lang="en-US" dirty="0"/>
              <a:t> </a:t>
            </a:r>
            <a:r>
              <a:rPr lang="en-US" dirty="0" err="1"/>
              <a:t>chức</a:t>
            </a:r>
            <a:r>
              <a:rPr lang="en-US" dirty="0"/>
              <a:t> </a:t>
            </a:r>
            <a:r>
              <a:rPr lang="en-US" dirty="0" err="1"/>
              <a:t>tệp</a:t>
            </a:r>
            <a:r>
              <a:rPr lang="en-US" dirty="0"/>
              <a:t>, </a:t>
            </a:r>
            <a:r>
              <a:rPr lang="en-US" dirty="0" err="1"/>
              <a:t>nén</a:t>
            </a:r>
            <a:r>
              <a:rPr lang="en-US" dirty="0"/>
              <a:t>, </a:t>
            </a:r>
            <a:r>
              <a:rPr lang="en-US" dirty="0" err="1"/>
              <a:t>dọn</a:t>
            </a:r>
            <a:r>
              <a:rPr lang="en-US" dirty="0"/>
              <a:t> </a:t>
            </a:r>
            <a:r>
              <a:rPr lang="en-US" dirty="0" err="1"/>
              <a:t>đĩa</a:t>
            </a:r>
            <a:r>
              <a:rPr lang="en-US" dirty="0"/>
              <a:t>)</a:t>
            </a:r>
          </a:p>
          <a:p>
            <a:r>
              <a:rPr lang="en-US" dirty="0" err="1"/>
              <a:t>Phần</a:t>
            </a:r>
            <a:r>
              <a:rPr lang="en-US" dirty="0"/>
              <a:t> </a:t>
            </a:r>
            <a:r>
              <a:rPr lang="en-US" dirty="0" err="1"/>
              <a:t>mềm</a:t>
            </a:r>
            <a:r>
              <a:rPr lang="en-US" dirty="0"/>
              <a:t> </a:t>
            </a:r>
            <a:r>
              <a:rPr lang="en-US" dirty="0" err="1"/>
              <a:t>nghiệp</a:t>
            </a:r>
            <a:r>
              <a:rPr lang="en-US" dirty="0"/>
              <a:t> </a:t>
            </a:r>
            <a:r>
              <a:rPr lang="en-US" dirty="0" err="1"/>
              <a:t>vụ</a:t>
            </a:r>
            <a:endParaRPr lang="en-US" dirty="0"/>
          </a:p>
          <a:p>
            <a:pPr lvl="1"/>
            <a:r>
              <a:rPr lang="en-US" dirty="0" err="1"/>
              <a:t>Trợ</a:t>
            </a:r>
            <a:r>
              <a:rPr lang="en-US" dirty="0"/>
              <a:t> </a:t>
            </a:r>
            <a:r>
              <a:rPr lang="en-US" dirty="0" err="1"/>
              <a:t>giúp</a:t>
            </a:r>
            <a:r>
              <a:rPr lang="en-US" dirty="0"/>
              <a:t> </a:t>
            </a:r>
            <a:r>
              <a:rPr lang="en-US" dirty="0" err="1"/>
              <a:t>các</a:t>
            </a:r>
            <a:r>
              <a:rPr lang="en-US" dirty="0"/>
              <a:t> </a:t>
            </a:r>
            <a:r>
              <a:rPr lang="en-US" dirty="0" err="1"/>
              <a:t>hoạt</a:t>
            </a:r>
            <a:r>
              <a:rPr lang="en-US" dirty="0"/>
              <a:t> </a:t>
            </a:r>
            <a:r>
              <a:rPr lang="en-US" dirty="0" err="1"/>
              <a:t>động</a:t>
            </a:r>
            <a:r>
              <a:rPr lang="en-US" dirty="0"/>
              <a:t> </a:t>
            </a:r>
            <a:r>
              <a:rPr lang="en-US" dirty="0" err="1"/>
              <a:t>nghiệp</a:t>
            </a:r>
            <a:r>
              <a:rPr lang="en-US" dirty="0"/>
              <a:t> </a:t>
            </a:r>
            <a:r>
              <a:rPr lang="en-US" dirty="0" err="1"/>
              <a:t>vụ</a:t>
            </a:r>
            <a:r>
              <a:rPr lang="en-US" dirty="0"/>
              <a:t> </a:t>
            </a:r>
            <a:r>
              <a:rPr lang="en-US" dirty="0" err="1"/>
              <a:t>khác</a:t>
            </a:r>
            <a:r>
              <a:rPr lang="en-US" dirty="0"/>
              <a:t> </a:t>
            </a:r>
            <a:r>
              <a:rPr lang="en-US" dirty="0" err="1"/>
              <a:t>nhau</a:t>
            </a:r>
            <a:r>
              <a:rPr lang="en-US" dirty="0"/>
              <a:t> </a:t>
            </a:r>
            <a:r>
              <a:rPr lang="en-US" dirty="0" err="1"/>
              <a:t>tại</a:t>
            </a:r>
            <a:r>
              <a:rPr lang="en-US" dirty="0"/>
              <a:t> </a:t>
            </a:r>
            <a:r>
              <a:rPr lang="en-US" dirty="0" err="1"/>
              <a:t>các</a:t>
            </a:r>
            <a:r>
              <a:rPr lang="en-US" dirty="0"/>
              <a:t> </a:t>
            </a:r>
            <a:r>
              <a:rPr lang="en-US" dirty="0" err="1"/>
              <a:t>tổ</a:t>
            </a:r>
            <a:r>
              <a:rPr lang="en-US" dirty="0"/>
              <a:t> </a:t>
            </a:r>
            <a:r>
              <a:rPr lang="en-US" dirty="0" err="1"/>
              <a:t>chức</a:t>
            </a:r>
            <a:r>
              <a:rPr lang="en-US" dirty="0"/>
              <a:t>/</a:t>
            </a:r>
            <a:r>
              <a:rPr lang="en-US" dirty="0" err="1"/>
              <a:t>doanh</a:t>
            </a:r>
            <a:r>
              <a:rPr lang="en-US" dirty="0"/>
              <a:t> </a:t>
            </a:r>
            <a:r>
              <a:rPr lang="en-US" dirty="0" err="1"/>
              <a:t>nghiệp</a:t>
            </a:r>
            <a:r>
              <a:rPr lang="en-US" dirty="0"/>
              <a:t>, …</a:t>
            </a:r>
          </a:p>
          <a:p>
            <a:r>
              <a:rPr lang="en-US" dirty="0" err="1"/>
              <a:t>Phần</a:t>
            </a:r>
            <a:r>
              <a:rPr lang="en-US" dirty="0"/>
              <a:t> </a:t>
            </a:r>
            <a:r>
              <a:rPr lang="en-US" dirty="0" err="1"/>
              <a:t>mềm</a:t>
            </a:r>
            <a:r>
              <a:rPr lang="en-US" dirty="0"/>
              <a:t> </a:t>
            </a:r>
            <a:r>
              <a:rPr lang="en-US" dirty="0" err="1"/>
              <a:t>công</a:t>
            </a:r>
            <a:r>
              <a:rPr lang="en-US" dirty="0"/>
              <a:t> </a:t>
            </a:r>
            <a:r>
              <a:rPr lang="en-US" dirty="0" err="1"/>
              <a:t>cụ</a:t>
            </a:r>
            <a:r>
              <a:rPr lang="en-US" dirty="0"/>
              <a:t> (CASE tools)</a:t>
            </a:r>
          </a:p>
          <a:p>
            <a:pPr lvl="1"/>
            <a:r>
              <a:rPr lang="en-US" dirty="0" err="1"/>
              <a:t>Hỗ</a:t>
            </a:r>
            <a:r>
              <a:rPr lang="en-US" dirty="0"/>
              <a:t> </a:t>
            </a:r>
            <a:r>
              <a:rPr lang="en-US" dirty="0" err="1"/>
              <a:t>trợ</a:t>
            </a:r>
            <a:r>
              <a:rPr lang="en-US" dirty="0"/>
              <a:t> </a:t>
            </a:r>
            <a:r>
              <a:rPr lang="en-US" dirty="0" err="1"/>
              <a:t>tự</a:t>
            </a:r>
            <a:r>
              <a:rPr lang="en-US" dirty="0"/>
              <a:t> </a:t>
            </a:r>
            <a:r>
              <a:rPr lang="en-US" dirty="0" err="1"/>
              <a:t>động</a:t>
            </a:r>
            <a:r>
              <a:rPr lang="en-US" dirty="0"/>
              <a:t> </a:t>
            </a:r>
            <a:r>
              <a:rPr lang="en-US" dirty="0" err="1"/>
              <a:t>hóa</a:t>
            </a:r>
            <a:r>
              <a:rPr lang="en-US" dirty="0"/>
              <a:t> </a:t>
            </a:r>
            <a:r>
              <a:rPr lang="en-US" dirty="0" err="1"/>
              <a:t>một</a:t>
            </a:r>
            <a:r>
              <a:rPr lang="en-US" dirty="0"/>
              <a:t>/</a:t>
            </a:r>
            <a:r>
              <a:rPr lang="en-US" dirty="0" err="1"/>
              <a:t>một</a:t>
            </a:r>
            <a:r>
              <a:rPr lang="en-US" dirty="0"/>
              <a:t> </a:t>
            </a:r>
            <a:r>
              <a:rPr lang="en-US" dirty="0" err="1"/>
              <a:t>số</a:t>
            </a:r>
            <a:r>
              <a:rPr lang="en-US" dirty="0"/>
              <a:t> </a:t>
            </a:r>
            <a:r>
              <a:rPr lang="en-US" dirty="0" err="1"/>
              <a:t>pha</a:t>
            </a:r>
            <a:r>
              <a:rPr lang="en-US" dirty="0"/>
              <a:t>/</a:t>
            </a:r>
            <a:r>
              <a:rPr lang="en-US" dirty="0" err="1"/>
              <a:t>bước</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PM</a:t>
            </a:r>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9</a:t>
            </a:fld>
            <a:endParaRPr lang="en-US" dirty="0"/>
          </a:p>
        </p:txBody>
      </p:sp>
    </p:spTree>
    <p:extLst>
      <p:ext uri="{BB962C8B-B14F-4D97-AF65-F5344CB8AC3E}">
        <p14:creationId xmlns:p14="http://schemas.microsoft.com/office/powerpoint/2010/main" val="159797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Phân</a:t>
            </a:r>
            <a:r>
              <a:rPr lang="en-US" dirty="0"/>
              <a:t> </a:t>
            </a:r>
            <a:r>
              <a:rPr lang="en-US" dirty="0" err="1"/>
              <a:t>loại</a:t>
            </a:r>
            <a:r>
              <a:rPr lang="en-US" dirty="0"/>
              <a:t> PM (</a:t>
            </a:r>
            <a:r>
              <a:rPr lang="en-US" dirty="0" err="1"/>
              <a:t>theo</a:t>
            </a:r>
            <a:r>
              <a:rPr lang="en-US" dirty="0"/>
              <a:t> </a:t>
            </a:r>
            <a:r>
              <a:rPr lang="en-US" dirty="0" err="1"/>
              <a:t>chức</a:t>
            </a:r>
            <a:r>
              <a:rPr lang="en-US" dirty="0"/>
              <a:t> </a:t>
            </a:r>
            <a:r>
              <a:rPr lang="en-US" dirty="0" err="1"/>
              <a:t>năng</a:t>
            </a:r>
            <a:r>
              <a:rPr lang="en-US" dirty="0"/>
              <a:t>)</a:t>
            </a:r>
          </a:p>
        </p:txBody>
      </p:sp>
      <p:sp>
        <p:nvSpPr>
          <p:cNvPr id="3" name="Content Placeholder 2"/>
          <p:cNvSpPr>
            <a:spLocks noGrp="1"/>
          </p:cNvSpPr>
          <p:nvPr>
            <p:ph idx="1"/>
          </p:nvPr>
        </p:nvSpPr>
        <p:spPr>
          <a:xfrm>
            <a:off x="455295" y="1594273"/>
            <a:ext cx="8195310" cy="5086491"/>
          </a:xfrm>
        </p:spPr>
        <p:txBody>
          <a:bodyPr/>
          <a:lstStyle/>
          <a:p>
            <a:r>
              <a:rPr lang="en-US" dirty="0" err="1"/>
              <a:t>Phần</a:t>
            </a:r>
            <a:r>
              <a:rPr lang="en-US" dirty="0"/>
              <a:t> </a:t>
            </a:r>
            <a:r>
              <a:rPr lang="en-US" err="1"/>
              <a:t>mềm</a:t>
            </a:r>
            <a:r>
              <a:rPr lang="en-US"/>
              <a:t> theo </a:t>
            </a:r>
            <a:r>
              <a:rPr lang="en-US" dirty="0" err="1"/>
              <a:t>đơn</a:t>
            </a:r>
            <a:r>
              <a:rPr lang="en-US" dirty="0"/>
              <a:t> </a:t>
            </a:r>
            <a:r>
              <a:rPr lang="en-US" err="1"/>
              <a:t>đặt</a:t>
            </a:r>
            <a:r>
              <a:rPr lang="en-US"/>
              <a:t> hàng</a:t>
            </a:r>
            <a:endParaRPr lang="en-US" dirty="0"/>
          </a:p>
          <a:p>
            <a:pPr lvl="1"/>
            <a:r>
              <a:rPr lang="en-US" dirty="0" err="1"/>
              <a:t>Chiếm</a:t>
            </a:r>
            <a:r>
              <a:rPr lang="en-US" dirty="0"/>
              <a:t> </a:t>
            </a:r>
            <a:r>
              <a:rPr lang="en-US" dirty="0" err="1"/>
              <a:t>đa</a:t>
            </a:r>
            <a:r>
              <a:rPr lang="en-US" dirty="0"/>
              <a:t> </a:t>
            </a:r>
            <a:r>
              <a:rPr lang="en-US" dirty="0" err="1"/>
              <a:t>số</a:t>
            </a:r>
            <a:r>
              <a:rPr lang="en-US" dirty="0"/>
              <a:t>, </a:t>
            </a:r>
            <a:r>
              <a:rPr lang="en-US" dirty="0" err="1"/>
              <a:t>phát</a:t>
            </a:r>
            <a:r>
              <a:rPr lang="en-US" dirty="0"/>
              <a:t> </a:t>
            </a:r>
            <a:r>
              <a:rPr lang="en-US" dirty="0" err="1"/>
              <a:t>triển</a:t>
            </a:r>
            <a:r>
              <a:rPr lang="en-US" dirty="0"/>
              <a:t> </a:t>
            </a:r>
            <a:r>
              <a:rPr lang="en-US" dirty="0" err="1"/>
              <a:t>theo</a:t>
            </a:r>
            <a:r>
              <a:rPr lang="en-US" dirty="0"/>
              <a:t> </a:t>
            </a:r>
            <a:r>
              <a:rPr lang="en-US" dirty="0" err="1"/>
              <a:t>đơn</a:t>
            </a:r>
            <a:r>
              <a:rPr lang="en-US" dirty="0"/>
              <a:t> </a:t>
            </a:r>
            <a:r>
              <a:rPr lang="en-US" dirty="0" err="1"/>
              <a:t>đặt</a:t>
            </a:r>
            <a:r>
              <a:rPr lang="en-US" dirty="0"/>
              <a:t> </a:t>
            </a:r>
            <a:r>
              <a:rPr lang="en-US" dirty="0" err="1"/>
              <a:t>hàng</a:t>
            </a:r>
            <a:endParaRPr lang="en-US" dirty="0"/>
          </a:p>
          <a:p>
            <a:pPr lvl="1"/>
            <a:r>
              <a:rPr lang="en-US" dirty="0"/>
              <a:t>1 </a:t>
            </a:r>
            <a:r>
              <a:rPr lang="en-US" dirty="0" err="1"/>
              <a:t>khách</a:t>
            </a:r>
            <a:r>
              <a:rPr lang="en-US" dirty="0"/>
              <a:t> </a:t>
            </a:r>
            <a:r>
              <a:rPr lang="en-US" dirty="0" err="1"/>
              <a:t>hàng</a:t>
            </a:r>
            <a:r>
              <a:rPr lang="en-US" dirty="0"/>
              <a:t> + 1 </a:t>
            </a:r>
            <a:r>
              <a:rPr lang="en-US" dirty="0" err="1"/>
              <a:t>công</a:t>
            </a:r>
            <a:r>
              <a:rPr lang="en-US" dirty="0"/>
              <a:t> ty PM -&gt; 1 SP </a:t>
            </a:r>
            <a:r>
              <a:rPr lang="en-US" dirty="0" err="1"/>
              <a:t>duy</a:t>
            </a:r>
            <a:r>
              <a:rPr lang="en-US" dirty="0"/>
              <a:t> </a:t>
            </a:r>
            <a:r>
              <a:rPr lang="en-US" dirty="0" err="1"/>
              <a:t>nhất</a:t>
            </a:r>
            <a:r>
              <a:rPr lang="en-US" dirty="0"/>
              <a:t> </a:t>
            </a:r>
          </a:p>
          <a:p>
            <a:r>
              <a:rPr lang="en-US" dirty="0" err="1"/>
              <a:t>Phần</a:t>
            </a:r>
            <a:r>
              <a:rPr lang="en-US" dirty="0"/>
              <a:t> </a:t>
            </a:r>
            <a:r>
              <a:rPr lang="en-US" dirty="0" err="1"/>
              <a:t>mềm</a:t>
            </a:r>
            <a:r>
              <a:rPr lang="en-US" dirty="0"/>
              <a:t> </a:t>
            </a:r>
            <a:r>
              <a:rPr lang="en-US" dirty="0" err="1"/>
              <a:t>dùng</a:t>
            </a:r>
            <a:r>
              <a:rPr lang="en-US" dirty="0"/>
              <a:t> </a:t>
            </a:r>
            <a:r>
              <a:rPr lang="en-US" dirty="0" err="1"/>
              <a:t>chung</a:t>
            </a:r>
            <a:endParaRPr lang="en-US" dirty="0"/>
          </a:p>
          <a:p>
            <a:pPr lvl="1"/>
            <a:r>
              <a:rPr lang="en-US" dirty="0" err="1"/>
              <a:t>Thỏa</a:t>
            </a:r>
            <a:r>
              <a:rPr lang="en-US" dirty="0"/>
              <a:t> </a:t>
            </a:r>
            <a:r>
              <a:rPr lang="en-US" dirty="0" err="1"/>
              <a:t>mãn</a:t>
            </a:r>
            <a:r>
              <a:rPr lang="en-US" dirty="0"/>
              <a:t> </a:t>
            </a:r>
            <a:r>
              <a:rPr lang="en-US" dirty="0" err="1"/>
              <a:t>yêu</a:t>
            </a:r>
            <a:r>
              <a:rPr lang="en-US" dirty="0"/>
              <a:t> </a:t>
            </a:r>
            <a:r>
              <a:rPr lang="en-US" dirty="0" err="1"/>
              <a:t>cầu</a:t>
            </a:r>
            <a:r>
              <a:rPr lang="en-US" dirty="0"/>
              <a:t> </a:t>
            </a:r>
            <a:r>
              <a:rPr lang="en-US" dirty="0" err="1"/>
              <a:t>dùng</a:t>
            </a:r>
            <a:r>
              <a:rPr lang="en-US" dirty="0"/>
              <a:t> </a:t>
            </a:r>
            <a:r>
              <a:rPr lang="en-US" dirty="0" err="1"/>
              <a:t>chung</a:t>
            </a:r>
            <a:r>
              <a:rPr lang="en-US" dirty="0"/>
              <a:t> </a:t>
            </a:r>
            <a:r>
              <a:rPr lang="en-US" dirty="0" err="1"/>
              <a:t>của</a:t>
            </a:r>
            <a:r>
              <a:rPr lang="en-US" dirty="0"/>
              <a:t> </a:t>
            </a:r>
            <a:r>
              <a:rPr lang="en-US" dirty="0" err="1"/>
              <a:t>một</a:t>
            </a:r>
            <a:r>
              <a:rPr lang="en-US" dirty="0"/>
              <a:t> </a:t>
            </a:r>
            <a:r>
              <a:rPr lang="en-US" dirty="0" err="1"/>
              <a:t>số</a:t>
            </a:r>
            <a:r>
              <a:rPr lang="en-US" dirty="0"/>
              <a:t> </a:t>
            </a:r>
            <a:r>
              <a:rPr lang="en-US" dirty="0" err="1"/>
              <a:t>lượng</a:t>
            </a:r>
            <a:r>
              <a:rPr lang="en-US" dirty="0"/>
              <a:t> </a:t>
            </a:r>
            <a:r>
              <a:rPr lang="en-US" dirty="0" err="1"/>
              <a:t>lớn</a:t>
            </a:r>
            <a:r>
              <a:rPr lang="en-US" dirty="0"/>
              <a:t> </a:t>
            </a:r>
            <a:r>
              <a:rPr lang="en-US" dirty="0" err="1"/>
              <a:t>người</a:t>
            </a:r>
            <a:r>
              <a:rPr lang="en-US" dirty="0"/>
              <a:t> </a:t>
            </a:r>
            <a:r>
              <a:rPr lang="en-US" dirty="0" err="1"/>
              <a:t>dùng</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10</a:t>
            </a:fld>
            <a:endParaRPr lang="en-US" dirty="0"/>
          </a:p>
        </p:txBody>
      </p:sp>
    </p:spTree>
    <p:extLst>
      <p:ext uri="{BB962C8B-B14F-4D97-AF65-F5344CB8AC3E}">
        <p14:creationId xmlns:p14="http://schemas.microsoft.com/office/powerpoint/2010/main" val="3743033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Phân</a:t>
            </a:r>
            <a:r>
              <a:rPr lang="en-US" dirty="0"/>
              <a:t> </a:t>
            </a:r>
            <a:r>
              <a:rPr lang="en-US" dirty="0" err="1"/>
              <a:t>loại</a:t>
            </a:r>
            <a:r>
              <a:rPr lang="en-US" dirty="0"/>
              <a:t> </a:t>
            </a:r>
            <a:r>
              <a:rPr lang="en-US" dirty="0" err="1"/>
              <a:t>khác</a:t>
            </a:r>
            <a:r>
              <a:rPr lang="en-US" dirty="0"/>
              <a:t> (</a:t>
            </a:r>
            <a:r>
              <a:rPr lang="en-US" dirty="0" err="1"/>
              <a:t>theo</a:t>
            </a:r>
            <a:r>
              <a:rPr lang="en-US" dirty="0"/>
              <a:t> </a:t>
            </a:r>
            <a:r>
              <a:rPr lang="en-US" dirty="0" err="1"/>
              <a:t>lĩnh</a:t>
            </a:r>
            <a:r>
              <a:rPr lang="en-US" dirty="0"/>
              <a:t> </a:t>
            </a:r>
            <a:r>
              <a:rPr lang="en-US" dirty="0" err="1"/>
              <a:t>vực</a:t>
            </a:r>
            <a:r>
              <a:rPr lang="en-US" dirty="0"/>
              <a:t> </a:t>
            </a:r>
            <a:r>
              <a:rPr lang="en-US" dirty="0" err="1"/>
              <a:t>ứng</a:t>
            </a:r>
            <a:r>
              <a:rPr lang="en-US" dirty="0"/>
              <a:t> </a:t>
            </a:r>
            <a:r>
              <a:rPr lang="en-US" dirty="0" err="1"/>
              <a:t>dụng</a:t>
            </a:r>
            <a:r>
              <a:rPr lang="en-US" dirty="0"/>
              <a:t>)</a:t>
            </a:r>
          </a:p>
        </p:txBody>
      </p:sp>
      <p:sp>
        <p:nvSpPr>
          <p:cNvPr id="3" name="Content Placeholder 2"/>
          <p:cNvSpPr>
            <a:spLocks noGrp="1"/>
          </p:cNvSpPr>
          <p:nvPr>
            <p:ph idx="1"/>
          </p:nvPr>
        </p:nvSpPr>
        <p:spPr/>
        <p:txBody>
          <a:bodyPr/>
          <a:lstStyle/>
          <a:p>
            <a:r>
              <a:rPr lang="en-US" dirty="0"/>
              <a:t>PM </a:t>
            </a:r>
            <a:r>
              <a:rPr lang="en-US" dirty="0" err="1"/>
              <a:t>Hệ</a:t>
            </a:r>
            <a:r>
              <a:rPr lang="en-US" dirty="0"/>
              <a:t> </a:t>
            </a:r>
            <a:r>
              <a:rPr lang="en-US" dirty="0" err="1"/>
              <a:t>thống</a:t>
            </a:r>
            <a:endParaRPr lang="en-US" dirty="0"/>
          </a:p>
          <a:p>
            <a:r>
              <a:rPr lang="en-US" dirty="0"/>
              <a:t>PM </a:t>
            </a:r>
            <a:r>
              <a:rPr lang="en-US" dirty="0" err="1"/>
              <a:t>thời</a:t>
            </a:r>
            <a:r>
              <a:rPr lang="en-US" dirty="0"/>
              <a:t> </a:t>
            </a:r>
            <a:r>
              <a:rPr lang="en-US" dirty="0" err="1"/>
              <a:t>gian</a:t>
            </a:r>
            <a:r>
              <a:rPr lang="en-US" dirty="0"/>
              <a:t> </a:t>
            </a:r>
            <a:r>
              <a:rPr lang="en-US" dirty="0" err="1"/>
              <a:t>thực</a:t>
            </a:r>
            <a:endParaRPr lang="en-US" dirty="0"/>
          </a:p>
          <a:p>
            <a:r>
              <a:rPr lang="en-US" dirty="0"/>
              <a:t>PM </a:t>
            </a:r>
            <a:r>
              <a:rPr lang="en-US" dirty="0" err="1"/>
              <a:t>nghiệp</a:t>
            </a:r>
            <a:r>
              <a:rPr lang="en-US" dirty="0"/>
              <a:t> </a:t>
            </a:r>
            <a:r>
              <a:rPr lang="en-US" dirty="0" err="1"/>
              <a:t>vụ</a:t>
            </a:r>
            <a:endParaRPr lang="en-US" dirty="0"/>
          </a:p>
          <a:p>
            <a:r>
              <a:rPr lang="en-US" dirty="0"/>
              <a:t>PM </a:t>
            </a:r>
            <a:r>
              <a:rPr lang="en-US" dirty="0" err="1"/>
              <a:t>khoa</a:t>
            </a:r>
            <a:r>
              <a:rPr lang="en-US" dirty="0"/>
              <a:t> học </a:t>
            </a:r>
            <a:r>
              <a:rPr lang="en-US" dirty="0" err="1"/>
              <a:t>kỹ</a:t>
            </a:r>
            <a:r>
              <a:rPr lang="en-US" dirty="0"/>
              <a:t> </a:t>
            </a:r>
            <a:r>
              <a:rPr lang="en-US" dirty="0" err="1"/>
              <a:t>thuật</a:t>
            </a:r>
            <a:endParaRPr lang="en-US" dirty="0"/>
          </a:p>
          <a:p>
            <a:r>
              <a:rPr lang="en-US" dirty="0"/>
              <a:t>PM </a:t>
            </a:r>
            <a:r>
              <a:rPr lang="en-US" dirty="0" err="1"/>
              <a:t>nhúng</a:t>
            </a:r>
            <a:endParaRPr lang="en-US" dirty="0"/>
          </a:p>
          <a:p>
            <a:r>
              <a:rPr lang="en-US" dirty="0"/>
              <a:t>PM </a:t>
            </a:r>
            <a:r>
              <a:rPr lang="en-US" dirty="0" err="1"/>
              <a:t>máy</a:t>
            </a:r>
            <a:r>
              <a:rPr lang="en-US" dirty="0"/>
              <a:t> </a:t>
            </a:r>
            <a:r>
              <a:rPr lang="en-US" dirty="0" err="1"/>
              <a:t>tính</a:t>
            </a:r>
            <a:r>
              <a:rPr lang="en-US" dirty="0"/>
              <a:t> </a:t>
            </a:r>
            <a:r>
              <a:rPr lang="en-US" dirty="0" err="1"/>
              <a:t>cá</a:t>
            </a:r>
            <a:r>
              <a:rPr lang="en-US" dirty="0"/>
              <a:t> </a:t>
            </a:r>
            <a:r>
              <a:rPr lang="en-US" dirty="0" err="1"/>
              <a:t>nhân</a:t>
            </a:r>
            <a:endParaRPr lang="en-US" dirty="0"/>
          </a:p>
          <a:p>
            <a:r>
              <a:rPr lang="en-US" dirty="0"/>
              <a:t>PM </a:t>
            </a:r>
            <a:r>
              <a:rPr lang="en-US" dirty="0" err="1"/>
              <a:t>trí</a:t>
            </a:r>
            <a:r>
              <a:rPr lang="en-US" dirty="0"/>
              <a:t> </a:t>
            </a:r>
            <a:r>
              <a:rPr lang="en-US" dirty="0" err="1"/>
              <a:t>tuệ</a:t>
            </a:r>
            <a:r>
              <a:rPr lang="en-US" dirty="0"/>
              <a:t> </a:t>
            </a:r>
            <a:r>
              <a:rPr lang="en-US" dirty="0" err="1"/>
              <a:t>nhân</a:t>
            </a:r>
            <a:r>
              <a:rPr lang="en-US" dirty="0"/>
              <a:t> </a:t>
            </a:r>
            <a:r>
              <a:rPr lang="en-US" dirty="0" err="1"/>
              <a:t>tạo</a:t>
            </a:r>
            <a:endParaRPr lang="en-US" dirty="0"/>
          </a:p>
          <a:p>
            <a:r>
              <a:rPr lang="en-US" dirty="0"/>
              <a:t>PM </a:t>
            </a:r>
            <a:r>
              <a:rPr lang="en-US" dirty="0" err="1"/>
              <a:t>dựa</a:t>
            </a:r>
            <a:r>
              <a:rPr lang="en-US" dirty="0"/>
              <a:t> </a:t>
            </a:r>
            <a:r>
              <a:rPr lang="en-US" dirty="0" err="1"/>
              <a:t>trên</a:t>
            </a:r>
            <a:r>
              <a:rPr lang="en-US" dirty="0"/>
              <a:t> </a:t>
            </a:r>
            <a:r>
              <a:rPr lang="en-US" dirty="0" err="1"/>
              <a:t>nền</a:t>
            </a:r>
            <a:r>
              <a:rPr lang="en-US" dirty="0"/>
              <a:t> Web, </a:t>
            </a:r>
            <a:r>
              <a:rPr lang="en-US" dirty="0" err="1"/>
              <a:t>trên</a:t>
            </a:r>
            <a:r>
              <a:rPr lang="en-US" dirty="0"/>
              <a:t> </a:t>
            </a:r>
            <a:r>
              <a:rPr lang="en-US" dirty="0" err="1"/>
              <a:t>thiết</a:t>
            </a:r>
            <a:r>
              <a:rPr lang="en-US" dirty="0"/>
              <a:t> </a:t>
            </a:r>
            <a:r>
              <a:rPr lang="en-US" dirty="0" err="1"/>
              <a:t>bị</a:t>
            </a:r>
            <a:r>
              <a:rPr lang="en-US" dirty="0"/>
              <a:t> di </a:t>
            </a:r>
            <a:r>
              <a:rPr lang="en-US" dirty="0" err="1"/>
              <a:t>động</a:t>
            </a:r>
            <a:r>
              <a:rPr lang="en-US" dirty="0"/>
              <a:t>, …</a:t>
            </a:r>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11</a:t>
            </a:fld>
            <a:endParaRPr lang="en-US" dirty="0"/>
          </a:p>
        </p:txBody>
      </p:sp>
    </p:spTree>
    <p:extLst>
      <p:ext uri="{BB962C8B-B14F-4D97-AF65-F5344CB8AC3E}">
        <p14:creationId xmlns:p14="http://schemas.microsoft.com/office/powerpoint/2010/main" val="7128074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Thảo </a:t>
            </a:r>
            <a:r>
              <a:rPr lang="en-US" dirty="0" err="1"/>
              <a:t>luận</a:t>
            </a:r>
            <a:endParaRPr lang="en-US" dirty="0"/>
          </a:p>
        </p:txBody>
      </p:sp>
      <p:sp>
        <p:nvSpPr>
          <p:cNvPr id="3" name="Content Placeholder 2"/>
          <p:cNvSpPr>
            <a:spLocks noGrp="1"/>
          </p:cNvSpPr>
          <p:nvPr>
            <p:ph idx="1"/>
          </p:nvPr>
        </p:nvSpPr>
        <p:spPr/>
        <p:txBody>
          <a:bodyPr>
            <a:normAutofit/>
          </a:bodyPr>
          <a:lstStyle/>
          <a:p>
            <a:r>
              <a:rPr lang="en-US" dirty="0" err="1"/>
              <a:t>Hãy</a:t>
            </a:r>
            <a:r>
              <a:rPr lang="en-US" dirty="0"/>
              <a:t> </a:t>
            </a:r>
            <a:r>
              <a:rPr lang="en-US" dirty="0" err="1"/>
              <a:t>kể</a:t>
            </a:r>
            <a:r>
              <a:rPr lang="en-US" dirty="0"/>
              <a:t> </a:t>
            </a:r>
            <a:r>
              <a:rPr lang="en-US" dirty="0" err="1"/>
              <a:t>tên</a:t>
            </a:r>
            <a:r>
              <a:rPr lang="en-US" dirty="0"/>
              <a:t> </a:t>
            </a:r>
            <a:r>
              <a:rPr lang="en-US" dirty="0" err="1"/>
              <a:t>các</a:t>
            </a:r>
            <a:r>
              <a:rPr lang="en-US" dirty="0"/>
              <a:t> </a:t>
            </a:r>
            <a:r>
              <a:rPr lang="en-US" dirty="0" err="1"/>
              <a:t>sản</a:t>
            </a:r>
            <a:r>
              <a:rPr lang="en-US" dirty="0"/>
              <a:t> </a:t>
            </a:r>
            <a:r>
              <a:rPr lang="en-US" dirty="0" err="1"/>
              <a:t>phẩm</a:t>
            </a:r>
            <a:r>
              <a:rPr lang="en-US" dirty="0"/>
              <a:t> PM </a:t>
            </a:r>
            <a:r>
              <a:rPr lang="en-US" dirty="0" err="1"/>
              <a:t>ứng</a:t>
            </a:r>
            <a:r>
              <a:rPr lang="en-US" dirty="0"/>
              <a:t> </a:t>
            </a:r>
            <a:r>
              <a:rPr lang="en-US" dirty="0" err="1"/>
              <a:t>với</a:t>
            </a:r>
            <a:r>
              <a:rPr lang="en-US" dirty="0"/>
              <a:t> </a:t>
            </a:r>
            <a:r>
              <a:rPr lang="en-US" dirty="0" err="1"/>
              <a:t>các</a:t>
            </a:r>
            <a:r>
              <a:rPr lang="en-US" dirty="0"/>
              <a:t> </a:t>
            </a:r>
            <a:r>
              <a:rPr lang="en-US" dirty="0" err="1"/>
              <a:t>loại</a:t>
            </a:r>
            <a:r>
              <a:rPr lang="en-US" dirty="0"/>
              <a:t> </a:t>
            </a:r>
            <a:r>
              <a:rPr lang="en-US" dirty="0" err="1"/>
              <a:t>trên</a:t>
            </a:r>
            <a:endParaRPr lang="en-US" dirty="0"/>
          </a:p>
          <a:p>
            <a:pPr lvl="1"/>
            <a:r>
              <a:rPr lang="en-US" dirty="0"/>
              <a:t>PM </a:t>
            </a:r>
            <a:r>
              <a:rPr lang="en-US" dirty="0" err="1"/>
              <a:t>Hệ</a:t>
            </a:r>
            <a:r>
              <a:rPr lang="en-US" dirty="0"/>
              <a:t> </a:t>
            </a:r>
            <a:r>
              <a:rPr lang="en-US" dirty="0" err="1"/>
              <a:t>thống</a:t>
            </a:r>
            <a:endParaRPr lang="en-US" dirty="0"/>
          </a:p>
          <a:p>
            <a:pPr lvl="1"/>
            <a:r>
              <a:rPr lang="en-US" dirty="0"/>
              <a:t>PM </a:t>
            </a:r>
            <a:r>
              <a:rPr lang="en-US" dirty="0" err="1"/>
              <a:t>thời</a:t>
            </a:r>
            <a:r>
              <a:rPr lang="en-US" dirty="0"/>
              <a:t> </a:t>
            </a:r>
            <a:r>
              <a:rPr lang="en-US" dirty="0" err="1"/>
              <a:t>gian</a:t>
            </a:r>
            <a:r>
              <a:rPr lang="en-US" dirty="0"/>
              <a:t> </a:t>
            </a:r>
            <a:r>
              <a:rPr lang="en-US" dirty="0" err="1"/>
              <a:t>thực</a:t>
            </a:r>
            <a:endParaRPr lang="en-US" dirty="0"/>
          </a:p>
          <a:p>
            <a:pPr lvl="1"/>
            <a:r>
              <a:rPr lang="en-US" dirty="0"/>
              <a:t>PM </a:t>
            </a:r>
            <a:r>
              <a:rPr lang="en-US" dirty="0" err="1"/>
              <a:t>nghiệp</a:t>
            </a:r>
            <a:r>
              <a:rPr lang="en-US" dirty="0"/>
              <a:t> </a:t>
            </a:r>
            <a:r>
              <a:rPr lang="en-US" dirty="0" err="1"/>
              <a:t>vụ</a:t>
            </a:r>
            <a:endParaRPr lang="en-US" dirty="0"/>
          </a:p>
          <a:p>
            <a:pPr lvl="1"/>
            <a:r>
              <a:rPr lang="en-US" dirty="0"/>
              <a:t>PM </a:t>
            </a:r>
            <a:r>
              <a:rPr lang="en-US" dirty="0" err="1"/>
              <a:t>khoa</a:t>
            </a:r>
            <a:r>
              <a:rPr lang="en-US" dirty="0"/>
              <a:t> học </a:t>
            </a:r>
            <a:r>
              <a:rPr lang="en-US" dirty="0" err="1"/>
              <a:t>kỹ</a:t>
            </a:r>
            <a:r>
              <a:rPr lang="en-US" dirty="0"/>
              <a:t> </a:t>
            </a:r>
            <a:r>
              <a:rPr lang="en-US" dirty="0" err="1"/>
              <a:t>thuật</a:t>
            </a:r>
            <a:endParaRPr lang="en-US" dirty="0"/>
          </a:p>
          <a:p>
            <a:pPr lvl="1"/>
            <a:r>
              <a:rPr lang="en-US" dirty="0"/>
              <a:t>PM </a:t>
            </a:r>
            <a:r>
              <a:rPr lang="en-US" dirty="0" err="1"/>
              <a:t>nhúng</a:t>
            </a:r>
            <a:endParaRPr lang="en-US" dirty="0"/>
          </a:p>
          <a:p>
            <a:pPr lvl="1"/>
            <a:r>
              <a:rPr lang="en-US" dirty="0"/>
              <a:t>PM </a:t>
            </a:r>
            <a:r>
              <a:rPr lang="en-US" dirty="0" err="1"/>
              <a:t>máy</a:t>
            </a:r>
            <a:r>
              <a:rPr lang="en-US" dirty="0"/>
              <a:t> </a:t>
            </a:r>
            <a:r>
              <a:rPr lang="en-US" dirty="0" err="1"/>
              <a:t>tính</a:t>
            </a:r>
            <a:r>
              <a:rPr lang="en-US" dirty="0"/>
              <a:t> </a:t>
            </a:r>
            <a:r>
              <a:rPr lang="en-US" dirty="0" err="1"/>
              <a:t>cá</a:t>
            </a:r>
            <a:r>
              <a:rPr lang="en-US" dirty="0"/>
              <a:t> </a:t>
            </a:r>
            <a:r>
              <a:rPr lang="en-US" dirty="0" err="1"/>
              <a:t>nhân</a:t>
            </a:r>
            <a:endParaRPr lang="en-US" dirty="0"/>
          </a:p>
          <a:p>
            <a:pPr lvl="1"/>
            <a:r>
              <a:rPr lang="en-US" dirty="0"/>
              <a:t>PM </a:t>
            </a:r>
            <a:r>
              <a:rPr lang="en-US" dirty="0" err="1"/>
              <a:t>trí</a:t>
            </a:r>
            <a:r>
              <a:rPr lang="en-US" dirty="0"/>
              <a:t> </a:t>
            </a:r>
            <a:r>
              <a:rPr lang="en-US" dirty="0" err="1"/>
              <a:t>tuệ</a:t>
            </a:r>
            <a:r>
              <a:rPr lang="en-US" dirty="0"/>
              <a:t> </a:t>
            </a:r>
            <a:r>
              <a:rPr lang="en-US" dirty="0" err="1"/>
              <a:t>nhân</a:t>
            </a:r>
            <a:r>
              <a:rPr lang="en-US" dirty="0"/>
              <a:t> </a:t>
            </a:r>
            <a:r>
              <a:rPr lang="en-US" dirty="0" err="1"/>
              <a:t>tạo</a:t>
            </a:r>
            <a:endParaRPr lang="en-US" dirty="0"/>
          </a:p>
          <a:p>
            <a:pPr lvl="1"/>
            <a:r>
              <a:rPr lang="en-US" dirty="0"/>
              <a:t>PM </a:t>
            </a:r>
            <a:r>
              <a:rPr lang="en-US" dirty="0" err="1"/>
              <a:t>dựa</a:t>
            </a:r>
            <a:r>
              <a:rPr lang="en-US" dirty="0"/>
              <a:t> </a:t>
            </a:r>
            <a:r>
              <a:rPr lang="en-US" dirty="0" err="1"/>
              <a:t>trên</a:t>
            </a:r>
            <a:r>
              <a:rPr lang="en-US" dirty="0"/>
              <a:t> </a:t>
            </a:r>
            <a:r>
              <a:rPr lang="en-US" dirty="0" err="1"/>
              <a:t>nền</a:t>
            </a:r>
            <a:r>
              <a:rPr lang="en-US" dirty="0"/>
              <a:t> Web, </a:t>
            </a:r>
            <a:r>
              <a:rPr lang="en-US" dirty="0" err="1"/>
              <a:t>trên</a:t>
            </a:r>
            <a:r>
              <a:rPr lang="en-US" dirty="0"/>
              <a:t> </a:t>
            </a:r>
            <a:r>
              <a:rPr lang="en-US" dirty="0" err="1"/>
              <a:t>thiết</a:t>
            </a:r>
            <a:r>
              <a:rPr lang="en-US" dirty="0"/>
              <a:t> </a:t>
            </a:r>
            <a:r>
              <a:rPr lang="en-US" dirty="0" err="1"/>
              <a:t>bị</a:t>
            </a:r>
            <a:r>
              <a:rPr lang="en-US" dirty="0"/>
              <a:t> di </a:t>
            </a:r>
            <a:r>
              <a:rPr lang="en-US" dirty="0" err="1"/>
              <a:t>động</a:t>
            </a:r>
            <a:r>
              <a:rPr lang="en-US" dirty="0"/>
              <a:t>, …</a:t>
            </a:r>
          </a:p>
          <a:p>
            <a:pPr lvl="1"/>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12</a:t>
            </a:fld>
            <a:endParaRPr lang="en-US" dirty="0"/>
          </a:p>
        </p:txBody>
      </p:sp>
    </p:spTree>
    <p:extLst>
      <p:ext uri="{BB962C8B-B14F-4D97-AF65-F5344CB8AC3E}">
        <p14:creationId xmlns:p14="http://schemas.microsoft.com/office/powerpoint/2010/main" val="1998374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altLang="en-US"/>
              <a:t>Các tiêu chí của một PM tốt</a:t>
            </a:r>
          </a:p>
        </p:txBody>
      </p:sp>
      <p:sp>
        <p:nvSpPr>
          <p:cNvPr id="6147" name="Content Placeholder 2"/>
          <p:cNvSpPr>
            <a:spLocks noGrp="1"/>
          </p:cNvSpPr>
          <p:nvPr>
            <p:ph idx="1"/>
          </p:nvPr>
        </p:nvSpPr>
        <p:spPr>
          <a:xfrm>
            <a:off x="455294" y="1594275"/>
            <a:ext cx="8441055" cy="4509200"/>
          </a:xfrm>
        </p:spPr>
        <p:txBody>
          <a:bodyPr>
            <a:normAutofit fontScale="92500"/>
          </a:bodyPr>
          <a:lstStyle/>
          <a:p>
            <a:r>
              <a:rPr lang="en-US" altLang="en-US" dirty="0" err="1"/>
              <a:t>Chủ</a:t>
            </a:r>
            <a:r>
              <a:rPr lang="en-US" altLang="en-US" dirty="0"/>
              <a:t> </a:t>
            </a:r>
            <a:r>
              <a:rPr lang="en-US" altLang="en-US" dirty="0" err="1"/>
              <a:t>đầu</a:t>
            </a:r>
            <a:r>
              <a:rPr lang="en-US" altLang="en-US" dirty="0"/>
              <a:t> </a:t>
            </a:r>
            <a:r>
              <a:rPr lang="en-US" altLang="en-US" dirty="0" err="1"/>
              <a:t>tư</a:t>
            </a:r>
            <a:endParaRPr lang="en-US" altLang="en-US" dirty="0"/>
          </a:p>
          <a:p>
            <a:pPr lvl="1"/>
            <a:r>
              <a:rPr lang="en-US" altLang="en-US" dirty="0" err="1"/>
              <a:t>Kinh</a:t>
            </a:r>
            <a:r>
              <a:rPr lang="en-US" altLang="en-US" dirty="0"/>
              <a:t> </a:t>
            </a:r>
            <a:r>
              <a:rPr lang="en-US" altLang="en-US" dirty="0" err="1"/>
              <a:t>phí</a:t>
            </a:r>
            <a:r>
              <a:rPr lang="en-US" altLang="en-US" dirty="0"/>
              <a:t> </a:t>
            </a:r>
            <a:r>
              <a:rPr lang="en-US" altLang="en-US" dirty="0" err="1"/>
              <a:t>và</a:t>
            </a:r>
            <a:r>
              <a:rPr lang="en-US" altLang="en-US" dirty="0"/>
              <a:t> </a:t>
            </a:r>
            <a:r>
              <a:rPr lang="en-US" altLang="en-US" dirty="0" err="1"/>
              <a:t>thời</a:t>
            </a:r>
            <a:r>
              <a:rPr lang="en-US" altLang="en-US" dirty="0"/>
              <a:t> </a:t>
            </a:r>
            <a:r>
              <a:rPr lang="en-US" altLang="en-US" dirty="0" err="1"/>
              <a:t>gian</a:t>
            </a:r>
            <a:r>
              <a:rPr lang="en-US" altLang="en-US" dirty="0"/>
              <a:t> </a:t>
            </a:r>
            <a:r>
              <a:rPr lang="en-US" altLang="en-US" dirty="0" err="1"/>
              <a:t>phù</a:t>
            </a:r>
            <a:r>
              <a:rPr lang="en-US" altLang="en-US" dirty="0"/>
              <a:t> </a:t>
            </a:r>
            <a:r>
              <a:rPr lang="en-US" altLang="en-US" dirty="0" err="1"/>
              <a:t>hợp</a:t>
            </a:r>
            <a:endParaRPr lang="en-US" altLang="en-US" dirty="0"/>
          </a:p>
          <a:p>
            <a:pPr lvl="1"/>
            <a:r>
              <a:rPr lang="en-US" altLang="en-US" dirty="0" err="1">
                <a:solidFill>
                  <a:srgbClr val="002060"/>
                </a:solidFill>
              </a:rPr>
              <a:t>Dễ</a:t>
            </a:r>
            <a:r>
              <a:rPr lang="en-US" altLang="en-US" dirty="0">
                <a:solidFill>
                  <a:srgbClr val="002060"/>
                </a:solidFill>
              </a:rPr>
              <a:t> </a:t>
            </a:r>
            <a:r>
              <a:rPr lang="en-US" altLang="en-US" dirty="0" err="1">
                <a:solidFill>
                  <a:srgbClr val="002060"/>
                </a:solidFill>
              </a:rPr>
              <a:t>bảo</a:t>
            </a:r>
            <a:r>
              <a:rPr lang="en-US" altLang="en-US" dirty="0">
                <a:solidFill>
                  <a:srgbClr val="002060"/>
                </a:solidFill>
              </a:rPr>
              <a:t> </a:t>
            </a:r>
            <a:r>
              <a:rPr lang="en-US" altLang="en-US" dirty="0" err="1">
                <a:solidFill>
                  <a:srgbClr val="002060"/>
                </a:solidFill>
              </a:rPr>
              <a:t>trì</a:t>
            </a:r>
            <a:r>
              <a:rPr lang="en-US" altLang="en-US" dirty="0">
                <a:solidFill>
                  <a:srgbClr val="002060"/>
                </a:solidFill>
              </a:rPr>
              <a:t>, …</a:t>
            </a:r>
          </a:p>
          <a:p>
            <a:r>
              <a:rPr lang="en-US" altLang="en-US" dirty="0" err="1"/>
              <a:t>Người</a:t>
            </a:r>
            <a:r>
              <a:rPr lang="en-US" altLang="en-US" dirty="0"/>
              <a:t> </a:t>
            </a:r>
            <a:r>
              <a:rPr lang="en-US" altLang="en-US" dirty="0" err="1"/>
              <a:t>dùng</a:t>
            </a:r>
            <a:endParaRPr lang="en-US" altLang="en-US" dirty="0"/>
          </a:p>
          <a:p>
            <a:pPr lvl="1"/>
            <a:r>
              <a:rPr lang="en-US" altLang="en-US" dirty="0" err="1"/>
              <a:t>Đủ</a:t>
            </a:r>
            <a:r>
              <a:rPr lang="en-US" altLang="en-US" dirty="0"/>
              <a:t> </a:t>
            </a:r>
            <a:r>
              <a:rPr lang="en-US" altLang="en-US" dirty="0" err="1"/>
              <a:t>chức</a:t>
            </a:r>
            <a:r>
              <a:rPr lang="en-US" altLang="en-US" dirty="0"/>
              <a:t> </a:t>
            </a:r>
            <a:r>
              <a:rPr lang="en-US" altLang="en-US" dirty="0" err="1"/>
              <a:t>năng</a:t>
            </a:r>
            <a:r>
              <a:rPr lang="en-US" altLang="en-US" dirty="0"/>
              <a:t>/</a:t>
            </a:r>
            <a:r>
              <a:rPr lang="en-US" altLang="en-US" dirty="0" err="1"/>
              <a:t>nghiệp</a:t>
            </a:r>
            <a:r>
              <a:rPr lang="en-US" altLang="en-US" dirty="0"/>
              <a:t> </a:t>
            </a:r>
            <a:r>
              <a:rPr lang="en-US" altLang="en-US" dirty="0" err="1"/>
              <a:t>vụ</a:t>
            </a:r>
            <a:r>
              <a:rPr lang="en-US" altLang="en-US" dirty="0"/>
              <a:t>, </a:t>
            </a:r>
            <a:r>
              <a:rPr lang="en-US" altLang="en-US" dirty="0" err="1"/>
              <a:t>dễ</a:t>
            </a:r>
            <a:r>
              <a:rPr lang="en-US" altLang="en-US" dirty="0"/>
              <a:t> </a:t>
            </a:r>
            <a:r>
              <a:rPr lang="en-US" altLang="en-US" dirty="0" err="1"/>
              <a:t>sử</a:t>
            </a:r>
            <a:r>
              <a:rPr lang="en-US" altLang="en-US" dirty="0"/>
              <a:t> </a:t>
            </a:r>
            <a:r>
              <a:rPr lang="en-US" altLang="en-US" dirty="0" err="1"/>
              <a:t>dụng</a:t>
            </a:r>
            <a:endParaRPr lang="en-US" altLang="en-US" dirty="0"/>
          </a:p>
          <a:p>
            <a:pPr lvl="1"/>
            <a:r>
              <a:rPr lang="en-US" altLang="en-US" dirty="0"/>
              <a:t>Tin </a:t>
            </a:r>
            <a:r>
              <a:rPr lang="en-US" altLang="en-US" dirty="0" err="1"/>
              <a:t>cậy</a:t>
            </a:r>
            <a:r>
              <a:rPr lang="en-US" altLang="en-US" dirty="0"/>
              <a:t>, an </a:t>
            </a:r>
            <a:r>
              <a:rPr lang="en-US" altLang="en-US" dirty="0" err="1"/>
              <a:t>toàn</a:t>
            </a:r>
            <a:r>
              <a:rPr lang="en-US" altLang="en-US" dirty="0"/>
              <a:t>, …</a:t>
            </a:r>
          </a:p>
          <a:p>
            <a:r>
              <a:rPr lang="en-US" altLang="en-US" dirty="0" err="1"/>
              <a:t>Nhà</a:t>
            </a:r>
            <a:r>
              <a:rPr lang="en-US" altLang="en-US" dirty="0"/>
              <a:t> </a:t>
            </a:r>
            <a:r>
              <a:rPr lang="en-US" altLang="en-US" dirty="0" err="1"/>
              <a:t>phát</a:t>
            </a:r>
            <a:r>
              <a:rPr lang="en-US" altLang="en-US" dirty="0"/>
              <a:t> </a:t>
            </a:r>
            <a:r>
              <a:rPr lang="en-US" altLang="en-US" dirty="0" err="1"/>
              <a:t>triển</a:t>
            </a:r>
            <a:endParaRPr lang="en-US" altLang="en-US" dirty="0"/>
          </a:p>
          <a:p>
            <a:pPr lvl="1"/>
            <a:r>
              <a:rPr lang="en-US" altLang="en-US" dirty="0" err="1">
                <a:solidFill>
                  <a:srgbClr val="002060"/>
                </a:solidFill>
              </a:rPr>
              <a:t>Dễ</a:t>
            </a:r>
            <a:r>
              <a:rPr lang="en-US" altLang="en-US" dirty="0">
                <a:solidFill>
                  <a:srgbClr val="002060"/>
                </a:solidFill>
              </a:rPr>
              <a:t> </a:t>
            </a:r>
            <a:r>
              <a:rPr lang="en-US" altLang="en-US" dirty="0" err="1">
                <a:solidFill>
                  <a:srgbClr val="002060"/>
                </a:solidFill>
              </a:rPr>
              <a:t>bảo</a:t>
            </a:r>
            <a:r>
              <a:rPr lang="en-US" altLang="en-US" dirty="0">
                <a:solidFill>
                  <a:srgbClr val="002060"/>
                </a:solidFill>
              </a:rPr>
              <a:t> </a:t>
            </a:r>
            <a:r>
              <a:rPr lang="en-US" altLang="en-US" dirty="0" err="1">
                <a:solidFill>
                  <a:srgbClr val="002060"/>
                </a:solidFill>
              </a:rPr>
              <a:t>trì</a:t>
            </a:r>
            <a:r>
              <a:rPr lang="en-US" altLang="en-US" dirty="0">
                <a:solidFill>
                  <a:srgbClr val="002060"/>
                </a:solidFill>
              </a:rPr>
              <a:t>, …</a:t>
            </a:r>
          </a:p>
          <a:p>
            <a:r>
              <a:rPr lang="en-US" altLang="en-US" dirty="0" err="1">
                <a:solidFill>
                  <a:srgbClr val="002060"/>
                </a:solidFill>
              </a:rPr>
              <a:t>Tham</a:t>
            </a:r>
            <a:r>
              <a:rPr lang="en-US" altLang="en-US" dirty="0">
                <a:solidFill>
                  <a:srgbClr val="002060"/>
                </a:solidFill>
              </a:rPr>
              <a:t> </a:t>
            </a:r>
            <a:r>
              <a:rPr lang="en-US" altLang="en-US" dirty="0" err="1">
                <a:solidFill>
                  <a:srgbClr val="002060"/>
                </a:solidFill>
              </a:rPr>
              <a:t>khảo</a:t>
            </a:r>
            <a:r>
              <a:rPr lang="en-US" altLang="en-US" dirty="0">
                <a:solidFill>
                  <a:srgbClr val="002060"/>
                </a:solidFill>
              </a:rPr>
              <a:t> </a:t>
            </a:r>
            <a:r>
              <a:rPr lang="en-US" altLang="en-US" b="1" dirty="0">
                <a:latin typeface="Arial" charset="0"/>
                <a:cs typeface="Arial" charset="0"/>
              </a:rPr>
              <a:t>ISO 9126 </a:t>
            </a:r>
            <a:r>
              <a:rPr lang="en-US" altLang="en-US" dirty="0" err="1">
                <a:solidFill>
                  <a:srgbClr val="002060"/>
                </a:solidFill>
              </a:rPr>
              <a:t>để</a:t>
            </a:r>
            <a:r>
              <a:rPr lang="en-US" altLang="en-US" dirty="0">
                <a:solidFill>
                  <a:srgbClr val="002060"/>
                </a:solidFill>
              </a:rPr>
              <a:t> </a:t>
            </a:r>
            <a:r>
              <a:rPr lang="en-US" altLang="en-US" dirty="0" err="1">
                <a:solidFill>
                  <a:srgbClr val="002060"/>
                </a:solidFill>
              </a:rPr>
              <a:t>hiểu</a:t>
            </a:r>
            <a:r>
              <a:rPr lang="en-US" altLang="en-US" dirty="0">
                <a:solidFill>
                  <a:srgbClr val="002060"/>
                </a:solidFill>
              </a:rPr>
              <a:t> chi </a:t>
            </a:r>
            <a:r>
              <a:rPr lang="en-US" altLang="en-US" dirty="0" err="1">
                <a:solidFill>
                  <a:srgbClr val="002060"/>
                </a:solidFill>
              </a:rPr>
              <a:t>tiết</a:t>
            </a:r>
            <a:r>
              <a:rPr lang="en-US" altLang="en-US" dirty="0">
                <a:solidFill>
                  <a:srgbClr val="002060"/>
                </a:solidFill>
              </a:rPr>
              <a:t> </a:t>
            </a:r>
            <a:r>
              <a:rPr lang="en-US" altLang="en-US" dirty="0" err="1">
                <a:solidFill>
                  <a:srgbClr val="002060"/>
                </a:solidFill>
              </a:rPr>
              <a:t>về</a:t>
            </a:r>
            <a:r>
              <a:rPr lang="en-US" altLang="en-US" dirty="0">
                <a:solidFill>
                  <a:srgbClr val="002060"/>
                </a:solidFill>
              </a:rPr>
              <a:t> </a:t>
            </a:r>
            <a:r>
              <a:rPr lang="en-US" altLang="en-US" dirty="0" err="1">
                <a:solidFill>
                  <a:srgbClr val="002060"/>
                </a:solidFill>
              </a:rPr>
              <a:t>từng</a:t>
            </a:r>
            <a:r>
              <a:rPr lang="en-US" altLang="en-US" dirty="0">
                <a:solidFill>
                  <a:srgbClr val="002060"/>
                </a:solidFill>
              </a:rPr>
              <a:t> </a:t>
            </a:r>
            <a:r>
              <a:rPr lang="en-US" altLang="en-US" dirty="0" err="1">
                <a:solidFill>
                  <a:srgbClr val="002060"/>
                </a:solidFill>
              </a:rPr>
              <a:t>tiêu</a:t>
            </a:r>
            <a:r>
              <a:rPr lang="en-US" altLang="en-US" dirty="0">
                <a:solidFill>
                  <a:srgbClr val="002060"/>
                </a:solidFill>
              </a:rPr>
              <a:t> </a:t>
            </a:r>
            <a:r>
              <a:rPr lang="en-US" altLang="en-US" dirty="0" err="1">
                <a:solidFill>
                  <a:srgbClr val="002060"/>
                </a:solidFill>
              </a:rPr>
              <a:t>chí</a:t>
            </a:r>
            <a:r>
              <a:rPr lang="en-US" altLang="en-US" dirty="0">
                <a:solidFill>
                  <a:srgbClr val="002060"/>
                </a:solidFill>
              </a:rPr>
              <a:t> </a:t>
            </a:r>
          </a:p>
        </p:txBody>
      </p:sp>
      <p:sp>
        <p:nvSpPr>
          <p:cNvPr id="2" name="Footer Placeholder 1"/>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1"/>
          <p:cNvSpPr>
            <a:spLocks noGrp="1"/>
          </p:cNvSpPr>
          <p:nvPr>
            <p:ph type="sldNum" sz="quarter" idx="12"/>
          </p:nvPr>
        </p:nvSpPr>
        <p:spPr/>
        <p:txBody>
          <a:bodyPr/>
          <a:lstStyle/>
          <a:p>
            <a:pPr>
              <a:defRPr/>
            </a:pPr>
            <a:fld id="{A7A27918-AF68-41BB-82C7-522D23BA7CE7}" type="slidenum">
              <a:rPr lang="en-US" smtClean="0"/>
              <a:pPr>
                <a:defRPr/>
              </a:pPr>
              <a:t>13</a:t>
            </a:fld>
            <a:endParaRPr lang="en-US" dirty="0"/>
          </a:p>
        </p:txBody>
      </p:sp>
    </p:spTree>
    <p:extLst>
      <p:ext uri="{BB962C8B-B14F-4D97-AF65-F5344CB8AC3E}">
        <p14:creationId xmlns:p14="http://schemas.microsoft.com/office/powerpoint/2010/main" val="153785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t>Mô</a:t>
            </a:r>
            <a:r>
              <a:rPr lang="en-US" b="1" dirty="0"/>
              <a:t> </a:t>
            </a:r>
            <a:r>
              <a:rPr lang="en-US" b="1" dirty="0" err="1"/>
              <a:t>hình</a:t>
            </a:r>
            <a:r>
              <a:rPr lang="en-US" b="1" dirty="0"/>
              <a:t> </a:t>
            </a:r>
            <a:r>
              <a:rPr lang="en-US" b="1" dirty="0" err="1"/>
              <a:t>chất</a:t>
            </a:r>
            <a:r>
              <a:rPr lang="en-US" b="1" dirty="0"/>
              <a:t> </a:t>
            </a:r>
            <a:r>
              <a:rPr lang="en-US" b="1" dirty="0" err="1"/>
              <a:t>lượng</a:t>
            </a:r>
            <a:r>
              <a:rPr lang="en-US" b="1" dirty="0"/>
              <a:t> </a:t>
            </a:r>
            <a:r>
              <a:rPr lang="en-US" b="1" dirty="0" err="1"/>
              <a:t>cho</a:t>
            </a:r>
            <a:r>
              <a:rPr lang="en-US" b="1" dirty="0"/>
              <a:t> </a:t>
            </a:r>
            <a:r>
              <a:rPr lang="en-US" b="1" dirty="0" err="1"/>
              <a:t>chất</a:t>
            </a:r>
            <a:r>
              <a:rPr lang="en-US" b="1" dirty="0"/>
              <a:t> </a:t>
            </a:r>
            <a:r>
              <a:rPr lang="en-US" b="1" dirty="0" err="1"/>
              <a:t>lượng</a:t>
            </a:r>
            <a:r>
              <a:rPr lang="en-US" b="1" dirty="0"/>
              <a:t> </a:t>
            </a:r>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14</a:t>
            </a:fld>
            <a:endParaRPr lang="en-US" dirty="0"/>
          </a:p>
        </p:txBody>
      </p:sp>
      <p:pic>
        <p:nvPicPr>
          <p:cNvPr id="2050" name="Picture 2" descr="a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869" y="1815319"/>
            <a:ext cx="8662681" cy="3277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36806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tiêu</a:t>
            </a:r>
            <a:r>
              <a:rPr lang="en-US" dirty="0"/>
              <a:t> </a:t>
            </a:r>
            <a:r>
              <a:rPr lang="en-US" dirty="0" err="1"/>
              <a:t>chí</a:t>
            </a:r>
            <a:r>
              <a:rPr lang="en-US" dirty="0"/>
              <a:t> </a:t>
            </a:r>
            <a:r>
              <a:rPr lang="en-US" dirty="0" err="1"/>
              <a:t>về</a:t>
            </a:r>
            <a:r>
              <a:rPr lang="en-US" dirty="0"/>
              <a:t> </a:t>
            </a:r>
            <a:r>
              <a:rPr lang="en-US" dirty="0" err="1"/>
              <a:t>chức</a:t>
            </a:r>
            <a:r>
              <a:rPr lang="en-US" dirty="0"/>
              <a:t> </a:t>
            </a:r>
            <a:r>
              <a:rPr lang="en-US" dirty="0" err="1"/>
              <a:t>năng</a:t>
            </a:r>
            <a:endParaRPr lang="en-US" dirty="0"/>
          </a:p>
        </p:txBody>
      </p:sp>
      <p:sp>
        <p:nvSpPr>
          <p:cNvPr id="3" name="Content Placeholder 2"/>
          <p:cNvSpPr>
            <a:spLocks noGrp="1"/>
          </p:cNvSpPr>
          <p:nvPr>
            <p:ph idx="1"/>
          </p:nvPr>
        </p:nvSpPr>
        <p:spPr>
          <a:xfrm>
            <a:off x="455295" y="1594274"/>
            <a:ext cx="8195310" cy="4870025"/>
          </a:xfrm>
        </p:spPr>
        <p:txBody>
          <a:bodyPr>
            <a:normAutofit fontScale="92500" lnSpcReduction="20000"/>
          </a:bodyPr>
          <a:lstStyle/>
          <a:p>
            <a:r>
              <a:rPr lang="en-US" b="1" dirty="0" err="1"/>
              <a:t>Tính</a:t>
            </a:r>
            <a:r>
              <a:rPr lang="en-US" b="1" dirty="0"/>
              <a:t> </a:t>
            </a:r>
            <a:r>
              <a:rPr lang="en-US" b="1" dirty="0" err="1"/>
              <a:t>phù</a:t>
            </a:r>
            <a:r>
              <a:rPr lang="en-US" b="1" dirty="0"/>
              <a:t> </a:t>
            </a:r>
            <a:r>
              <a:rPr lang="en-US" b="1" dirty="0" err="1"/>
              <a:t>hợp</a:t>
            </a:r>
            <a:r>
              <a:rPr lang="en-US" b="1" dirty="0"/>
              <a:t> </a:t>
            </a:r>
          </a:p>
          <a:p>
            <a:pPr lvl="1"/>
            <a:r>
              <a:rPr lang="en-US" dirty="0" err="1"/>
              <a:t>khả</a:t>
            </a:r>
            <a:r>
              <a:rPr lang="en-US" dirty="0"/>
              <a:t> </a:t>
            </a:r>
            <a:r>
              <a:rPr lang="en-US" dirty="0" err="1"/>
              <a:t>năng</a:t>
            </a:r>
            <a:r>
              <a:rPr lang="en-US" dirty="0"/>
              <a:t> </a:t>
            </a:r>
            <a:r>
              <a:rPr lang="en-US" dirty="0" err="1"/>
              <a:t>có</a:t>
            </a:r>
            <a:r>
              <a:rPr lang="en-US" dirty="0"/>
              <a:t> </a:t>
            </a:r>
            <a:r>
              <a:rPr lang="en-US" dirty="0" err="1"/>
              <a:t>thể</a:t>
            </a:r>
            <a:r>
              <a:rPr lang="en-US" dirty="0"/>
              <a:t> </a:t>
            </a:r>
            <a:r>
              <a:rPr lang="en-US" dirty="0" err="1"/>
              <a:t>cung</a:t>
            </a:r>
            <a:r>
              <a:rPr lang="en-US" dirty="0"/>
              <a:t> </a:t>
            </a:r>
            <a:r>
              <a:rPr lang="en-US" dirty="0" err="1"/>
              <a:t>cấp</a:t>
            </a:r>
            <a:r>
              <a:rPr lang="en-US" dirty="0"/>
              <a:t> </a:t>
            </a:r>
            <a:r>
              <a:rPr lang="en-US" dirty="0" err="1"/>
              <a:t>một</a:t>
            </a:r>
            <a:r>
              <a:rPr lang="en-US" dirty="0"/>
              <a:t> </a:t>
            </a:r>
            <a:r>
              <a:rPr lang="en-US" dirty="0" err="1"/>
              <a:t>tập</a:t>
            </a:r>
            <a:r>
              <a:rPr lang="en-US" dirty="0"/>
              <a:t> </a:t>
            </a:r>
            <a:r>
              <a:rPr lang="en-US" dirty="0" err="1"/>
              <a:t>các</a:t>
            </a:r>
            <a:r>
              <a:rPr lang="en-US" dirty="0"/>
              <a:t> </a:t>
            </a:r>
            <a:r>
              <a:rPr lang="en-US" dirty="0" err="1"/>
              <a:t>chức</a:t>
            </a:r>
            <a:r>
              <a:rPr lang="en-US" dirty="0"/>
              <a:t> </a:t>
            </a:r>
            <a:r>
              <a:rPr lang="en-US" dirty="0" err="1"/>
              <a:t>năng</a:t>
            </a:r>
            <a:r>
              <a:rPr lang="en-US" dirty="0"/>
              <a:t> </a:t>
            </a:r>
            <a:r>
              <a:rPr lang="en-US" dirty="0" err="1"/>
              <a:t>thích</a:t>
            </a:r>
            <a:r>
              <a:rPr lang="en-US" dirty="0"/>
              <a:t> </a:t>
            </a:r>
            <a:r>
              <a:rPr lang="en-US" dirty="0" err="1"/>
              <a:t>hợp</a:t>
            </a:r>
            <a:r>
              <a:rPr lang="en-US" dirty="0"/>
              <a:t> </a:t>
            </a:r>
            <a:r>
              <a:rPr lang="en-US" dirty="0" err="1"/>
              <a:t>cho</a:t>
            </a:r>
            <a:r>
              <a:rPr lang="en-US" dirty="0"/>
              <a:t> </a:t>
            </a:r>
            <a:r>
              <a:rPr lang="en-US" dirty="0" err="1"/>
              <a:t>công</a:t>
            </a:r>
            <a:r>
              <a:rPr lang="en-US" dirty="0"/>
              <a:t> </a:t>
            </a:r>
            <a:r>
              <a:rPr lang="en-US" dirty="0" err="1"/>
              <a:t>việc</a:t>
            </a:r>
            <a:r>
              <a:rPr lang="en-US" dirty="0"/>
              <a:t> </a:t>
            </a:r>
            <a:r>
              <a:rPr lang="en-US" dirty="0" err="1"/>
              <a:t>cụ</a:t>
            </a:r>
            <a:r>
              <a:rPr lang="en-US" dirty="0"/>
              <a:t> </a:t>
            </a:r>
            <a:r>
              <a:rPr lang="en-US" dirty="0" err="1"/>
              <a:t>thể</a:t>
            </a:r>
            <a:r>
              <a:rPr lang="en-US" dirty="0"/>
              <a:t> </a:t>
            </a:r>
            <a:r>
              <a:rPr lang="en-US" dirty="0" err="1"/>
              <a:t>phục</a:t>
            </a:r>
            <a:r>
              <a:rPr lang="en-US" dirty="0"/>
              <a:t> </a:t>
            </a:r>
            <a:r>
              <a:rPr lang="en-US" dirty="0" err="1"/>
              <a:t>vụ</a:t>
            </a:r>
            <a:r>
              <a:rPr lang="en-US" dirty="0"/>
              <a:t> </a:t>
            </a:r>
            <a:r>
              <a:rPr lang="en-US" dirty="0" err="1"/>
              <a:t>mục</a:t>
            </a:r>
            <a:r>
              <a:rPr lang="en-US" dirty="0"/>
              <a:t> </a:t>
            </a:r>
            <a:r>
              <a:rPr lang="en-US" dirty="0" err="1"/>
              <a:t>đích</a:t>
            </a:r>
            <a:r>
              <a:rPr lang="en-US" dirty="0"/>
              <a:t> </a:t>
            </a:r>
            <a:r>
              <a:rPr lang="en-US" dirty="0" err="1"/>
              <a:t>của</a:t>
            </a:r>
            <a:r>
              <a:rPr lang="en-US" dirty="0"/>
              <a:t> </a:t>
            </a:r>
            <a:r>
              <a:rPr lang="en-US" dirty="0" err="1"/>
              <a:t>người</a:t>
            </a:r>
            <a:r>
              <a:rPr lang="en-US" dirty="0"/>
              <a:t> </a:t>
            </a:r>
            <a:r>
              <a:rPr lang="en-US" dirty="0" err="1"/>
              <a:t>sử</a:t>
            </a:r>
            <a:r>
              <a:rPr lang="en-US" dirty="0"/>
              <a:t> </a:t>
            </a:r>
            <a:r>
              <a:rPr lang="en-US" dirty="0" err="1"/>
              <a:t>dụng</a:t>
            </a:r>
            <a:endParaRPr lang="en-US" dirty="0"/>
          </a:p>
          <a:p>
            <a:r>
              <a:rPr lang="en-US" b="1" dirty="0" err="1"/>
              <a:t>Tính</a:t>
            </a:r>
            <a:r>
              <a:rPr lang="en-US" b="1" dirty="0"/>
              <a:t> </a:t>
            </a:r>
            <a:r>
              <a:rPr lang="en-US" b="1" dirty="0" err="1"/>
              <a:t>chính</a:t>
            </a:r>
            <a:r>
              <a:rPr lang="en-US" b="1" dirty="0"/>
              <a:t> </a:t>
            </a:r>
            <a:r>
              <a:rPr lang="en-US" b="1" dirty="0" err="1"/>
              <a:t>xác</a:t>
            </a:r>
            <a:endParaRPr lang="en-US" b="1" dirty="0"/>
          </a:p>
          <a:p>
            <a:pPr lvl="1"/>
            <a:r>
              <a:rPr lang="en-US" dirty="0" err="1"/>
              <a:t>có</a:t>
            </a:r>
            <a:r>
              <a:rPr lang="en-US" dirty="0"/>
              <a:t> </a:t>
            </a:r>
            <a:r>
              <a:rPr lang="en-US" dirty="0" err="1"/>
              <a:t>thể</a:t>
            </a:r>
            <a:r>
              <a:rPr lang="en-US" dirty="0"/>
              <a:t> </a:t>
            </a:r>
            <a:r>
              <a:rPr lang="en-US" dirty="0" err="1"/>
              <a:t>cung</a:t>
            </a:r>
            <a:r>
              <a:rPr lang="en-US" dirty="0"/>
              <a:t> </a:t>
            </a:r>
            <a:r>
              <a:rPr lang="en-US" dirty="0" err="1"/>
              <a:t>cấp</a:t>
            </a:r>
            <a:r>
              <a:rPr lang="en-US" dirty="0"/>
              <a:t> </a:t>
            </a:r>
            <a:r>
              <a:rPr lang="en-US" dirty="0" err="1"/>
              <a:t>các</a:t>
            </a:r>
            <a:r>
              <a:rPr lang="en-US" dirty="0"/>
              <a:t> </a:t>
            </a:r>
            <a:r>
              <a:rPr lang="en-US" dirty="0" err="1"/>
              <a:t>kết</a:t>
            </a:r>
            <a:r>
              <a:rPr lang="en-US" dirty="0"/>
              <a:t> </a:t>
            </a:r>
            <a:r>
              <a:rPr lang="en-US" dirty="0" err="1"/>
              <a:t>quả</a:t>
            </a:r>
            <a:r>
              <a:rPr lang="en-US" dirty="0"/>
              <a:t> hay </a:t>
            </a:r>
            <a:r>
              <a:rPr lang="en-US" dirty="0" err="1"/>
              <a:t>hiệu</a:t>
            </a:r>
            <a:r>
              <a:rPr lang="en-US" dirty="0"/>
              <a:t> </a:t>
            </a:r>
            <a:r>
              <a:rPr lang="en-US" dirty="0" err="1"/>
              <a:t>quả</a:t>
            </a:r>
            <a:r>
              <a:rPr lang="en-US" dirty="0"/>
              <a:t> </a:t>
            </a:r>
            <a:r>
              <a:rPr lang="en-US" dirty="0" err="1"/>
              <a:t>đúng</a:t>
            </a:r>
            <a:r>
              <a:rPr lang="en-US" dirty="0"/>
              <a:t> </a:t>
            </a:r>
            <a:r>
              <a:rPr lang="en-US" dirty="0" err="1"/>
              <a:t>đắn</a:t>
            </a:r>
            <a:r>
              <a:rPr lang="en-US" dirty="0"/>
              <a:t> </a:t>
            </a:r>
            <a:r>
              <a:rPr lang="en-US" dirty="0" err="1"/>
              <a:t>hoặc</a:t>
            </a:r>
            <a:r>
              <a:rPr lang="en-US" dirty="0"/>
              <a:t> </a:t>
            </a:r>
            <a:r>
              <a:rPr lang="en-US" dirty="0" err="1"/>
              <a:t>chấp</a:t>
            </a:r>
            <a:r>
              <a:rPr lang="en-US" dirty="0"/>
              <a:t> </a:t>
            </a:r>
            <a:r>
              <a:rPr lang="en-US" dirty="0" err="1"/>
              <a:t>nhận</a:t>
            </a:r>
            <a:r>
              <a:rPr lang="en-US" dirty="0"/>
              <a:t> </a:t>
            </a:r>
            <a:r>
              <a:rPr lang="en-US" dirty="0" err="1"/>
              <a:t>được</a:t>
            </a:r>
            <a:r>
              <a:rPr lang="en-US" dirty="0"/>
              <a:t> </a:t>
            </a:r>
            <a:r>
              <a:rPr lang="en-US" dirty="0" err="1"/>
              <a:t>với</a:t>
            </a:r>
            <a:r>
              <a:rPr lang="en-US" dirty="0"/>
              <a:t> </a:t>
            </a:r>
            <a:r>
              <a:rPr lang="en-US" dirty="0" err="1"/>
              <a:t>độ</a:t>
            </a:r>
            <a:r>
              <a:rPr lang="en-US" dirty="0"/>
              <a:t> </a:t>
            </a:r>
            <a:r>
              <a:rPr lang="en-US" dirty="0" err="1"/>
              <a:t>chính</a:t>
            </a:r>
            <a:r>
              <a:rPr lang="en-US" dirty="0"/>
              <a:t> </a:t>
            </a:r>
            <a:r>
              <a:rPr lang="en-US" dirty="0" err="1"/>
              <a:t>xác</a:t>
            </a:r>
            <a:r>
              <a:rPr lang="en-US" dirty="0"/>
              <a:t> </a:t>
            </a:r>
            <a:r>
              <a:rPr lang="en-US" dirty="0" err="1"/>
              <a:t>cần</a:t>
            </a:r>
            <a:r>
              <a:rPr lang="en-US" dirty="0"/>
              <a:t> </a:t>
            </a:r>
            <a:r>
              <a:rPr lang="en-US" dirty="0" err="1"/>
              <a:t>thiết</a:t>
            </a:r>
            <a:endParaRPr lang="en-US" dirty="0"/>
          </a:p>
          <a:p>
            <a:r>
              <a:rPr lang="en-US" b="1" dirty="0" err="1"/>
              <a:t>Khả</a:t>
            </a:r>
            <a:r>
              <a:rPr lang="en-US" b="1" dirty="0"/>
              <a:t> </a:t>
            </a:r>
            <a:r>
              <a:rPr lang="en-US" b="1" dirty="0" err="1"/>
              <a:t>năng</a:t>
            </a:r>
            <a:r>
              <a:rPr lang="en-US" b="1" dirty="0"/>
              <a:t> </a:t>
            </a:r>
            <a:r>
              <a:rPr lang="en-US" b="1" dirty="0" err="1"/>
              <a:t>hợp</a:t>
            </a:r>
            <a:r>
              <a:rPr lang="en-US" b="1" dirty="0"/>
              <a:t> </a:t>
            </a:r>
            <a:r>
              <a:rPr lang="en-US" b="1" dirty="0" err="1"/>
              <a:t>tác</a:t>
            </a:r>
            <a:r>
              <a:rPr lang="en-US" b="1" dirty="0"/>
              <a:t> </a:t>
            </a:r>
            <a:r>
              <a:rPr lang="en-US" b="1" dirty="0" err="1"/>
              <a:t>làm</a:t>
            </a:r>
            <a:r>
              <a:rPr lang="en-US" b="1" dirty="0"/>
              <a:t> </a:t>
            </a:r>
            <a:r>
              <a:rPr lang="en-US" b="1" dirty="0" err="1"/>
              <a:t>việc</a:t>
            </a:r>
            <a:endParaRPr lang="en-US" b="1" dirty="0"/>
          </a:p>
          <a:p>
            <a:pPr lvl="1"/>
            <a:r>
              <a:rPr lang="en-US" dirty="0" err="1"/>
              <a:t>khả</a:t>
            </a:r>
            <a:r>
              <a:rPr lang="en-US" dirty="0"/>
              <a:t> </a:t>
            </a:r>
            <a:r>
              <a:rPr lang="en-US" dirty="0" err="1"/>
              <a:t>năng</a:t>
            </a:r>
            <a:r>
              <a:rPr lang="en-US" dirty="0"/>
              <a:t> </a:t>
            </a:r>
            <a:r>
              <a:rPr lang="en-US" dirty="0" err="1"/>
              <a:t>tương</a:t>
            </a:r>
            <a:r>
              <a:rPr lang="en-US" dirty="0"/>
              <a:t> </a:t>
            </a:r>
            <a:r>
              <a:rPr lang="en-US" dirty="0" err="1"/>
              <a:t>tác</a:t>
            </a:r>
            <a:r>
              <a:rPr lang="en-US" dirty="0"/>
              <a:t> </a:t>
            </a:r>
            <a:r>
              <a:rPr lang="en-US" dirty="0" err="1"/>
              <a:t>với</a:t>
            </a:r>
            <a:r>
              <a:rPr lang="en-US" dirty="0"/>
              <a:t> </a:t>
            </a:r>
            <a:r>
              <a:rPr lang="en-US" dirty="0" err="1"/>
              <a:t>một</a:t>
            </a:r>
            <a:r>
              <a:rPr lang="en-US" dirty="0"/>
              <a:t> </a:t>
            </a:r>
            <a:r>
              <a:rPr lang="en-US" dirty="0" err="1"/>
              <a:t>số</a:t>
            </a:r>
            <a:r>
              <a:rPr lang="en-US" dirty="0"/>
              <a:t> HT </a:t>
            </a:r>
            <a:r>
              <a:rPr lang="en-US" dirty="0" err="1"/>
              <a:t>cụ</a:t>
            </a:r>
            <a:r>
              <a:rPr lang="en-US" dirty="0"/>
              <a:t> </a:t>
            </a:r>
            <a:r>
              <a:rPr lang="en-US" dirty="0" err="1"/>
              <a:t>thể</a:t>
            </a:r>
            <a:endParaRPr lang="en-US" dirty="0"/>
          </a:p>
          <a:p>
            <a:r>
              <a:rPr lang="en-US" b="1" dirty="0" err="1"/>
              <a:t>Tính</a:t>
            </a:r>
            <a:r>
              <a:rPr lang="en-US" b="1" dirty="0"/>
              <a:t> an </a:t>
            </a:r>
            <a:r>
              <a:rPr lang="en-US" b="1" dirty="0" err="1"/>
              <a:t>toàn</a:t>
            </a:r>
            <a:endParaRPr lang="en-US" b="1" dirty="0"/>
          </a:p>
          <a:p>
            <a:pPr lvl="1"/>
            <a:r>
              <a:rPr lang="en-US" dirty="0" err="1"/>
              <a:t>khả</a:t>
            </a:r>
            <a:r>
              <a:rPr lang="en-US" dirty="0"/>
              <a:t> </a:t>
            </a:r>
            <a:r>
              <a:rPr lang="en-US" dirty="0" err="1"/>
              <a:t>năng</a:t>
            </a:r>
            <a:r>
              <a:rPr lang="en-US" dirty="0"/>
              <a:t> </a:t>
            </a:r>
            <a:r>
              <a:rPr lang="en-US" dirty="0" err="1"/>
              <a:t>bảo</a:t>
            </a:r>
            <a:r>
              <a:rPr lang="en-US" dirty="0"/>
              <a:t> </a:t>
            </a:r>
            <a:r>
              <a:rPr lang="en-US" dirty="0" err="1"/>
              <a:t>vệ</a:t>
            </a:r>
            <a:r>
              <a:rPr lang="en-US" dirty="0"/>
              <a:t> </a:t>
            </a:r>
            <a:r>
              <a:rPr lang="en-US" dirty="0" err="1"/>
              <a:t>thông</a:t>
            </a:r>
            <a:r>
              <a:rPr lang="en-US" dirty="0"/>
              <a:t> tin </a:t>
            </a:r>
            <a:r>
              <a:rPr lang="en-US" dirty="0" err="1"/>
              <a:t>và</a:t>
            </a:r>
            <a:r>
              <a:rPr lang="en-US" dirty="0"/>
              <a:t> </a:t>
            </a:r>
            <a:r>
              <a:rPr lang="en-US" dirty="0" err="1"/>
              <a:t>dữ</a:t>
            </a:r>
            <a:r>
              <a:rPr lang="en-US" dirty="0"/>
              <a:t> </a:t>
            </a:r>
            <a:r>
              <a:rPr lang="en-US" dirty="0" err="1"/>
              <a:t>liệu</a:t>
            </a:r>
            <a:r>
              <a:rPr lang="en-US" dirty="0"/>
              <a:t> </a:t>
            </a:r>
            <a:r>
              <a:rPr lang="en-US" dirty="0" err="1"/>
              <a:t>của</a:t>
            </a:r>
            <a:r>
              <a:rPr lang="en-US" dirty="0"/>
              <a:t> </a:t>
            </a:r>
            <a:r>
              <a:rPr lang="en-US" dirty="0" err="1"/>
              <a:t>sản</a:t>
            </a:r>
            <a:r>
              <a:rPr lang="en-US" dirty="0"/>
              <a:t> </a:t>
            </a:r>
            <a:r>
              <a:rPr lang="en-US" dirty="0" err="1"/>
              <a:t>phẩm</a:t>
            </a:r>
            <a:r>
              <a:rPr lang="en-US" dirty="0"/>
              <a:t> </a:t>
            </a:r>
            <a:r>
              <a:rPr lang="en-US" dirty="0" err="1"/>
              <a:t>phần</a:t>
            </a:r>
            <a:r>
              <a:rPr lang="en-US" dirty="0"/>
              <a:t> </a:t>
            </a:r>
            <a:r>
              <a:rPr lang="en-US" dirty="0" err="1"/>
              <a:t>mềm</a:t>
            </a:r>
            <a:r>
              <a:rPr lang="en-US" dirty="0"/>
              <a:t>, </a:t>
            </a:r>
            <a:r>
              <a:rPr lang="en-US" dirty="0" err="1"/>
              <a:t>sao</a:t>
            </a:r>
            <a:r>
              <a:rPr lang="en-US" dirty="0"/>
              <a:t> </a:t>
            </a:r>
            <a:r>
              <a:rPr lang="en-US" dirty="0" err="1"/>
              <a:t>cho</a:t>
            </a:r>
            <a:r>
              <a:rPr lang="en-US" dirty="0"/>
              <a:t> </a:t>
            </a:r>
            <a:r>
              <a:rPr lang="en-US" dirty="0" err="1"/>
              <a:t>người</a:t>
            </a:r>
            <a:r>
              <a:rPr lang="en-US" dirty="0"/>
              <a:t>, </a:t>
            </a:r>
            <a:r>
              <a:rPr lang="en-US" dirty="0" err="1"/>
              <a:t>hệ</a:t>
            </a:r>
            <a:r>
              <a:rPr lang="en-US" dirty="0"/>
              <a:t> </a:t>
            </a:r>
            <a:r>
              <a:rPr lang="en-US" dirty="0" err="1"/>
              <a:t>thống</a:t>
            </a:r>
            <a:r>
              <a:rPr lang="en-US" dirty="0"/>
              <a:t> </a:t>
            </a:r>
            <a:r>
              <a:rPr lang="en-US" dirty="0" err="1"/>
              <a:t>không</a:t>
            </a:r>
            <a:r>
              <a:rPr lang="en-US" dirty="0"/>
              <a:t> </a:t>
            </a:r>
            <a:r>
              <a:rPr lang="en-US" dirty="0" err="1"/>
              <a:t>được</a:t>
            </a:r>
            <a:r>
              <a:rPr lang="en-US" dirty="0"/>
              <a:t> </a:t>
            </a:r>
            <a:r>
              <a:rPr lang="en-US" dirty="0" err="1"/>
              <a:t>phép</a:t>
            </a:r>
            <a:r>
              <a:rPr lang="en-US" dirty="0"/>
              <a:t> </a:t>
            </a:r>
            <a:r>
              <a:rPr lang="en-US" dirty="0" err="1"/>
              <a:t>thì</a:t>
            </a:r>
            <a:r>
              <a:rPr lang="en-US" dirty="0"/>
              <a:t> </a:t>
            </a:r>
            <a:r>
              <a:rPr lang="en-US" dirty="0" err="1"/>
              <a:t>không</a:t>
            </a:r>
            <a:r>
              <a:rPr lang="en-US" dirty="0"/>
              <a:t> </a:t>
            </a:r>
            <a:r>
              <a:rPr lang="en-US" dirty="0" err="1"/>
              <a:t>thể</a:t>
            </a:r>
            <a:r>
              <a:rPr lang="en-US" dirty="0"/>
              <a:t> </a:t>
            </a:r>
            <a:r>
              <a:rPr lang="en-US" dirty="0" err="1"/>
              <a:t>truy</a:t>
            </a:r>
            <a:r>
              <a:rPr lang="en-US" dirty="0"/>
              <a:t> </a:t>
            </a:r>
            <a:r>
              <a:rPr lang="en-US" dirty="0" err="1"/>
              <a:t>cập</a:t>
            </a:r>
            <a:r>
              <a:rPr lang="en-US" dirty="0"/>
              <a:t>, </a:t>
            </a:r>
            <a:r>
              <a:rPr lang="en-US" dirty="0" err="1"/>
              <a:t>đọc</a:t>
            </a:r>
            <a:r>
              <a:rPr lang="en-US" dirty="0"/>
              <a:t> hay </a:t>
            </a:r>
            <a:r>
              <a:rPr lang="en-US" dirty="0" err="1"/>
              <a:t>chỉnh</a:t>
            </a:r>
            <a:r>
              <a:rPr lang="en-US" dirty="0"/>
              <a:t> </a:t>
            </a:r>
            <a:r>
              <a:rPr lang="en-US" dirty="0" err="1"/>
              <a:t>sửa</a:t>
            </a:r>
            <a:r>
              <a:rPr lang="en-US" dirty="0"/>
              <a:t> </a:t>
            </a:r>
            <a:r>
              <a:rPr lang="en-US" dirty="0" err="1"/>
              <a:t>chúng</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15</a:t>
            </a:fld>
            <a:endParaRPr lang="en-US" dirty="0"/>
          </a:p>
        </p:txBody>
      </p:sp>
    </p:spTree>
    <p:extLst>
      <p:ext uri="{BB962C8B-B14F-4D97-AF65-F5344CB8AC3E}">
        <p14:creationId xmlns:p14="http://schemas.microsoft.com/office/powerpoint/2010/main" val="2589831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tiêu</a:t>
            </a:r>
            <a:r>
              <a:rPr lang="en-US" dirty="0"/>
              <a:t> </a:t>
            </a:r>
            <a:r>
              <a:rPr lang="en-US" dirty="0" err="1"/>
              <a:t>chí</a:t>
            </a:r>
            <a:r>
              <a:rPr lang="en-US" dirty="0"/>
              <a:t> </a:t>
            </a:r>
            <a:r>
              <a:rPr lang="en-US" dirty="0" err="1"/>
              <a:t>về</a:t>
            </a:r>
            <a:r>
              <a:rPr lang="en-US" dirty="0"/>
              <a:t> </a:t>
            </a:r>
            <a:r>
              <a:rPr lang="en-US" dirty="0" err="1"/>
              <a:t>độ</a:t>
            </a:r>
            <a:r>
              <a:rPr lang="en-US" dirty="0"/>
              <a:t> tin </a:t>
            </a:r>
            <a:r>
              <a:rPr lang="en-US" dirty="0" err="1"/>
              <a:t>cậy</a:t>
            </a:r>
            <a:endParaRPr lang="en-US" dirty="0"/>
          </a:p>
        </p:txBody>
      </p:sp>
      <p:sp>
        <p:nvSpPr>
          <p:cNvPr id="3" name="Content Placeholder 2"/>
          <p:cNvSpPr>
            <a:spLocks noGrp="1"/>
          </p:cNvSpPr>
          <p:nvPr>
            <p:ph idx="1"/>
          </p:nvPr>
        </p:nvSpPr>
        <p:spPr/>
        <p:txBody>
          <a:bodyPr/>
          <a:lstStyle/>
          <a:p>
            <a:r>
              <a:rPr lang="en-US" b="1" dirty="0" err="1"/>
              <a:t>Tính</a:t>
            </a:r>
            <a:r>
              <a:rPr lang="en-US" b="1" dirty="0"/>
              <a:t> </a:t>
            </a:r>
            <a:r>
              <a:rPr lang="en-US" b="1" dirty="0" err="1"/>
              <a:t>hoàn</a:t>
            </a:r>
            <a:r>
              <a:rPr lang="en-US" b="1" dirty="0"/>
              <a:t> </a:t>
            </a:r>
            <a:r>
              <a:rPr lang="en-US" b="1" dirty="0" err="1"/>
              <a:t>thiện</a:t>
            </a:r>
            <a:endParaRPr lang="en-US" b="1" dirty="0"/>
          </a:p>
          <a:p>
            <a:pPr lvl="1"/>
            <a:r>
              <a:rPr lang="en-US" dirty="0" err="1"/>
              <a:t>khả</a:t>
            </a:r>
            <a:r>
              <a:rPr lang="en-US" dirty="0"/>
              <a:t> </a:t>
            </a:r>
            <a:r>
              <a:rPr lang="en-US" dirty="0" err="1"/>
              <a:t>năng</a:t>
            </a:r>
            <a:r>
              <a:rPr lang="en-US" dirty="0"/>
              <a:t> </a:t>
            </a:r>
            <a:r>
              <a:rPr lang="en-US" dirty="0" err="1"/>
              <a:t>tránh</a:t>
            </a:r>
            <a:r>
              <a:rPr lang="en-US" dirty="0"/>
              <a:t> </a:t>
            </a:r>
            <a:r>
              <a:rPr lang="en-US" dirty="0" err="1"/>
              <a:t>các</a:t>
            </a:r>
            <a:r>
              <a:rPr lang="en-US" dirty="0"/>
              <a:t> </a:t>
            </a:r>
            <a:r>
              <a:rPr lang="en-US" dirty="0" err="1"/>
              <a:t>kết</a:t>
            </a:r>
            <a:r>
              <a:rPr lang="en-US" dirty="0"/>
              <a:t> </a:t>
            </a:r>
            <a:r>
              <a:rPr lang="en-US" dirty="0" err="1"/>
              <a:t>quả</a:t>
            </a:r>
            <a:r>
              <a:rPr lang="en-US" dirty="0"/>
              <a:t> </a:t>
            </a:r>
            <a:r>
              <a:rPr lang="en-US" dirty="0" err="1"/>
              <a:t>sai</a:t>
            </a:r>
            <a:endParaRPr lang="en-US" dirty="0"/>
          </a:p>
          <a:p>
            <a:r>
              <a:rPr lang="en-US" b="1" dirty="0" err="1"/>
              <a:t>Khả</a:t>
            </a:r>
            <a:r>
              <a:rPr lang="en-US" b="1" dirty="0"/>
              <a:t> </a:t>
            </a:r>
            <a:r>
              <a:rPr lang="en-US" b="1" dirty="0" err="1"/>
              <a:t>năng</a:t>
            </a:r>
            <a:r>
              <a:rPr lang="en-US" b="1" dirty="0"/>
              <a:t> </a:t>
            </a:r>
            <a:r>
              <a:rPr lang="en-US" b="1" dirty="0" err="1"/>
              <a:t>chịu</a:t>
            </a:r>
            <a:r>
              <a:rPr lang="en-US" b="1" dirty="0"/>
              <a:t> </a:t>
            </a:r>
            <a:r>
              <a:rPr lang="en-US" b="1" dirty="0" err="1"/>
              <a:t>lỗi</a:t>
            </a:r>
            <a:endParaRPr lang="en-US" b="1" dirty="0"/>
          </a:p>
          <a:p>
            <a:pPr lvl="1"/>
            <a:r>
              <a:rPr lang="en-US" dirty="0" err="1"/>
              <a:t>khả</a:t>
            </a:r>
            <a:r>
              <a:rPr lang="en-US" dirty="0"/>
              <a:t> </a:t>
            </a:r>
            <a:r>
              <a:rPr lang="en-US" dirty="0" err="1"/>
              <a:t>năng</a:t>
            </a:r>
            <a:r>
              <a:rPr lang="en-US" dirty="0"/>
              <a:t> </a:t>
            </a:r>
            <a:r>
              <a:rPr lang="en-US" dirty="0" err="1"/>
              <a:t>hoạt</a:t>
            </a:r>
            <a:r>
              <a:rPr lang="en-US" dirty="0"/>
              <a:t> </a:t>
            </a:r>
            <a:r>
              <a:rPr lang="en-US" dirty="0" err="1"/>
              <a:t>động</a:t>
            </a:r>
            <a:r>
              <a:rPr lang="en-US" dirty="0"/>
              <a:t> </a:t>
            </a:r>
            <a:r>
              <a:rPr lang="en-US" dirty="0" err="1"/>
              <a:t>ổn</a:t>
            </a:r>
            <a:r>
              <a:rPr lang="en-US" dirty="0"/>
              <a:t> </a:t>
            </a:r>
            <a:r>
              <a:rPr lang="en-US" dirty="0" err="1"/>
              <a:t>định</a:t>
            </a:r>
            <a:r>
              <a:rPr lang="en-US" dirty="0"/>
              <a:t> </a:t>
            </a:r>
            <a:r>
              <a:rPr lang="en-US" dirty="0" err="1"/>
              <a:t>tại</a:t>
            </a:r>
            <a:r>
              <a:rPr lang="en-US" dirty="0"/>
              <a:t> </a:t>
            </a:r>
            <a:r>
              <a:rPr lang="en-US" dirty="0" err="1"/>
              <a:t>một</a:t>
            </a:r>
            <a:r>
              <a:rPr lang="en-US" dirty="0"/>
              <a:t> </a:t>
            </a:r>
            <a:r>
              <a:rPr lang="en-US" dirty="0" err="1"/>
              <a:t>mức</a:t>
            </a:r>
            <a:r>
              <a:rPr lang="en-US" dirty="0"/>
              <a:t> </a:t>
            </a:r>
            <a:r>
              <a:rPr lang="en-US" dirty="0" err="1"/>
              <a:t>độ</a:t>
            </a:r>
            <a:r>
              <a:rPr lang="en-US" dirty="0"/>
              <a:t> </a:t>
            </a:r>
            <a:r>
              <a:rPr lang="en-US" dirty="0" err="1"/>
              <a:t>cả</a:t>
            </a:r>
            <a:r>
              <a:rPr lang="en-US" dirty="0"/>
              <a:t> </a:t>
            </a:r>
            <a:r>
              <a:rPr lang="en-US" dirty="0" err="1"/>
              <a:t>trong</a:t>
            </a:r>
            <a:r>
              <a:rPr lang="en-US" dirty="0"/>
              <a:t> </a:t>
            </a:r>
            <a:r>
              <a:rPr lang="en-US" dirty="0" err="1"/>
              <a:t>trường</a:t>
            </a:r>
            <a:r>
              <a:rPr lang="en-US" dirty="0"/>
              <a:t> </a:t>
            </a:r>
            <a:r>
              <a:rPr lang="en-US" dirty="0" err="1"/>
              <a:t>hợp</a:t>
            </a:r>
            <a:r>
              <a:rPr lang="en-US" dirty="0"/>
              <a:t> </a:t>
            </a:r>
            <a:r>
              <a:rPr lang="en-US" dirty="0" err="1"/>
              <a:t>có</a:t>
            </a:r>
            <a:r>
              <a:rPr lang="en-US" dirty="0"/>
              <a:t> </a:t>
            </a:r>
            <a:r>
              <a:rPr lang="en-US" dirty="0" err="1"/>
              <a:t>lỗi</a:t>
            </a:r>
            <a:r>
              <a:rPr lang="en-US" dirty="0"/>
              <a:t> </a:t>
            </a:r>
            <a:r>
              <a:rPr lang="en-US" dirty="0" err="1"/>
              <a:t>xảy</a:t>
            </a:r>
            <a:r>
              <a:rPr lang="en-US" dirty="0"/>
              <a:t> </a:t>
            </a:r>
            <a:r>
              <a:rPr lang="en-US" dirty="0" err="1"/>
              <a:t>ra</a:t>
            </a:r>
            <a:endParaRPr lang="en-US" dirty="0"/>
          </a:p>
          <a:p>
            <a:r>
              <a:rPr lang="en-US" b="1" dirty="0" err="1"/>
              <a:t>Khả</a:t>
            </a:r>
            <a:r>
              <a:rPr lang="en-US" b="1" dirty="0"/>
              <a:t> </a:t>
            </a:r>
            <a:r>
              <a:rPr lang="en-US" b="1" dirty="0" err="1"/>
              <a:t>năng</a:t>
            </a:r>
            <a:r>
              <a:rPr lang="en-US" b="1" dirty="0"/>
              <a:t> </a:t>
            </a:r>
            <a:r>
              <a:rPr lang="en-US" b="1" dirty="0" err="1"/>
              <a:t>phục</a:t>
            </a:r>
            <a:r>
              <a:rPr lang="en-US" b="1" dirty="0"/>
              <a:t> </a:t>
            </a:r>
            <a:r>
              <a:rPr lang="en-US" b="1" dirty="0" err="1"/>
              <a:t>hồi</a:t>
            </a:r>
            <a:endParaRPr lang="en-US" b="1" dirty="0"/>
          </a:p>
          <a:p>
            <a:pPr lvl="1"/>
            <a:r>
              <a:rPr lang="en-US" dirty="0" err="1"/>
              <a:t>có</a:t>
            </a:r>
            <a:r>
              <a:rPr lang="en-US" dirty="0"/>
              <a:t> </a:t>
            </a:r>
            <a:r>
              <a:rPr lang="en-US" dirty="0" err="1"/>
              <a:t>thể</a:t>
            </a:r>
            <a:r>
              <a:rPr lang="en-US" dirty="0"/>
              <a:t> </a:t>
            </a:r>
            <a:r>
              <a:rPr lang="en-US" dirty="0" err="1"/>
              <a:t>tái</a:t>
            </a:r>
            <a:r>
              <a:rPr lang="en-US" dirty="0"/>
              <a:t> </a:t>
            </a:r>
            <a:r>
              <a:rPr lang="en-US" dirty="0" err="1"/>
              <a:t>thiết</a:t>
            </a:r>
            <a:r>
              <a:rPr lang="en-US" dirty="0"/>
              <a:t> </a:t>
            </a:r>
            <a:r>
              <a:rPr lang="en-US" dirty="0" err="1"/>
              <a:t>lại</a:t>
            </a:r>
            <a:r>
              <a:rPr lang="en-US" dirty="0"/>
              <a:t> </a:t>
            </a:r>
            <a:r>
              <a:rPr lang="en-US" dirty="0" err="1"/>
              <a:t>hoạt</a:t>
            </a:r>
            <a:r>
              <a:rPr lang="en-US" dirty="0"/>
              <a:t> </a:t>
            </a:r>
            <a:r>
              <a:rPr lang="en-US" dirty="0" err="1"/>
              <a:t>động</a:t>
            </a:r>
            <a:r>
              <a:rPr lang="en-US" dirty="0"/>
              <a:t> </a:t>
            </a:r>
            <a:r>
              <a:rPr lang="en-US" dirty="0" err="1"/>
              <a:t>tại</a:t>
            </a:r>
            <a:r>
              <a:rPr lang="en-US" dirty="0"/>
              <a:t> </a:t>
            </a:r>
            <a:r>
              <a:rPr lang="en-US" dirty="0" err="1"/>
              <a:t>một</a:t>
            </a:r>
            <a:r>
              <a:rPr lang="en-US" dirty="0"/>
              <a:t> </a:t>
            </a:r>
            <a:r>
              <a:rPr lang="en-US" dirty="0" err="1"/>
              <a:t>mức</a:t>
            </a:r>
            <a:r>
              <a:rPr lang="en-US" dirty="0"/>
              <a:t> </a:t>
            </a:r>
            <a:r>
              <a:rPr lang="en-US" dirty="0" err="1"/>
              <a:t>xác</a:t>
            </a:r>
            <a:r>
              <a:rPr lang="en-US" dirty="0"/>
              <a:t> </a:t>
            </a:r>
            <a:r>
              <a:rPr lang="en-US" dirty="0" err="1"/>
              <a:t>định</a:t>
            </a:r>
            <a:r>
              <a:rPr lang="en-US" dirty="0"/>
              <a:t> </a:t>
            </a:r>
            <a:r>
              <a:rPr lang="en-US" dirty="0" err="1"/>
              <a:t>và</a:t>
            </a:r>
            <a:r>
              <a:rPr lang="en-US" dirty="0"/>
              <a:t> </a:t>
            </a:r>
            <a:r>
              <a:rPr lang="en-US" dirty="0" err="1"/>
              <a:t>khôi</a:t>
            </a:r>
            <a:r>
              <a:rPr lang="en-US" dirty="0"/>
              <a:t> </a:t>
            </a:r>
            <a:r>
              <a:rPr lang="en-US" dirty="0" err="1"/>
              <a:t>phục</a:t>
            </a:r>
            <a:r>
              <a:rPr lang="en-US" dirty="0"/>
              <a:t> </a:t>
            </a:r>
            <a:r>
              <a:rPr lang="en-US" dirty="0" err="1"/>
              <a:t>lại</a:t>
            </a:r>
            <a:r>
              <a:rPr lang="en-US" dirty="0"/>
              <a:t> </a:t>
            </a:r>
            <a:r>
              <a:rPr lang="en-US" dirty="0" err="1"/>
              <a:t>những</a:t>
            </a:r>
            <a:r>
              <a:rPr lang="en-US" dirty="0"/>
              <a:t> </a:t>
            </a:r>
            <a:r>
              <a:rPr lang="en-US" dirty="0" err="1"/>
              <a:t>dữ</a:t>
            </a:r>
            <a:r>
              <a:rPr lang="en-US" dirty="0"/>
              <a:t> </a:t>
            </a:r>
            <a:r>
              <a:rPr lang="en-US" dirty="0" err="1"/>
              <a:t>liệu</a:t>
            </a:r>
            <a:r>
              <a:rPr lang="en-US" dirty="0"/>
              <a:t> </a:t>
            </a:r>
            <a:r>
              <a:rPr lang="en-US" dirty="0" err="1"/>
              <a:t>có</a:t>
            </a:r>
            <a:r>
              <a:rPr lang="en-US" dirty="0"/>
              <a:t> </a:t>
            </a:r>
            <a:r>
              <a:rPr lang="en-US" dirty="0" err="1"/>
              <a:t>liên</a:t>
            </a:r>
            <a:r>
              <a:rPr lang="en-US" dirty="0"/>
              <a:t> quan </a:t>
            </a:r>
            <a:r>
              <a:rPr lang="en-US" dirty="0" err="1"/>
              <a:t>trực</a:t>
            </a:r>
            <a:r>
              <a:rPr lang="en-US" dirty="0"/>
              <a:t> </a:t>
            </a:r>
            <a:r>
              <a:rPr lang="en-US" dirty="0" err="1"/>
              <a:t>tiếp</a:t>
            </a:r>
            <a:r>
              <a:rPr lang="en-US" dirty="0"/>
              <a:t> </a:t>
            </a:r>
            <a:r>
              <a:rPr lang="en-US" dirty="0" err="1"/>
              <a:t>đến</a:t>
            </a:r>
            <a:r>
              <a:rPr lang="en-US" dirty="0"/>
              <a:t> </a:t>
            </a:r>
            <a:r>
              <a:rPr lang="en-US" dirty="0" err="1"/>
              <a:t>lỗi</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16</a:t>
            </a:fld>
            <a:endParaRPr lang="en-US" dirty="0"/>
          </a:p>
        </p:txBody>
      </p:sp>
    </p:spTree>
    <p:extLst>
      <p:ext uri="{BB962C8B-B14F-4D97-AF65-F5344CB8AC3E}">
        <p14:creationId xmlns:p14="http://schemas.microsoft.com/office/powerpoint/2010/main" val="2344350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tiêu</a:t>
            </a:r>
            <a:r>
              <a:rPr lang="en-US" dirty="0"/>
              <a:t> </a:t>
            </a:r>
            <a:r>
              <a:rPr lang="en-US" dirty="0" err="1"/>
              <a:t>chí</a:t>
            </a:r>
            <a:r>
              <a:rPr lang="en-US" dirty="0"/>
              <a:t> </a:t>
            </a:r>
            <a:r>
              <a:rPr lang="en-US" dirty="0" err="1"/>
              <a:t>về</a:t>
            </a:r>
            <a:r>
              <a:rPr lang="en-US" dirty="0"/>
              <a:t> </a:t>
            </a:r>
            <a:r>
              <a:rPr lang="en-US" dirty="0" err="1"/>
              <a:t>tính</a:t>
            </a:r>
            <a:r>
              <a:rPr lang="en-US" dirty="0"/>
              <a:t> </a:t>
            </a:r>
            <a:r>
              <a:rPr lang="en-US" dirty="0" err="1"/>
              <a:t>khả</a:t>
            </a:r>
            <a:r>
              <a:rPr lang="en-US" dirty="0"/>
              <a:t> </a:t>
            </a:r>
            <a:r>
              <a:rPr lang="en-US" dirty="0" err="1"/>
              <a:t>dụng</a:t>
            </a:r>
            <a:endParaRPr lang="en-US" dirty="0"/>
          </a:p>
        </p:txBody>
      </p:sp>
      <p:sp>
        <p:nvSpPr>
          <p:cNvPr id="3" name="Content Placeholder 2"/>
          <p:cNvSpPr>
            <a:spLocks noGrp="1"/>
          </p:cNvSpPr>
          <p:nvPr>
            <p:ph idx="1"/>
          </p:nvPr>
        </p:nvSpPr>
        <p:spPr>
          <a:xfrm>
            <a:off x="455294" y="1594275"/>
            <a:ext cx="8441055" cy="4509200"/>
          </a:xfrm>
        </p:spPr>
        <p:txBody>
          <a:bodyPr/>
          <a:lstStyle/>
          <a:p>
            <a:r>
              <a:rPr lang="en-US" b="1" dirty="0" err="1"/>
              <a:t>Dễ</a:t>
            </a:r>
            <a:r>
              <a:rPr lang="en-US" b="1" dirty="0"/>
              <a:t> </a:t>
            </a:r>
            <a:r>
              <a:rPr lang="en-US" b="1" dirty="0" err="1"/>
              <a:t>hiểu</a:t>
            </a:r>
            <a:endParaRPr lang="en-US" b="1" dirty="0"/>
          </a:p>
          <a:p>
            <a:pPr lvl="1"/>
            <a:r>
              <a:rPr lang="en-US" dirty="0"/>
              <a:t>Users </a:t>
            </a:r>
            <a:r>
              <a:rPr lang="en-US" dirty="0" err="1"/>
              <a:t>có</a:t>
            </a:r>
            <a:r>
              <a:rPr lang="en-US" dirty="0"/>
              <a:t> </a:t>
            </a:r>
            <a:r>
              <a:rPr lang="en-US" dirty="0" err="1"/>
              <a:t>thể</a:t>
            </a:r>
            <a:r>
              <a:rPr lang="en-US" dirty="0"/>
              <a:t> </a:t>
            </a:r>
            <a:r>
              <a:rPr lang="en-US" dirty="0" err="1"/>
              <a:t>hiểu</a:t>
            </a:r>
            <a:r>
              <a:rPr lang="en-US" dirty="0"/>
              <a:t> </a:t>
            </a:r>
            <a:r>
              <a:rPr lang="en-US" dirty="0" err="1"/>
              <a:t>được</a:t>
            </a:r>
            <a:r>
              <a:rPr lang="en-US" dirty="0"/>
              <a:t> </a:t>
            </a:r>
            <a:r>
              <a:rPr lang="en-US" dirty="0" err="1"/>
              <a:t>xem</a:t>
            </a:r>
            <a:r>
              <a:rPr lang="en-US" dirty="0"/>
              <a:t> PM </a:t>
            </a:r>
            <a:r>
              <a:rPr lang="en-US" dirty="0" err="1"/>
              <a:t>có</a:t>
            </a:r>
            <a:r>
              <a:rPr lang="en-US" dirty="0"/>
              <a:t> </a:t>
            </a:r>
            <a:r>
              <a:rPr lang="en-US" dirty="0" err="1"/>
              <a:t>hợp</a:t>
            </a:r>
            <a:r>
              <a:rPr lang="en-US" dirty="0"/>
              <a:t> </a:t>
            </a:r>
            <a:r>
              <a:rPr lang="en-US" dirty="0" err="1"/>
              <a:t>với</a:t>
            </a:r>
            <a:r>
              <a:rPr lang="en-US" dirty="0"/>
              <a:t> </a:t>
            </a:r>
            <a:r>
              <a:rPr lang="en-US" dirty="0" err="1"/>
              <a:t>họ</a:t>
            </a:r>
            <a:r>
              <a:rPr lang="en-US" dirty="0"/>
              <a:t> </a:t>
            </a:r>
            <a:r>
              <a:rPr lang="en-US" dirty="0" err="1"/>
              <a:t>không</a:t>
            </a:r>
            <a:r>
              <a:rPr lang="en-US" dirty="0"/>
              <a:t> </a:t>
            </a:r>
            <a:r>
              <a:rPr lang="en-US" dirty="0" err="1"/>
              <a:t>và</a:t>
            </a:r>
            <a:r>
              <a:rPr lang="en-US" dirty="0"/>
              <a:t> </a:t>
            </a:r>
            <a:r>
              <a:rPr lang="en-US" dirty="0" err="1"/>
              <a:t>sử</a:t>
            </a:r>
            <a:r>
              <a:rPr lang="en-US" dirty="0"/>
              <a:t> </a:t>
            </a:r>
            <a:r>
              <a:rPr lang="en-US" dirty="0" err="1"/>
              <a:t>dụng</a:t>
            </a:r>
            <a:r>
              <a:rPr lang="en-US" dirty="0"/>
              <a:t> </a:t>
            </a:r>
            <a:r>
              <a:rPr lang="en-US" dirty="0" err="1"/>
              <a:t>thế</a:t>
            </a:r>
            <a:r>
              <a:rPr lang="en-US" dirty="0"/>
              <a:t> </a:t>
            </a:r>
            <a:r>
              <a:rPr lang="en-US" dirty="0" err="1"/>
              <a:t>nào</a:t>
            </a:r>
            <a:r>
              <a:rPr lang="en-US" dirty="0"/>
              <a:t> </a:t>
            </a:r>
            <a:r>
              <a:rPr lang="en-US" dirty="0" err="1"/>
              <a:t>cho</a:t>
            </a:r>
            <a:r>
              <a:rPr lang="en-US" dirty="0"/>
              <a:t> </a:t>
            </a:r>
            <a:r>
              <a:rPr lang="en-US" dirty="0" err="1"/>
              <a:t>những</a:t>
            </a:r>
            <a:r>
              <a:rPr lang="en-US" dirty="0"/>
              <a:t> </a:t>
            </a:r>
            <a:r>
              <a:rPr lang="en-US" dirty="0" err="1"/>
              <a:t>công</a:t>
            </a:r>
            <a:r>
              <a:rPr lang="en-US" dirty="0"/>
              <a:t> </a:t>
            </a:r>
            <a:r>
              <a:rPr lang="en-US" dirty="0" err="1"/>
              <a:t>việc</a:t>
            </a:r>
            <a:r>
              <a:rPr lang="en-US" dirty="0"/>
              <a:t> </a:t>
            </a:r>
            <a:r>
              <a:rPr lang="en-US" dirty="0" err="1"/>
              <a:t>cụ</a:t>
            </a:r>
            <a:r>
              <a:rPr lang="en-US" dirty="0"/>
              <a:t> </a:t>
            </a:r>
            <a:r>
              <a:rPr lang="en-US" dirty="0" err="1"/>
              <a:t>thể</a:t>
            </a:r>
            <a:endParaRPr lang="en-US" dirty="0"/>
          </a:p>
          <a:p>
            <a:r>
              <a:rPr lang="en-US" dirty="0" err="1"/>
              <a:t>Dễ</a:t>
            </a:r>
            <a:r>
              <a:rPr lang="en-US" dirty="0"/>
              <a:t> học</a:t>
            </a:r>
          </a:p>
          <a:p>
            <a:r>
              <a:rPr lang="en-US" b="1" dirty="0" err="1"/>
              <a:t>Có</a:t>
            </a:r>
            <a:r>
              <a:rPr lang="en-US" b="1" dirty="0"/>
              <a:t> </a:t>
            </a:r>
            <a:r>
              <a:rPr lang="en-US" b="1" dirty="0" err="1"/>
              <a:t>thể</a:t>
            </a:r>
            <a:r>
              <a:rPr lang="en-US" b="1" dirty="0"/>
              <a:t> </a:t>
            </a:r>
            <a:r>
              <a:rPr lang="en-US" b="1" dirty="0" err="1"/>
              <a:t>sử</a:t>
            </a:r>
            <a:r>
              <a:rPr lang="en-US" b="1" dirty="0"/>
              <a:t> </a:t>
            </a:r>
            <a:r>
              <a:rPr lang="en-US" b="1" dirty="0" err="1"/>
              <a:t>dụng</a:t>
            </a:r>
            <a:r>
              <a:rPr lang="en-US" b="1" dirty="0"/>
              <a:t> </a:t>
            </a:r>
            <a:r>
              <a:rPr lang="en-US" b="1" dirty="0" err="1"/>
              <a:t>được</a:t>
            </a:r>
            <a:endParaRPr lang="en-US" b="1" dirty="0"/>
          </a:p>
          <a:p>
            <a:r>
              <a:rPr lang="en-US" b="1" dirty="0" err="1"/>
              <a:t>Tính</a:t>
            </a:r>
            <a:r>
              <a:rPr lang="en-US" b="1" dirty="0"/>
              <a:t> </a:t>
            </a:r>
            <a:r>
              <a:rPr lang="en-US" b="1" dirty="0" err="1"/>
              <a:t>hấp</a:t>
            </a:r>
            <a:r>
              <a:rPr lang="en-US" b="1" dirty="0"/>
              <a:t> </a:t>
            </a:r>
            <a:r>
              <a:rPr lang="en-US" b="1" dirty="0" err="1"/>
              <a:t>dẫn</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17</a:t>
            </a:fld>
            <a:endParaRPr lang="en-US" dirty="0"/>
          </a:p>
        </p:txBody>
      </p:sp>
    </p:spTree>
    <p:extLst>
      <p:ext uri="{BB962C8B-B14F-4D97-AF65-F5344CB8AC3E}">
        <p14:creationId xmlns:p14="http://schemas.microsoft.com/office/powerpoint/2010/main" val="295457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tiêu</a:t>
            </a:r>
            <a:r>
              <a:rPr lang="en-US" dirty="0"/>
              <a:t> </a:t>
            </a:r>
            <a:r>
              <a:rPr lang="en-US" dirty="0" err="1"/>
              <a:t>chí</a:t>
            </a:r>
            <a:r>
              <a:rPr lang="en-US" dirty="0"/>
              <a:t> </a:t>
            </a:r>
            <a:r>
              <a:rPr lang="en-US" dirty="0" err="1"/>
              <a:t>về</a:t>
            </a:r>
            <a:r>
              <a:rPr lang="en-US" dirty="0"/>
              <a:t> </a:t>
            </a:r>
            <a:r>
              <a:rPr lang="en-US" dirty="0" err="1"/>
              <a:t>tính</a:t>
            </a:r>
            <a:r>
              <a:rPr lang="en-US" dirty="0"/>
              <a:t> </a:t>
            </a:r>
            <a:r>
              <a:rPr lang="en-US" dirty="0" err="1"/>
              <a:t>hiệu</a:t>
            </a:r>
            <a:r>
              <a:rPr lang="en-US" dirty="0"/>
              <a:t> </a:t>
            </a:r>
            <a:r>
              <a:rPr lang="en-US" dirty="0" err="1"/>
              <a:t>quả</a:t>
            </a:r>
            <a:endParaRPr lang="en-US" dirty="0"/>
          </a:p>
        </p:txBody>
      </p:sp>
      <p:sp>
        <p:nvSpPr>
          <p:cNvPr id="3" name="Content Placeholder 2"/>
          <p:cNvSpPr>
            <a:spLocks noGrp="1"/>
          </p:cNvSpPr>
          <p:nvPr>
            <p:ph idx="1"/>
          </p:nvPr>
        </p:nvSpPr>
        <p:spPr/>
        <p:txBody>
          <a:bodyPr/>
          <a:lstStyle/>
          <a:p>
            <a:r>
              <a:rPr lang="en-US" b="1" dirty="0" err="1"/>
              <a:t>Đáp</a:t>
            </a:r>
            <a:r>
              <a:rPr lang="en-US" b="1" dirty="0"/>
              <a:t> </a:t>
            </a:r>
            <a:r>
              <a:rPr lang="en-US" b="1" dirty="0" err="1"/>
              <a:t>ứng</a:t>
            </a:r>
            <a:r>
              <a:rPr lang="en-US" b="1" dirty="0"/>
              <a:t> </a:t>
            </a:r>
            <a:r>
              <a:rPr lang="en-US" b="1" dirty="0" err="1"/>
              <a:t>thời</a:t>
            </a:r>
            <a:r>
              <a:rPr lang="en-US" b="1" dirty="0"/>
              <a:t> </a:t>
            </a:r>
            <a:r>
              <a:rPr lang="en-US" b="1" dirty="0" err="1"/>
              <a:t>gian</a:t>
            </a:r>
            <a:endParaRPr lang="en-US" b="1" dirty="0"/>
          </a:p>
          <a:p>
            <a:pPr lvl="1"/>
            <a:r>
              <a:rPr lang="en-US" dirty="0" err="1"/>
              <a:t>khả</a:t>
            </a:r>
            <a:r>
              <a:rPr lang="en-US" dirty="0"/>
              <a:t> </a:t>
            </a:r>
            <a:r>
              <a:rPr lang="en-US" dirty="0" err="1"/>
              <a:t>năng</a:t>
            </a:r>
            <a:r>
              <a:rPr lang="en-US" dirty="0"/>
              <a:t> </a:t>
            </a:r>
            <a:r>
              <a:rPr lang="en-US" dirty="0" err="1"/>
              <a:t>đưa</a:t>
            </a:r>
            <a:r>
              <a:rPr lang="en-US" dirty="0"/>
              <a:t> </a:t>
            </a:r>
            <a:r>
              <a:rPr lang="en-US" dirty="0" err="1"/>
              <a:t>ra</a:t>
            </a:r>
            <a:r>
              <a:rPr lang="en-US" dirty="0"/>
              <a:t> </a:t>
            </a:r>
            <a:r>
              <a:rPr lang="en-US" dirty="0" err="1"/>
              <a:t>kết</a:t>
            </a:r>
            <a:r>
              <a:rPr lang="en-US" dirty="0"/>
              <a:t> </a:t>
            </a:r>
            <a:r>
              <a:rPr lang="en-US" dirty="0" err="1"/>
              <a:t>quả</a:t>
            </a:r>
            <a:r>
              <a:rPr lang="en-US" dirty="0"/>
              <a:t>, </a:t>
            </a:r>
            <a:r>
              <a:rPr lang="en-US" dirty="0" err="1"/>
              <a:t>một</a:t>
            </a:r>
            <a:r>
              <a:rPr lang="en-US" dirty="0"/>
              <a:t> </a:t>
            </a:r>
            <a:r>
              <a:rPr lang="en-US" dirty="0" err="1"/>
              <a:t>thời</a:t>
            </a:r>
            <a:r>
              <a:rPr lang="en-US" dirty="0"/>
              <a:t> </a:t>
            </a:r>
            <a:r>
              <a:rPr lang="en-US" dirty="0" err="1"/>
              <a:t>gian</a:t>
            </a:r>
            <a:r>
              <a:rPr lang="en-US" dirty="0"/>
              <a:t> </a:t>
            </a:r>
            <a:r>
              <a:rPr lang="en-US" dirty="0" err="1"/>
              <a:t>xử</a:t>
            </a:r>
            <a:r>
              <a:rPr lang="en-US" dirty="0"/>
              <a:t> </a:t>
            </a:r>
            <a:r>
              <a:rPr lang="en-US" dirty="0" err="1"/>
              <a:t>lý</a:t>
            </a:r>
            <a:r>
              <a:rPr lang="en-US" dirty="0"/>
              <a:t> </a:t>
            </a:r>
            <a:r>
              <a:rPr lang="en-US" dirty="0" err="1"/>
              <a:t>và</a:t>
            </a:r>
            <a:r>
              <a:rPr lang="en-US" dirty="0"/>
              <a:t> </a:t>
            </a:r>
            <a:r>
              <a:rPr lang="en-US" dirty="0" err="1"/>
              <a:t>một</a:t>
            </a:r>
            <a:r>
              <a:rPr lang="en-US" dirty="0"/>
              <a:t> </a:t>
            </a:r>
            <a:r>
              <a:rPr lang="en-US" dirty="0" err="1"/>
              <a:t>tốc</a:t>
            </a:r>
            <a:r>
              <a:rPr lang="en-US" dirty="0"/>
              <a:t> </a:t>
            </a:r>
            <a:r>
              <a:rPr lang="en-US" dirty="0" err="1"/>
              <a:t>độ</a:t>
            </a:r>
            <a:r>
              <a:rPr lang="en-US" dirty="0"/>
              <a:t> </a:t>
            </a:r>
            <a:r>
              <a:rPr lang="en-US" dirty="0" err="1"/>
              <a:t>thông</a:t>
            </a:r>
            <a:r>
              <a:rPr lang="en-US" dirty="0"/>
              <a:t> </a:t>
            </a:r>
            <a:r>
              <a:rPr lang="en-US" dirty="0" err="1"/>
              <a:t>lượng</a:t>
            </a:r>
            <a:r>
              <a:rPr lang="en-US" dirty="0"/>
              <a:t> </a:t>
            </a:r>
            <a:r>
              <a:rPr lang="en-US" dirty="0" err="1"/>
              <a:t>hợp</a:t>
            </a:r>
            <a:r>
              <a:rPr lang="en-US" dirty="0"/>
              <a:t> </a:t>
            </a:r>
            <a:r>
              <a:rPr lang="en-US" dirty="0" err="1"/>
              <a:t>lý</a:t>
            </a:r>
            <a:r>
              <a:rPr lang="en-US" dirty="0"/>
              <a:t> </a:t>
            </a:r>
            <a:r>
              <a:rPr lang="en-US" dirty="0" err="1"/>
              <a:t>khi</a:t>
            </a:r>
            <a:r>
              <a:rPr lang="en-US" dirty="0"/>
              <a:t> </a:t>
            </a:r>
            <a:r>
              <a:rPr lang="en-US" dirty="0" err="1"/>
              <a:t>nó</a:t>
            </a:r>
            <a:r>
              <a:rPr lang="en-US" dirty="0"/>
              <a:t> </a:t>
            </a:r>
            <a:r>
              <a:rPr lang="en-US" dirty="0" err="1"/>
              <a:t>thực</a:t>
            </a:r>
            <a:r>
              <a:rPr lang="en-US" dirty="0"/>
              <a:t> </a:t>
            </a:r>
            <a:r>
              <a:rPr lang="en-US" dirty="0" err="1"/>
              <a:t>hiện</a:t>
            </a:r>
            <a:r>
              <a:rPr lang="en-US" dirty="0"/>
              <a:t> </a:t>
            </a:r>
            <a:r>
              <a:rPr lang="en-US" dirty="0" err="1"/>
              <a:t>công</a:t>
            </a:r>
            <a:r>
              <a:rPr lang="en-US" dirty="0"/>
              <a:t> </a:t>
            </a:r>
            <a:r>
              <a:rPr lang="en-US" dirty="0" err="1"/>
              <a:t>việc</a:t>
            </a:r>
            <a:r>
              <a:rPr lang="en-US" dirty="0"/>
              <a:t> </a:t>
            </a:r>
            <a:r>
              <a:rPr lang="en-US" dirty="0" err="1"/>
              <a:t>của</a:t>
            </a:r>
            <a:r>
              <a:rPr lang="en-US" dirty="0"/>
              <a:t> </a:t>
            </a:r>
            <a:r>
              <a:rPr lang="en-US" dirty="0" err="1"/>
              <a:t>mình</a:t>
            </a:r>
            <a:r>
              <a:rPr lang="en-US" dirty="0"/>
              <a:t>, </a:t>
            </a:r>
            <a:r>
              <a:rPr lang="en-US" dirty="0" err="1"/>
              <a:t>dưới</a:t>
            </a:r>
            <a:r>
              <a:rPr lang="en-US" dirty="0"/>
              <a:t> </a:t>
            </a:r>
            <a:r>
              <a:rPr lang="en-US" dirty="0" err="1"/>
              <a:t>một</a:t>
            </a:r>
            <a:r>
              <a:rPr lang="en-US" dirty="0"/>
              <a:t> </a:t>
            </a:r>
            <a:r>
              <a:rPr lang="en-US" dirty="0" err="1"/>
              <a:t>điều</a:t>
            </a:r>
            <a:r>
              <a:rPr lang="en-US" dirty="0"/>
              <a:t> </a:t>
            </a:r>
            <a:r>
              <a:rPr lang="en-US" dirty="0" err="1"/>
              <a:t>kiện</a:t>
            </a:r>
            <a:r>
              <a:rPr lang="en-US" dirty="0"/>
              <a:t> </a:t>
            </a:r>
            <a:r>
              <a:rPr lang="en-US" dirty="0" err="1"/>
              <a:t>làm</a:t>
            </a:r>
            <a:r>
              <a:rPr lang="en-US" dirty="0"/>
              <a:t> </a:t>
            </a:r>
            <a:r>
              <a:rPr lang="en-US" dirty="0" err="1"/>
              <a:t>việc</a:t>
            </a:r>
            <a:r>
              <a:rPr lang="en-US" dirty="0"/>
              <a:t> </a:t>
            </a:r>
            <a:r>
              <a:rPr lang="en-US" dirty="0" err="1"/>
              <a:t>xác</a:t>
            </a:r>
            <a:r>
              <a:rPr lang="en-US" dirty="0"/>
              <a:t> </a:t>
            </a:r>
            <a:r>
              <a:rPr lang="en-US" dirty="0" err="1"/>
              <a:t>định</a:t>
            </a:r>
            <a:endParaRPr lang="en-US" dirty="0"/>
          </a:p>
          <a:p>
            <a:r>
              <a:rPr lang="en-US" b="1" dirty="0" err="1"/>
              <a:t>Sử</a:t>
            </a:r>
            <a:r>
              <a:rPr lang="en-US" b="1" dirty="0"/>
              <a:t> </a:t>
            </a:r>
            <a:r>
              <a:rPr lang="en-US" b="1" dirty="0" err="1"/>
              <a:t>dụng</a:t>
            </a:r>
            <a:r>
              <a:rPr lang="en-US" b="1" dirty="0"/>
              <a:t> </a:t>
            </a:r>
            <a:r>
              <a:rPr lang="en-US" b="1" dirty="0" err="1"/>
              <a:t>tài</a:t>
            </a:r>
            <a:r>
              <a:rPr lang="en-US" b="1" dirty="0"/>
              <a:t> </a:t>
            </a:r>
            <a:r>
              <a:rPr lang="en-US" b="1" dirty="0" err="1"/>
              <a:t>nguyên</a:t>
            </a:r>
            <a:endParaRPr lang="en-US" b="1" dirty="0"/>
          </a:p>
          <a:p>
            <a:pPr lvl="1"/>
            <a:r>
              <a:rPr lang="en-US" dirty="0" err="1"/>
              <a:t>khả</a:t>
            </a:r>
            <a:r>
              <a:rPr lang="en-US" dirty="0"/>
              <a:t> </a:t>
            </a:r>
            <a:r>
              <a:rPr lang="en-US" dirty="0" err="1"/>
              <a:t>năng</a:t>
            </a:r>
            <a:r>
              <a:rPr lang="en-US" dirty="0"/>
              <a:t> </a:t>
            </a:r>
            <a:r>
              <a:rPr lang="en-US" dirty="0" err="1"/>
              <a:t>của</a:t>
            </a:r>
            <a:r>
              <a:rPr lang="en-US" dirty="0"/>
              <a:t> </a:t>
            </a:r>
            <a:r>
              <a:rPr lang="en-US" dirty="0" err="1"/>
              <a:t>phần</a:t>
            </a:r>
            <a:r>
              <a:rPr lang="en-US" dirty="0"/>
              <a:t> </a:t>
            </a:r>
            <a:r>
              <a:rPr lang="en-US" dirty="0" err="1"/>
              <a:t>mềm</a:t>
            </a:r>
            <a:r>
              <a:rPr lang="en-US" dirty="0"/>
              <a:t> </a:t>
            </a:r>
            <a:r>
              <a:rPr lang="en-US" dirty="0" err="1"/>
              <a:t>có</a:t>
            </a:r>
            <a:r>
              <a:rPr lang="en-US" dirty="0"/>
              <a:t> </a:t>
            </a:r>
            <a:r>
              <a:rPr lang="en-US" dirty="0" err="1"/>
              <a:t>thể</a:t>
            </a:r>
            <a:r>
              <a:rPr lang="en-US" dirty="0"/>
              <a:t> </a:t>
            </a:r>
            <a:r>
              <a:rPr lang="en-US" dirty="0" err="1"/>
              <a:t>sử</a:t>
            </a:r>
            <a:r>
              <a:rPr lang="en-US" dirty="0"/>
              <a:t> </a:t>
            </a:r>
            <a:r>
              <a:rPr lang="en-US" dirty="0" err="1"/>
              <a:t>dụng</a:t>
            </a:r>
            <a:r>
              <a:rPr lang="en-US" dirty="0"/>
              <a:t> </a:t>
            </a:r>
            <a:r>
              <a:rPr lang="en-US" dirty="0" err="1"/>
              <a:t>một</a:t>
            </a:r>
            <a:r>
              <a:rPr lang="en-US" dirty="0"/>
              <a:t> </a:t>
            </a:r>
            <a:r>
              <a:rPr lang="en-US" dirty="0" err="1"/>
              <a:t>lượng</a:t>
            </a:r>
            <a:r>
              <a:rPr lang="en-US" dirty="0"/>
              <a:t>, </a:t>
            </a:r>
            <a:r>
              <a:rPr lang="en-US" dirty="0" err="1"/>
              <a:t>một</a:t>
            </a:r>
            <a:r>
              <a:rPr lang="en-US" dirty="0"/>
              <a:t> </a:t>
            </a:r>
            <a:r>
              <a:rPr lang="en-US" dirty="0" err="1"/>
              <a:t>loại</a:t>
            </a:r>
            <a:r>
              <a:rPr lang="en-US" dirty="0"/>
              <a:t> </a:t>
            </a:r>
            <a:r>
              <a:rPr lang="en-US" dirty="0" err="1"/>
              <a:t>tài</a:t>
            </a:r>
            <a:r>
              <a:rPr lang="en-US" dirty="0"/>
              <a:t> </a:t>
            </a:r>
            <a:r>
              <a:rPr lang="en-US" dirty="0" err="1"/>
              <a:t>nguyên</a:t>
            </a:r>
            <a:r>
              <a:rPr lang="en-US" dirty="0"/>
              <a:t> </a:t>
            </a:r>
            <a:r>
              <a:rPr lang="en-US" dirty="0" err="1"/>
              <a:t>hợp</a:t>
            </a:r>
            <a:r>
              <a:rPr lang="en-US" dirty="0"/>
              <a:t> </a:t>
            </a:r>
            <a:r>
              <a:rPr lang="en-US" dirty="0" err="1"/>
              <a:t>lý</a:t>
            </a:r>
            <a:r>
              <a:rPr lang="en-US" dirty="0"/>
              <a:t> </a:t>
            </a:r>
            <a:r>
              <a:rPr lang="en-US" dirty="0" err="1"/>
              <a:t>để</a:t>
            </a:r>
            <a:r>
              <a:rPr lang="en-US" dirty="0"/>
              <a:t> </a:t>
            </a:r>
            <a:r>
              <a:rPr lang="en-US" dirty="0" err="1"/>
              <a:t>thực</a:t>
            </a:r>
            <a:r>
              <a:rPr lang="en-US" dirty="0"/>
              <a:t> </a:t>
            </a:r>
            <a:r>
              <a:rPr lang="en-US" dirty="0" err="1"/>
              <a:t>hiện</a:t>
            </a:r>
            <a:r>
              <a:rPr lang="en-US" dirty="0"/>
              <a:t> </a:t>
            </a:r>
            <a:r>
              <a:rPr lang="en-US" dirty="0" err="1"/>
              <a:t>công</a:t>
            </a:r>
            <a:r>
              <a:rPr lang="en-US" dirty="0"/>
              <a:t> </a:t>
            </a:r>
            <a:r>
              <a:rPr lang="en-US" dirty="0" err="1"/>
              <a:t>việc</a:t>
            </a:r>
            <a:r>
              <a:rPr lang="en-US" dirty="0"/>
              <a:t> </a:t>
            </a:r>
            <a:r>
              <a:rPr lang="en-US" dirty="0" err="1"/>
              <a:t>trong</a:t>
            </a:r>
            <a:r>
              <a:rPr lang="en-US" dirty="0"/>
              <a:t> </a:t>
            </a:r>
            <a:r>
              <a:rPr lang="en-US" dirty="0" err="1"/>
              <a:t>những</a:t>
            </a:r>
            <a:r>
              <a:rPr lang="en-US" dirty="0"/>
              <a:t> </a:t>
            </a:r>
            <a:r>
              <a:rPr lang="en-US" dirty="0" err="1"/>
              <a:t>điều</a:t>
            </a:r>
            <a:r>
              <a:rPr lang="en-US" dirty="0"/>
              <a:t> </a:t>
            </a:r>
            <a:r>
              <a:rPr lang="en-US" dirty="0" err="1"/>
              <a:t>kiện</a:t>
            </a:r>
            <a:r>
              <a:rPr lang="en-US" dirty="0"/>
              <a:t> </a:t>
            </a:r>
            <a:r>
              <a:rPr lang="en-US" dirty="0" err="1"/>
              <a:t>cụ</a:t>
            </a:r>
            <a:r>
              <a:rPr lang="en-US" dirty="0"/>
              <a:t> </a:t>
            </a:r>
            <a:r>
              <a:rPr lang="en-US" dirty="0" err="1"/>
              <a:t>thể</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18</a:t>
            </a:fld>
            <a:endParaRPr lang="en-US" dirty="0"/>
          </a:p>
        </p:txBody>
      </p:sp>
    </p:spTree>
    <p:extLst>
      <p:ext uri="{BB962C8B-B14F-4D97-AF65-F5344CB8AC3E}">
        <p14:creationId xmlns:p14="http://schemas.microsoft.com/office/powerpoint/2010/main" val="295457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tiêu</a:t>
            </a:r>
            <a:r>
              <a:rPr lang="en-US" dirty="0"/>
              <a:t> </a:t>
            </a:r>
            <a:r>
              <a:rPr lang="en-US" dirty="0" err="1"/>
              <a:t>chí</a:t>
            </a:r>
            <a:r>
              <a:rPr lang="en-US" dirty="0"/>
              <a:t> </a:t>
            </a:r>
            <a:r>
              <a:rPr lang="en-US" dirty="0" err="1"/>
              <a:t>về</a:t>
            </a:r>
            <a:r>
              <a:rPr lang="en-US" dirty="0"/>
              <a:t> </a:t>
            </a:r>
            <a:r>
              <a:rPr lang="en-US" dirty="0" err="1"/>
              <a:t>dễ</a:t>
            </a:r>
            <a:r>
              <a:rPr lang="en-US" dirty="0"/>
              <a:t> </a:t>
            </a:r>
            <a:r>
              <a:rPr lang="en-US" dirty="0" err="1"/>
              <a:t>bảo</a:t>
            </a:r>
            <a:r>
              <a:rPr lang="en-US" dirty="0"/>
              <a:t> </a:t>
            </a:r>
            <a:r>
              <a:rPr lang="en-US" dirty="0" err="1"/>
              <a:t>trì</a:t>
            </a:r>
            <a:endParaRPr lang="en-US" dirty="0"/>
          </a:p>
        </p:txBody>
      </p:sp>
      <p:sp>
        <p:nvSpPr>
          <p:cNvPr id="3" name="Content Placeholder 2"/>
          <p:cNvSpPr>
            <a:spLocks noGrp="1"/>
          </p:cNvSpPr>
          <p:nvPr>
            <p:ph idx="1"/>
          </p:nvPr>
        </p:nvSpPr>
        <p:spPr/>
        <p:txBody>
          <a:bodyPr>
            <a:normAutofit fontScale="92500" lnSpcReduction="20000"/>
          </a:bodyPr>
          <a:lstStyle/>
          <a:p>
            <a:r>
              <a:rPr lang="en-US" b="1" dirty="0" err="1"/>
              <a:t>Có</a:t>
            </a:r>
            <a:r>
              <a:rPr lang="en-US" b="1" dirty="0"/>
              <a:t> </a:t>
            </a:r>
            <a:r>
              <a:rPr lang="en-US" b="1" dirty="0" err="1"/>
              <a:t>thể</a:t>
            </a:r>
            <a:r>
              <a:rPr lang="en-US" b="1" dirty="0"/>
              <a:t> </a:t>
            </a:r>
            <a:r>
              <a:rPr lang="en-US" b="1" dirty="0" err="1"/>
              <a:t>phân</a:t>
            </a:r>
            <a:r>
              <a:rPr lang="en-US" b="1" dirty="0"/>
              <a:t> </a:t>
            </a:r>
            <a:r>
              <a:rPr lang="en-US" b="1" dirty="0" err="1"/>
              <a:t>tích</a:t>
            </a:r>
            <a:r>
              <a:rPr lang="en-US" b="1" dirty="0"/>
              <a:t> </a:t>
            </a:r>
            <a:r>
              <a:rPr lang="en-US" b="1" dirty="0" err="1"/>
              <a:t>được</a:t>
            </a:r>
            <a:endParaRPr lang="en-US" b="1" dirty="0"/>
          </a:p>
          <a:p>
            <a:pPr lvl="1"/>
            <a:r>
              <a:rPr lang="en-US" dirty="0" err="1"/>
              <a:t>có</a:t>
            </a:r>
            <a:r>
              <a:rPr lang="en-US" dirty="0"/>
              <a:t> </a:t>
            </a:r>
            <a:r>
              <a:rPr lang="en-US" dirty="0" err="1"/>
              <a:t>thể</a:t>
            </a:r>
            <a:r>
              <a:rPr lang="en-US" dirty="0"/>
              <a:t> </a:t>
            </a:r>
            <a:r>
              <a:rPr lang="en-US" dirty="0" err="1"/>
              <a:t>được</a:t>
            </a:r>
            <a:r>
              <a:rPr lang="en-US" dirty="0"/>
              <a:t> </a:t>
            </a:r>
            <a:r>
              <a:rPr lang="en-US" dirty="0" err="1"/>
              <a:t>chẩn</a:t>
            </a:r>
            <a:r>
              <a:rPr lang="en-US" dirty="0"/>
              <a:t> </a:t>
            </a:r>
            <a:r>
              <a:rPr lang="en-US" dirty="0" err="1"/>
              <a:t>đoán</a:t>
            </a:r>
            <a:r>
              <a:rPr lang="en-US" dirty="0"/>
              <a:t> </a:t>
            </a:r>
            <a:r>
              <a:rPr lang="en-US" dirty="0" err="1"/>
              <a:t>để</a:t>
            </a:r>
            <a:r>
              <a:rPr lang="en-US" dirty="0"/>
              <a:t> </a:t>
            </a:r>
            <a:r>
              <a:rPr lang="en-US" dirty="0" err="1"/>
              <a:t>tìm</a:t>
            </a:r>
            <a:r>
              <a:rPr lang="en-US" dirty="0"/>
              <a:t> </a:t>
            </a:r>
            <a:r>
              <a:rPr lang="en-US" dirty="0" err="1"/>
              <a:t>những</a:t>
            </a:r>
            <a:r>
              <a:rPr lang="en-US" dirty="0"/>
              <a:t> </a:t>
            </a:r>
            <a:r>
              <a:rPr lang="en-US" dirty="0" err="1"/>
              <a:t>thiếu</a:t>
            </a:r>
            <a:r>
              <a:rPr lang="en-US" dirty="0"/>
              <a:t> </a:t>
            </a:r>
            <a:r>
              <a:rPr lang="en-US" dirty="0" err="1"/>
              <a:t>sót</a:t>
            </a:r>
            <a:r>
              <a:rPr lang="en-US" dirty="0"/>
              <a:t> hay </a:t>
            </a:r>
            <a:r>
              <a:rPr lang="en-US" dirty="0" err="1"/>
              <a:t>những</a:t>
            </a:r>
            <a:r>
              <a:rPr lang="en-US" dirty="0"/>
              <a:t> </a:t>
            </a:r>
            <a:r>
              <a:rPr lang="en-US" dirty="0" err="1"/>
              <a:t>nguyên</a:t>
            </a:r>
            <a:r>
              <a:rPr lang="en-US" dirty="0"/>
              <a:t> </a:t>
            </a:r>
            <a:r>
              <a:rPr lang="en-US" dirty="0" err="1"/>
              <a:t>nhân</a:t>
            </a:r>
            <a:r>
              <a:rPr lang="en-US" dirty="0"/>
              <a:t> </a:t>
            </a:r>
            <a:r>
              <a:rPr lang="en-US" dirty="0" err="1"/>
              <a:t>gây</a:t>
            </a:r>
            <a:r>
              <a:rPr lang="en-US" dirty="0"/>
              <a:t> </a:t>
            </a:r>
            <a:r>
              <a:rPr lang="en-US" dirty="0" err="1"/>
              <a:t>lỗi</a:t>
            </a:r>
            <a:r>
              <a:rPr lang="en-US" dirty="0"/>
              <a:t> </a:t>
            </a:r>
            <a:r>
              <a:rPr lang="en-US" dirty="0" err="1"/>
              <a:t>hoặc</a:t>
            </a:r>
            <a:r>
              <a:rPr lang="en-US" dirty="0"/>
              <a:t> </a:t>
            </a:r>
            <a:r>
              <a:rPr lang="en-US" dirty="0" err="1"/>
              <a:t>để</a:t>
            </a:r>
            <a:r>
              <a:rPr lang="en-US" dirty="0"/>
              <a:t> </a:t>
            </a:r>
            <a:r>
              <a:rPr lang="en-US" dirty="0" err="1"/>
              <a:t>xác</a:t>
            </a:r>
            <a:r>
              <a:rPr lang="en-US" dirty="0"/>
              <a:t> </a:t>
            </a:r>
            <a:r>
              <a:rPr lang="en-US" dirty="0" err="1"/>
              <a:t>định</a:t>
            </a:r>
            <a:r>
              <a:rPr lang="en-US" dirty="0"/>
              <a:t> </a:t>
            </a:r>
            <a:r>
              <a:rPr lang="en-US" dirty="0" err="1"/>
              <a:t>những</a:t>
            </a:r>
            <a:r>
              <a:rPr lang="en-US" dirty="0"/>
              <a:t> </a:t>
            </a:r>
            <a:r>
              <a:rPr lang="en-US" dirty="0" err="1"/>
              <a:t>phần</a:t>
            </a:r>
            <a:r>
              <a:rPr lang="en-US" dirty="0"/>
              <a:t> </a:t>
            </a:r>
            <a:r>
              <a:rPr lang="en-US" dirty="0" err="1"/>
              <a:t>cần</a:t>
            </a:r>
            <a:r>
              <a:rPr lang="en-US" dirty="0"/>
              <a:t> </a:t>
            </a:r>
            <a:r>
              <a:rPr lang="en-US" dirty="0" err="1"/>
              <a:t>sửa</a:t>
            </a:r>
            <a:endParaRPr lang="en-US" dirty="0"/>
          </a:p>
          <a:p>
            <a:r>
              <a:rPr lang="en-US" b="1" dirty="0" err="1"/>
              <a:t>Có</a:t>
            </a:r>
            <a:r>
              <a:rPr lang="en-US" b="1" dirty="0"/>
              <a:t> </a:t>
            </a:r>
            <a:r>
              <a:rPr lang="en-US" b="1" dirty="0" err="1"/>
              <a:t>thể</a:t>
            </a:r>
            <a:r>
              <a:rPr lang="en-US" b="1" dirty="0"/>
              <a:t> </a:t>
            </a:r>
            <a:r>
              <a:rPr lang="en-US" b="1" dirty="0" err="1"/>
              <a:t>thay</a:t>
            </a:r>
            <a:r>
              <a:rPr lang="en-US" b="1" dirty="0"/>
              <a:t> </a:t>
            </a:r>
            <a:r>
              <a:rPr lang="en-US" b="1" dirty="0" err="1"/>
              <a:t>đổi</a:t>
            </a:r>
            <a:r>
              <a:rPr lang="en-US" b="1" dirty="0"/>
              <a:t> </a:t>
            </a:r>
            <a:r>
              <a:rPr lang="en-US" b="1" dirty="0" err="1"/>
              <a:t>được</a:t>
            </a:r>
            <a:endParaRPr lang="en-US" b="1" dirty="0"/>
          </a:p>
          <a:p>
            <a:pPr lvl="1"/>
            <a:r>
              <a:rPr lang="en-US" dirty="0" err="1"/>
              <a:t>có</a:t>
            </a:r>
            <a:r>
              <a:rPr lang="en-US" dirty="0"/>
              <a:t> </a:t>
            </a:r>
            <a:r>
              <a:rPr lang="en-US" dirty="0" err="1"/>
              <a:t>thể</a:t>
            </a:r>
            <a:r>
              <a:rPr lang="en-US" dirty="0"/>
              <a:t> </a:t>
            </a:r>
            <a:r>
              <a:rPr lang="en-US" dirty="0" err="1"/>
              <a:t>chấp</a:t>
            </a:r>
            <a:r>
              <a:rPr lang="en-US" dirty="0"/>
              <a:t> </a:t>
            </a:r>
            <a:r>
              <a:rPr lang="en-US" dirty="0" err="1"/>
              <a:t>nhận</a:t>
            </a:r>
            <a:r>
              <a:rPr lang="en-US" dirty="0"/>
              <a:t> </a:t>
            </a:r>
            <a:r>
              <a:rPr lang="en-US" dirty="0" err="1"/>
              <a:t>một</a:t>
            </a:r>
            <a:r>
              <a:rPr lang="en-US" dirty="0"/>
              <a:t> </a:t>
            </a:r>
            <a:r>
              <a:rPr lang="en-US" dirty="0" err="1"/>
              <a:t>số</a:t>
            </a:r>
            <a:r>
              <a:rPr lang="en-US" dirty="0"/>
              <a:t> </a:t>
            </a:r>
            <a:r>
              <a:rPr lang="en-US" dirty="0" err="1"/>
              <a:t>thay</a:t>
            </a:r>
            <a:r>
              <a:rPr lang="en-US" dirty="0"/>
              <a:t> </a:t>
            </a:r>
            <a:r>
              <a:rPr lang="en-US" dirty="0" err="1"/>
              <a:t>đổi</a:t>
            </a:r>
            <a:r>
              <a:rPr lang="en-US" dirty="0"/>
              <a:t> </a:t>
            </a:r>
            <a:r>
              <a:rPr lang="en-US" dirty="0" err="1"/>
              <a:t>cụ</a:t>
            </a:r>
            <a:r>
              <a:rPr lang="en-US" dirty="0"/>
              <a:t> </a:t>
            </a:r>
            <a:r>
              <a:rPr lang="en-US" dirty="0" err="1"/>
              <a:t>thể</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triển</a:t>
            </a:r>
            <a:r>
              <a:rPr lang="en-US" dirty="0"/>
              <a:t> </a:t>
            </a:r>
            <a:r>
              <a:rPr lang="en-US" dirty="0" err="1"/>
              <a:t>khai</a:t>
            </a:r>
            <a:endParaRPr lang="en-US" dirty="0"/>
          </a:p>
          <a:p>
            <a:r>
              <a:rPr lang="en-US" b="1" dirty="0" err="1"/>
              <a:t>Tính</a:t>
            </a:r>
            <a:r>
              <a:rPr lang="en-US" b="1" dirty="0"/>
              <a:t> </a:t>
            </a:r>
            <a:r>
              <a:rPr lang="en-US" b="1" dirty="0" err="1"/>
              <a:t>ổn</a:t>
            </a:r>
            <a:r>
              <a:rPr lang="en-US" b="1" dirty="0"/>
              <a:t> </a:t>
            </a:r>
            <a:r>
              <a:rPr lang="en-US" b="1" dirty="0" err="1"/>
              <a:t>định</a:t>
            </a:r>
            <a:endParaRPr lang="en-US" b="1" dirty="0"/>
          </a:p>
          <a:p>
            <a:pPr lvl="1"/>
            <a:r>
              <a:rPr lang="en-US" dirty="0" err="1"/>
              <a:t>khả</a:t>
            </a:r>
            <a:r>
              <a:rPr lang="en-US" dirty="0"/>
              <a:t> </a:t>
            </a:r>
            <a:r>
              <a:rPr lang="en-US" dirty="0" err="1"/>
              <a:t>năng</a:t>
            </a:r>
            <a:r>
              <a:rPr lang="en-US" dirty="0"/>
              <a:t> </a:t>
            </a:r>
            <a:r>
              <a:rPr lang="en-US" dirty="0" err="1"/>
              <a:t>tránh</a:t>
            </a:r>
            <a:r>
              <a:rPr lang="en-US" dirty="0"/>
              <a:t> </a:t>
            </a:r>
            <a:r>
              <a:rPr lang="en-US" dirty="0" err="1"/>
              <a:t>những</a:t>
            </a:r>
            <a:r>
              <a:rPr lang="en-US" dirty="0"/>
              <a:t> </a:t>
            </a:r>
            <a:r>
              <a:rPr lang="en-US" dirty="0" err="1"/>
              <a:t>tác</a:t>
            </a:r>
            <a:r>
              <a:rPr lang="en-US" dirty="0"/>
              <a:t> </a:t>
            </a:r>
            <a:r>
              <a:rPr lang="en-US" dirty="0" err="1"/>
              <a:t>động</a:t>
            </a:r>
            <a:r>
              <a:rPr lang="en-US" dirty="0"/>
              <a:t> </a:t>
            </a:r>
            <a:r>
              <a:rPr lang="en-US" dirty="0" err="1"/>
              <a:t>không</a:t>
            </a:r>
            <a:r>
              <a:rPr lang="en-US" dirty="0"/>
              <a:t> </a:t>
            </a:r>
            <a:r>
              <a:rPr lang="en-US" dirty="0" err="1"/>
              <a:t>mong</a:t>
            </a:r>
            <a:r>
              <a:rPr lang="en-US" dirty="0"/>
              <a:t> </a:t>
            </a:r>
            <a:r>
              <a:rPr lang="en-US" dirty="0" err="1"/>
              <a:t>muốn</a:t>
            </a:r>
            <a:r>
              <a:rPr lang="en-US" dirty="0"/>
              <a:t> </a:t>
            </a:r>
            <a:r>
              <a:rPr lang="en-US" dirty="0" err="1"/>
              <a:t>khi</a:t>
            </a:r>
            <a:r>
              <a:rPr lang="en-US" dirty="0"/>
              <a:t> </a:t>
            </a:r>
            <a:r>
              <a:rPr lang="en-US" dirty="0" err="1"/>
              <a:t>chỉnh</a:t>
            </a:r>
            <a:r>
              <a:rPr lang="en-US" dirty="0"/>
              <a:t> </a:t>
            </a:r>
            <a:r>
              <a:rPr lang="en-US" dirty="0" err="1"/>
              <a:t>sửa</a:t>
            </a:r>
            <a:r>
              <a:rPr lang="en-US" dirty="0"/>
              <a:t> </a:t>
            </a:r>
            <a:r>
              <a:rPr lang="en-US" dirty="0" err="1"/>
              <a:t>phần</a:t>
            </a:r>
            <a:r>
              <a:rPr lang="en-US" dirty="0"/>
              <a:t> </a:t>
            </a:r>
            <a:r>
              <a:rPr lang="en-US" dirty="0" err="1"/>
              <a:t>mềm</a:t>
            </a:r>
            <a:endParaRPr lang="en-US" dirty="0"/>
          </a:p>
          <a:p>
            <a:r>
              <a:rPr lang="en-US" b="1" dirty="0" err="1"/>
              <a:t>Có</a:t>
            </a:r>
            <a:r>
              <a:rPr lang="en-US" b="1" dirty="0"/>
              <a:t> </a:t>
            </a:r>
            <a:r>
              <a:rPr lang="en-US" b="1" dirty="0" err="1"/>
              <a:t>thể</a:t>
            </a:r>
            <a:r>
              <a:rPr lang="en-US" b="1" dirty="0"/>
              <a:t> </a:t>
            </a:r>
            <a:r>
              <a:rPr lang="en-US" b="1" dirty="0" err="1"/>
              <a:t>kiểm</a:t>
            </a:r>
            <a:r>
              <a:rPr lang="en-US" b="1" dirty="0"/>
              <a:t> </a:t>
            </a:r>
            <a:r>
              <a:rPr lang="en-US" b="1" dirty="0" err="1"/>
              <a:t>tra</a:t>
            </a:r>
            <a:r>
              <a:rPr lang="en-US" b="1" dirty="0"/>
              <a:t> </a:t>
            </a:r>
            <a:r>
              <a:rPr lang="en-US" b="1" dirty="0" err="1"/>
              <a:t>được</a:t>
            </a:r>
            <a:endParaRPr lang="en-US" b="1" dirty="0"/>
          </a:p>
          <a:p>
            <a:pPr lvl="1"/>
            <a:r>
              <a:rPr lang="en-US" dirty="0" err="1"/>
              <a:t>khả</a:t>
            </a:r>
            <a:r>
              <a:rPr lang="en-US" dirty="0"/>
              <a:t> </a:t>
            </a:r>
            <a:r>
              <a:rPr lang="en-US" dirty="0" err="1"/>
              <a:t>năng</a:t>
            </a:r>
            <a:r>
              <a:rPr lang="en-US" dirty="0"/>
              <a:t> </a:t>
            </a:r>
            <a:r>
              <a:rPr lang="en-US" dirty="0" err="1"/>
              <a:t>cho</a:t>
            </a:r>
            <a:r>
              <a:rPr lang="en-US" dirty="0"/>
              <a:t> </a:t>
            </a:r>
            <a:r>
              <a:rPr lang="en-US" dirty="0" err="1"/>
              <a:t>phép</a:t>
            </a:r>
            <a:r>
              <a:rPr lang="en-US" dirty="0"/>
              <a:t> </a:t>
            </a:r>
            <a:r>
              <a:rPr lang="en-US" dirty="0" err="1"/>
              <a:t>đánh</a:t>
            </a:r>
            <a:r>
              <a:rPr lang="en-US" dirty="0"/>
              <a:t> </a:t>
            </a:r>
            <a:r>
              <a:rPr lang="en-US" dirty="0" err="1"/>
              <a:t>giá</a:t>
            </a:r>
            <a:r>
              <a:rPr lang="en-US" dirty="0"/>
              <a:t> </a:t>
            </a:r>
            <a:r>
              <a:rPr lang="en-US" dirty="0" err="1"/>
              <a:t>được</a:t>
            </a:r>
            <a:r>
              <a:rPr lang="en-US" dirty="0"/>
              <a:t> </a:t>
            </a:r>
            <a:r>
              <a:rPr lang="en-US" dirty="0" err="1"/>
              <a:t>phần</a:t>
            </a:r>
            <a:r>
              <a:rPr lang="en-US" dirty="0"/>
              <a:t> </a:t>
            </a:r>
            <a:r>
              <a:rPr lang="en-US" dirty="0" err="1"/>
              <a:t>mềm</a:t>
            </a:r>
            <a:r>
              <a:rPr lang="en-US" dirty="0"/>
              <a:t> </a:t>
            </a:r>
            <a:r>
              <a:rPr lang="en-US" dirty="0" err="1"/>
              <a:t>chỉnh</a:t>
            </a:r>
            <a:r>
              <a:rPr lang="en-US" dirty="0"/>
              <a:t> </a:t>
            </a:r>
            <a:r>
              <a:rPr lang="en-US" dirty="0" err="1"/>
              <a:t>sửa</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19</a:t>
            </a:fld>
            <a:endParaRPr lang="en-US" dirty="0"/>
          </a:p>
        </p:txBody>
      </p:sp>
    </p:spTree>
    <p:extLst>
      <p:ext uri="{BB962C8B-B14F-4D97-AF65-F5344CB8AC3E}">
        <p14:creationId xmlns:p14="http://schemas.microsoft.com/office/powerpoint/2010/main" val="29545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Các</a:t>
            </a:r>
            <a:r>
              <a:rPr lang="en-US" dirty="0"/>
              <a:t> </a:t>
            </a:r>
            <a:r>
              <a:rPr lang="en-US" dirty="0" err="1"/>
              <a:t>tiêu</a:t>
            </a:r>
            <a:r>
              <a:rPr lang="en-US" dirty="0"/>
              <a:t> </a:t>
            </a:r>
            <a:r>
              <a:rPr lang="en-US" dirty="0" err="1"/>
              <a:t>chí</a:t>
            </a:r>
            <a:r>
              <a:rPr lang="en-US" dirty="0"/>
              <a:t> </a:t>
            </a:r>
            <a:r>
              <a:rPr lang="en-US" dirty="0" err="1"/>
              <a:t>về</a:t>
            </a:r>
            <a:r>
              <a:rPr lang="en-US" dirty="0"/>
              <a:t> </a:t>
            </a:r>
            <a:r>
              <a:rPr lang="en-US" dirty="0" err="1"/>
              <a:t>tính</a:t>
            </a:r>
            <a:r>
              <a:rPr lang="en-US" dirty="0"/>
              <a:t> </a:t>
            </a:r>
            <a:r>
              <a:rPr lang="en-US" dirty="0" err="1"/>
              <a:t>khả</a:t>
            </a:r>
            <a:r>
              <a:rPr lang="en-US" dirty="0"/>
              <a:t> </a:t>
            </a:r>
            <a:r>
              <a:rPr lang="en-US" dirty="0" err="1"/>
              <a:t>chuyển</a:t>
            </a:r>
            <a:endParaRPr lang="en-US" dirty="0"/>
          </a:p>
        </p:txBody>
      </p:sp>
      <p:sp>
        <p:nvSpPr>
          <p:cNvPr id="3" name="Content Placeholder 2"/>
          <p:cNvSpPr>
            <a:spLocks noGrp="1"/>
          </p:cNvSpPr>
          <p:nvPr>
            <p:ph idx="1"/>
          </p:nvPr>
        </p:nvSpPr>
        <p:spPr>
          <a:xfrm>
            <a:off x="455294" y="1594275"/>
            <a:ext cx="8441055" cy="4509200"/>
          </a:xfrm>
        </p:spPr>
        <p:txBody>
          <a:bodyPr>
            <a:normAutofit fontScale="92500" lnSpcReduction="20000"/>
          </a:bodyPr>
          <a:lstStyle/>
          <a:p>
            <a:r>
              <a:rPr lang="en-US" b="1" dirty="0" err="1"/>
              <a:t>Khả</a:t>
            </a:r>
            <a:r>
              <a:rPr lang="en-US" b="1" dirty="0"/>
              <a:t> </a:t>
            </a:r>
            <a:r>
              <a:rPr lang="en-US" b="1" dirty="0" err="1"/>
              <a:t>năng</a:t>
            </a:r>
            <a:r>
              <a:rPr lang="en-US" b="1" dirty="0"/>
              <a:t> </a:t>
            </a:r>
            <a:r>
              <a:rPr lang="en-US" b="1" dirty="0" err="1"/>
              <a:t>thích</a:t>
            </a:r>
            <a:r>
              <a:rPr lang="en-US" b="1" dirty="0"/>
              <a:t> </a:t>
            </a:r>
            <a:r>
              <a:rPr lang="en-US" b="1" dirty="0" err="1"/>
              <a:t>nghi</a:t>
            </a:r>
            <a:endParaRPr lang="en-US" b="1" dirty="0"/>
          </a:p>
          <a:p>
            <a:pPr lvl="1"/>
            <a:r>
              <a:rPr lang="en-US" dirty="0" err="1"/>
              <a:t>có</a:t>
            </a:r>
            <a:r>
              <a:rPr lang="en-US" dirty="0"/>
              <a:t> </a:t>
            </a:r>
            <a:r>
              <a:rPr lang="en-US" dirty="0" err="1"/>
              <a:t>thể</a:t>
            </a:r>
            <a:r>
              <a:rPr lang="en-US" dirty="0"/>
              <a:t> </a:t>
            </a:r>
            <a:r>
              <a:rPr lang="en-US" dirty="0" err="1"/>
              <a:t>thích</a:t>
            </a:r>
            <a:r>
              <a:rPr lang="en-US" dirty="0"/>
              <a:t> </a:t>
            </a:r>
            <a:r>
              <a:rPr lang="en-US" dirty="0" err="1"/>
              <a:t>nghi</a:t>
            </a:r>
            <a:r>
              <a:rPr lang="en-US" dirty="0"/>
              <a:t> </a:t>
            </a:r>
            <a:r>
              <a:rPr lang="en-US" dirty="0" err="1"/>
              <a:t>với</a:t>
            </a:r>
            <a:r>
              <a:rPr lang="en-US" dirty="0"/>
              <a:t> </a:t>
            </a:r>
            <a:r>
              <a:rPr lang="en-US" dirty="0" err="1"/>
              <a:t>nhiều</a:t>
            </a:r>
            <a:r>
              <a:rPr lang="en-US" dirty="0"/>
              <a:t> </a:t>
            </a:r>
            <a:r>
              <a:rPr lang="en-US" dirty="0" err="1"/>
              <a:t>môi</a:t>
            </a:r>
            <a:r>
              <a:rPr lang="en-US" dirty="0"/>
              <a:t> </a:t>
            </a:r>
            <a:r>
              <a:rPr lang="en-US" dirty="0" err="1"/>
              <a:t>trường</a:t>
            </a:r>
            <a:r>
              <a:rPr lang="en-US" dirty="0"/>
              <a:t> </a:t>
            </a:r>
            <a:r>
              <a:rPr lang="en-US" dirty="0" err="1"/>
              <a:t>khác</a:t>
            </a:r>
            <a:r>
              <a:rPr lang="en-US" dirty="0"/>
              <a:t> </a:t>
            </a:r>
            <a:r>
              <a:rPr lang="en-US" dirty="0" err="1"/>
              <a:t>nhau</a:t>
            </a:r>
            <a:r>
              <a:rPr lang="en-US" dirty="0"/>
              <a:t> </a:t>
            </a:r>
            <a:r>
              <a:rPr lang="en-US" dirty="0" err="1"/>
              <a:t>mà</a:t>
            </a:r>
            <a:r>
              <a:rPr lang="en-US" dirty="0"/>
              <a:t> </a:t>
            </a:r>
            <a:r>
              <a:rPr lang="en-US" dirty="0" err="1"/>
              <a:t>không</a:t>
            </a:r>
            <a:r>
              <a:rPr lang="en-US" dirty="0"/>
              <a:t> </a:t>
            </a:r>
            <a:r>
              <a:rPr lang="en-US" dirty="0" err="1"/>
              <a:t>cần</a:t>
            </a:r>
            <a:r>
              <a:rPr lang="en-US" dirty="0"/>
              <a:t> </a:t>
            </a:r>
            <a:r>
              <a:rPr lang="en-US" dirty="0" err="1"/>
              <a:t>phải</a:t>
            </a:r>
            <a:r>
              <a:rPr lang="en-US" dirty="0"/>
              <a:t> </a:t>
            </a:r>
            <a:r>
              <a:rPr lang="en-US" dirty="0" err="1"/>
              <a:t>thay</a:t>
            </a:r>
            <a:r>
              <a:rPr lang="en-US" dirty="0"/>
              <a:t> </a:t>
            </a:r>
            <a:r>
              <a:rPr lang="en-US" dirty="0" err="1"/>
              <a:t>đổi</a:t>
            </a:r>
            <a:endParaRPr lang="en-US" dirty="0"/>
          </a:p>
          <a:p>
            <a:r>
              <a:rPr lang="en-US" b="1" dirty="0" err="1"/>
              <a:t>Có</a:t>
            </a:r>
            <a:r>
              <a:rPr lang="en-US" b="1" dirty="0"/>
              <a:t> </a:t>
            </a:r>
            <a:r>
              <a:rPr lang="en-US" b="1" dirty="0" err="1"/>
              <a:t>thể</a:t>
            </a:r>
            <a:r>
              <a:rPr lang="en-US" b="1" dirty="0"/>
              <a:t> </a:t>
            </a:r>
            <a:r>
              <a:rPr lang="en-US" b="1" dirty="0" err="1"/>
              <a:t>cài</a:t>
            </a:r>
            <a:r>
              <a:rPr lang="en-US" b="1" dirty="0"/>
              <a:t> </a:t>
            </a:r>
            <a:r>
              <a:rPr lang="en-US" b="1" dirty="0" err="1"/>
              <a:t>đặt</a:t>
            </a:r>
            <a:r>
              <a:rPr lang="en-US" b="1" dirty="0"/>
              <a:t> </a:t>
            </a:r>
            <a:r>
              <a:rPr lang="en-US" b="1" dirty="0" err="1"/>
              <a:t>được</a:t>
            </a:r>
            <a:endParaRPr lang="en-US" b="1" dirty="0"/>
          </a:p>
          <a:p>
            <a:pPr lvl="1"/>
            <a:r>
              <a:rPr lang="en-US" dirty="0" err="1"/>
              <a:t>phần</a:t>
            </a:r>
            <a:r>
              <a:rPr lang="en-US" dirty="0"/>
              <a:t> </a:t>
            </a:r>
            <a:r>
              <a:rPr lang="en-US" dirty="0" err="1"/>
              <a:t>mềm</a:t>
            </a:r>
            <a:r>
              <a:rPr lang="en-US" dirty="0"/>
              <a:t> </a:t>
            </a:r>
            <a:r>
              <a:rPr lang="en-US" dirty="0" err="1"/>
              <a:t>có</a:t>
            </a:r>
            <a:r>
              <a:rPr lang="en-US" dirty="0"/>
              <a:t> </a:t>
            </a:r>
            <a:r>
              <a:rPr lang="en-US" dirty="0" err="1"/>
              <a:t>thể</a:t>
            </a:r>
            <a:r>
              <a:rPr lang="en-US" dirty="0"/>
              <a:t> </a:t>
            </a:r>
            <a:r>
              <a:rPr lang="en-US" dirty="0" err="1"/>
              <a:t>cài</a:t>
            </a:r>
            <a:r>
              <a:rPr lang="en-US" dirty="0"/>
              <a:t> </a:t>
            </a:r>
            <a:r>
              <a:rPr lang="en-US" dirty="0" err="1"/>
              <a:t>đặt</a:t>
            </a:r>
            <a:r>
              <a:rPr lang="en-US" dirty="0"/>
              <a:t> </a:t>
            </a:r>
            <a:r>
              <a:rPr lang="en-US" dirty="0" err="1"/>
              <a:t>được</a:t>
            </a:r>
            <a:r>
              <a:rPr lang="en-US" dirty="0"/>
              <a:t> </a:t>
            </a:r>
            <a:r>
              <a:rPr lang="en-US" dirty="0" err="1"/>
              <a:t>trên</a:t>
            </a:r>
            <a:r>
              <a:rPr lang="en-US" dirty="0"/>
              <a:t> </a:t>
            </a:r>
            <a:r>
              <a:rPr lang="en-US" dirty="0" err="1"/>
              <a:t>những</a:t>
            </a:r>
            <a:r>
              <a:rPr lang="en-US" dirty="0"/>
              <a:t> </a:t>
            </a:r>
            <a:r>
              <a:rPr lang="en-US" dirty="0" err="1"/>
              <a:t>môi</a:t>
            </a:r>
            <a:r>
              <a:rPr lang="en-US" dirty="0"/>
              <a:t> </a:t>
            </a:r>
            <a:r>
              <a:rPr lang="en-US" dirty="0" err="1"/>
              <a:t>trường</a:t>
            </a:r>
            <a:r>
              <a:rPr lang="en-US" dirty="0"/>
              <a:t> </a:t>
            </a:r>
            <a:r>
              <a:rPr lang="en-US" dirty="0" err="1"/>
              <a:t>cụ</a:t>
            </a:r>
            <a:r>
              <a:rPr lang="en-US" dirty="0"/>
              <a:t> </a:t>
            </a:r>
            <a:r>
              <a:rPr lang="en-US" dirty="0" err="1"/>
              <a:t>thể</a:t>
            </a:r>
            <a:endParaRPr lang="en-US" dirty="0"/>
          </a:p>
          <a:p>
            <a:r>
              <a:rPr lang="en-US" b="1" dirty="0" err="1"/>
              <a:t>Khả</a:t>
            </a:r>
            <a:r>
              <a:rPr lang="en-US" b="1" dirty="0"/>
              <a:t> </a:t>
            </a:r>
            <a:r>
              <a:rPr lang="en-US" b="1" dirty="0" err="1"/>
              <a:t>năng</a:t>
            </a:r>
            <a:r>
              <a:rPr lang="en-US" b="1" dirty="0"/>
              <a:t> </a:t>
            </a:r>
            <a:r>
              <a:rPr lang="en-US" b="1" dirty="0" err="1"/>
              <a:t>cùng</a:t>
            </a:r>
            <a:r>
              <a:rPr lang="en-US" b="1" dirty="0"/>
              <a:t> </a:t>
            </a:r>
            <a:r>
              <a:rPr lang="en-US" b="1" dirty="0" err="1"/>
              <a:t>tồn</a:t>
            </a:r>
            <a:r>
              <a:rPr lang="en-US" b="1" dirty="0"/>
              <a:t> </a:t>
            </a:r>
            <a:r>
              <a:rPr lang="en-US" b="1" dirty="0" err="1"/>
              <a:t>tại</a:t>
            </a:r>
            <a:endParaRPr lang="en-US" b="1" dirty="0"/>
          </a:p>
          <a:p>
            <a:pPr lvl="1"/>
            <a:r>
              <a:rPr lang="en-US" dirty="0" err="1"/>
              <a:t>có</a:t>
            </a:r>
            <a:r>
              <a:rPr lang="en-US" dirty="0"/>
              <a:t> </a:t>
            </a:r>
            <a:r>
              <a:rPr lang="en-US" dirty="0" err="1"/>
              <a:t>thể</a:t>
            </a:r>
            <a:r>
              <a:rPr lang="en-US" dirty="0"/>
              <a:t> </a:t>
            </a:r>
            <a:r>
              <a:rPr lang="en-US" dirty="0" err="1"/>
              <a:t>cùng</a:t>
            </a:r>
            <a:r>
              <a:rPr lang="en-US" dirty="0"/>
              <a:t> </a:t>
            </a:r>
            <a:r>
              <a:rPr lang="en-US" dirty="0" err="1"/>
              <a:t>tồn</a:t>
            </a:r>
            <a:r>
              <a:rPr lang="en-US" dirty="0"/>
              <a:t> </a:t>
            </a:r>
            <a:r>
              <a:rPr lang="en-US" dirty="0" err="1"/>
              <a:t>tại</a:t>
            </a:r>
            <a:r>
              <a:rPr lang="en-US" dirty="0"/>
              <a:t> </a:t>
            </a:r>
            <a:r>
              <a:rPr lang="en-US" dirty="0" err="1"/>
              <a:t>với</a:t>
            </a:r>
            <a:r>
              <a:rPr lang="en-US" dirty="0"/>
              <a:t> </a:t>
            </a:r>
            <a:r>
              <a:rPr lang="en-US" dirty="0" err="1"/>
              <a:t>những</a:t>
            </a:r>
            <a:r>
              <a:rPr lang="en-US" dirty="0"/>
              <a:t> PM </a:t>
            </a:r>
            <a:r>
              <a:rPr lang="en-US" dirty="0" err="1"/>
              <a:t>độc</a:t>
            </a:r>
            <a:r>
              <a:rPr lang="en-US" dirty="0"/>
              <a:t> </a:t>
            </a:r>
            <a:r>
              <a:rPr lang="en-US" dirty="0" err="1"/>
              <a:t>lập</a:t>
            </a:r>
            <a:r>
              <a:rPr lang="en-US" dirty="0"/>
              <a:t> </a:t>
            </a:r>
            <a:r>
              <a:rPr lang="en-US" dirty="0" err="1"/>
              <a:t>khác</a:t>
            </a:r>
            <a:r>
              <a:rPr lang="en-US" dirty="0"/>
              <a:t> </a:t>
            </a:r>
            <a:r>
              <a:rPr lang="en-US" dirty="0" err="1"/>
              <a:t>trong</a:t>
            </a:r>
            <a:r>
              <a:rPr lang="en-US" dirty="0"/>
              <a:t> </a:t>
            </a:r>
            <a:r>
              <a:rPr lang="en-US" dirty="0" err="1"/>
              <a:t>một</a:t>
            </a:r>
            <a:r>
              <a:rPr lang="en-US" dirty="0"/>
              <a:t> </a:t>
            </a:r>
            <a:r>
              <a:rPr lang="en-US" dirty="0" err="1"/>
              <a:t>môi</a:t>
            </a:r>
            <a:r>
              <a:rPr lang="en-US" dirty="0"/>
              <a:t> </a:t>
            </a:r>
            <a:r>
              <a:rPr lang="en-US" dirty="0" err="1"/>
              <a:t>trường</a:t>
            </a:r>
            <a:r>
              <a:rPr lang="en-US" dirty="0"/>
              <a:t> </a:t>
            </a:r>
            <a:r>
              <a:rPr lang="en-US" dirty="0" err="1"/>
              <a:t>chung</a:t>
            </a:r>
            <a:r>
              <a:rPr lang="en-US" dirty="0"/>
              <a:t>, </a:t>
            </a:r>
            <a:r>
              <a:rPr lang="en-US" dirty="0" err="1"/>
              <a:t>cùng</a:t>
            </a:r>
            <a:r>
              <a:rPr lang="en-US" dirty="0"/>
              <a:t> chia </a:t>
            </a:r>
            <a:r>
              <a:rPr lang="en-US" dirty="0" err="1"/>
              <a:t>sẻ</a:t>
            </a:r>
            <a:r>
              <a:rPr lang="en-US" dirty="0"/>
              <a:t> </a:t>
            </a:r>
            <a:r>
              <a:rPr lang="en-US" dirty="0" err="1"/>
              <a:t>những</a:t>
            </a:r>
            <a:r>
              <a:rPr lang="en-US" dirty="0"/>
              <a:t> </a:t>
            </a:r>
            <a:r>
              <a:rPr lang="en-US" dirty="0" err="1"/>
              <a:t>tài</a:t>
            </a:r>
            <a:r>
              <a:rPr lang="en-US" dirty="0"/>
              <a:t> </a:t>
            </a:r>
            <a:r>
              <a:rPr lang="en-US" dirty="0" err="1"/>
              <a:t>nguyên</a:t>
            </a:r>
            <a:r>
              <a:rPr lang="en-US" dirty="0"/>
              <a:t> </a:t>
            </a:r>
            <a:r>
              <a:rPr lang="en-US" dirty="0" err="1"/>
              <a:t>chung</a:t>
            </a:r>
            <a:endParaRPr lang="en-US" dirty="0"/>
          </a:p>
          <a:p>
            <a:r>
              <a:rPr lang="en-US" b="1" dirty="0" err="1"/>
              <a:t>Khả</a:t>
            </a:r>
            <a:r>
              <a:rPr lang="en-US" b="1" dirty="0"/>
              <a:t> </a:t>
            </a:r>
            <a:r>
              <a:rPr lang="en-US" b="1" dirty="0" err="1"/>
              <a:t>năng</a:t>
            </a:r>
            <a:r>
              <a:rPr lang="en-US" b="1" dirty="0"/>
              <a:t> </a:t>
            </a:r>
            <a:r>
              <a:rPr lang="en-US" b="1" dirty="0" err="1"/>
              <a:t>thay</a:t>
            </a:r>
            <a:r>
              <a:rPr lang="en-US" b="1" dirty="0"/>
              <a:t> </a:t>
            </a:r>
            <a:r>
              <a:rPr lang="en-US" b="1" dirty="0" err="1"/>
              <a:t>thế</a:t>
            </a:r>
            <a:endParaRPr lang="en-US" b="1" dirty="0"/>
          </a:p>
          <a:p>
            <a:pPr lvl="1"/>
            <a:r>
              <a:rPr lang="en-US" dirty="0" err="1"/>
              <a:t>có</a:t>
            </a:r>
            <a:r>
              <a:rPr lang="en-US" dirty="0"/>
              <a:t> </a:t>
            </a:r>
            <a:r>
              <a:rPr lang="en-US" dirty="0" err="1"/>
              <a:t>thể</a:t>
            </a:r>
            <a:r>
              <a:rPr lang="en-US" dirty="0"/>
              <a:t> </a:t>
            </a:r>
            <a:r>
              <a:rPr lang="en-US" dirty="0" err="1"/>
              <a:t>dùng</a:t>
            </a:r>
            <a:r>
              <a:rPr lang="en-US" dirty="0"/>
              <a:t> </a:t>
            </a:r>
            <a:r>
              <a:rPr lang="en-US" dirty="0" err="1"/>
              <a:t>thay</a:t>
            </a:r>
            <a:r>
              <a:rPr lang="en-US" dirty="0"/>
              <a:t> </a:t>
            </a:r>
            <a:r>
              <a:rPr lang="en-US" dirty="0" err="1"/>
              <a:t>thế</a:t>
            </a:r>
            <a:r>
              <a:rPr lang="en-US" dirty="0"/>
              <a:t> </a:t>
            </a:r>
            <a:r>
              <a:rPr lang="en-US" dirty="0" err="1"/>
              <a:t>cho</a:t>
            </a:r>
            <a:r>
              <a:rPr lang="en-US" dirty="0"/>
              <a:t> </a:t>
            </a:r>
            <a:r>
              <a:rPr lang="en-US" dirty="0" err="1"/>
              <a:t>một</a:t>
            </a:r>
            <a:r>
              <a:rPr lang="en-US" dirty="0"/>
              <a:t> </a:t>
            </a:r>
            <a:r>
              <a:rPr lang="en-US" dirty="0" err="1"/>
              <a:t>phần</a:t>
            </a:r>
            <a:r>
              <a:rPr lang="en-US" dirty="0"/>
              <a:t> </a:t>
            </a:r>
            <a:r>
              <a:rPr lang="en-US" dirty="0" err="1"/>
              <a:t>mềm</a:t>
            </a:r>
            <a:r>
              <a:rPr lang="en-US" dirty="0"/>
              <a:t> </a:t>
            </a:r>
            <a:r>
              <a:rPr lang="en-US" dirty="0" err="1"/>
              <a:t>khác</a:t>
            </a:r>
            <a:r>
              <a:rPr lang="en-US" dirty="0"/>
              <a:t>, </a:t>
            </a:r>
            <a:r>
              <a:rPr lang="en-US" dirty="0" err="1"/>
              <a:t>với</a:t>
            </a:r>
            <a:r>
              <a:rPr lang="en-US" dirty="0"/>
              <a:t> </a:t>
            </a:r>
            <a:r>
              <a:rPr lang="en-US" dirty="0" err="1"/>
              <a:t>cùng</a:t>
            </a:r>
            <a:r>
              <a:rPr lang="en-US" dirty="0"/>
              <a:t> </a:t>
            </a:r>
            <a:r>
              <a:rPr lang="en-US" dirty="0" err="1"/>
              <a:t>mục</a:t>
            </a:r>
            <a:r>
              <a:rPr lang="en-US" dirty="0"/>
              <a:t> </a:t>
            </a:r>
            <a:r>
              <a:rPr lang="en-US" dirty="0" err="1"/>
              <a:t>đích</a:t>
            </a:r>
            <a:r>
              <a:rPr lang="en-US" dirty="0"/>
              <a:t> </a:t>
            </a:r>
            <a:r>
              <a:rPr lang="en-US" dirty="0" err="1"/>
              <a:t>và</a:t>
            </a:r>
            <a:r>
              <a:rPr lang="en-US" dirty="0"/>
              <a:t> </a:t>
            </a:r>
            <a:r>
              <a:rPr lang="en-US" dirty="0" err="1"/>
              <a:t>trong</a:t>
            </a:r>
            <a:r>
              <a:rPr lang="en-US" dirty="0"/>
              <a:t> </a:t>
            </a:r>
            <a:r>
              <a:rPr lang="en-US" dirty="0" err="1"/>
              <a:t>cùng</a:t>
            </a:r>
            <a:r>
              <a:rPr lang="en-US" dirty="0"/>
              <a:t> </a:t>
            </a:r>
            <a:r>
              <a:rPr lang="en-US" dirty="0" err="1"/>
              <a:t>môi</a:t>
            </a:r>
            <a:r>
              <a:rPr lang="en-US" dirty="0"/>
              <a:t> </a:t>
            </a:r>
            <a:r>
              <a:rPr lang="en-US" dirty="0" err="1"/>
              <a:t>trường</a:t>
            </a:r>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20</a:t>
            </a:fld>
            <a:endParaRPr lang="en-US" dirty="0"/>
          </a:p>
        </p:txBody>
      </p:sp>
    </p:spTree>
    <p:extLst>
      <p:ext uri="{BB962C8B-B14F-4D97-AF65-F5344CB8AC3E}">
        <p14:creationId xmlns:p14="http://schemas.microsoft.com/office/powerpoint/2010/main" val="2954574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Tiến </a:t>
            </a:r>
            <a:r>
              <a:rPr lang="en-US" dirty="0" err="1"/>
              <a:t>hóa</a:t>
            </a:r>
            <a:r>
              <a:rPr lang="en-US" dirty="0"/>
              <a:t> PM </a:t>
            </a:r>
            <a:r>
              <a:rPr lang="en-US" dirty="0" err="1"/>
              <a:t>và</a:t>
            </a:r>
            <a:r>
              <a:rPr lang="en-US" dirty="0"/>
              <a:t> </a:t>
            </a:r>
            <a:r>
              <a:rPr lang="en-US" dirty="0" err="1"/>
              <a:t>thách</a:t>
            </a:r>
            <a:r>
              <a:rPr lang="en-US" dirty="0"/>
              <a:t> </a:t>
            </a:r>
            <a:r>
              <a:rPr lang="en-US" dirty="0" err="1"/>
              <a:t>thức</a:t>
            </a:r>
            <a:endParaRPr lang="en-US" dirty="0"/>
          </a:p>
        </p:txBody>
      </p:sp>
      <p:sp>
        <p:nvSpPr>
          <p:cNvPr id="3" name="Content Placeholder 2"/>
          <p:cNvSpPr>
            <a:spLocks noGrp="1"/>
          </p:cNvSpPr>
          <p:nvPr>
            <p:ph idx="1"/>
          </p:nvPr>
        </p:nvSpPr>
        <p:spPr>
          <a:xfrm>
            <a:off x="455294" y="1594275"/>
            <a:ext cx="8364855" cy="4509200"/>
          </a:xfrm>
        </p:spPr>
        <p:txBody>
          <a:bodyPr>
            <a:normAutofit lnSpcReduction="10000"/>
          </a:bodyPr>
          <a:lstStyle/>
          <a:p>
            <a:r>
              <a:rPr lang="en-US" dirty="0" err="1"/>
              <a:t>Thay</a:t>
            </a:r>
            <a:r>
              <a:rPr lang="en-US" dirty="0"/>
              <a:t> </a:t>
            </a:r>
            <a:r>
              <a:rPr lang="en-US" dirty="0" err="1"/>
              <a:t>đổi</a:t>
            </a:r>
            <a:r>
              <a:rPr lang="en-US" dirty="0"/>
              <a:t> </a:t>
            </a:r>
            <a:r>
              <a:rPr lang="en-US" dirty="0" err="1"/>
              <a:t>là</a:t>
            </a:r>
            <a:r>
              <a:rPr lang="en-US" dirty="0"/>
              <a:t> </a:t>
            </a:r>
            <a:r>
              <a:rPr lang="en-US" dirty="0" err="1"/>
              <a:t>bản</a:t>
            </a:r>
            <a:r>
              <a:rPr lang="en-US" dirty="0"/>
              <a:t> </a:t>
            </a:r>
            <a:r>
              <a:rPr lang="en-US" dirty="0" err="1"/>
              <a:t>chất</a:t>
            </a:r>
            <a:r>
              <a:rPr lang="en-US" dirty="0"/>
              <a:t> </a:t>
            </a:r>
            <a:r>
              <a:rPr lang="en-US" dirty="0" err="1"/>
              <a:t>của</a:t>
            </a:r>
            <a:r>
              <a:rPr lang="en-US" dirty="0"/>
              <a:t> PM</a:t>
            </a:r>
          </a:p>
          <a:p>
            <a:r>
              <a:rPr lang="en-US" dirty="0"/>
              <a:t>PM </a:t>
            </a:r>
            <a:r>
              <a:rPr lang="en-US" dirty="0" err="1"/>
              <a:t>bị</a:t>
            </a:r>
            <a:r>
              <a:rPr lang="en-US" dirty="0"/>
              <a:t> </a:t>
            </a:r>
            <a:r>
              <a:rPr lang="en-US" dirty="0" err="1"/>
              <a:t>thay</a:t>
            </a:r>
            <a:r>
              <a:rPr lang="en-US" dirty="0"/>
              <a:t> </a:t>
            </a:r>
            <a:r>
              <a:rPr lang="en-US" dirty="0" err="1"/>
              <a:t>đổi</a:t>
            </a:r>
            <a:r>
              <a:rPr lang="en-US" dirty="0"/>
              <a:t> </a:t>
            </a:r>
            <a:r>
              <a:rPr lang="en-US" dirty="0" err="1"/>
              <a:t>khi</a:t>
            </a:r>
            <a:r>
              <a:rPr lang="en-US" dirty="0"/>
              <a:t> </a:t>
            </a:r>
            <a:r>
              <a:rPr lang="en-US" dirty="0" err="1"/>
              <a:t>nào</a:t>
            </a:r>
            <a:r>
              <a:rPr lang="en-US" dirty="0"/>
              <a:t> </a:t>
            </a:r>
            <a:r>
              <a:rPr lang="en-US" dirty="0" err="1"/>
              <a:t>và</a:t>
            </a:r>
            <a:r>
              <a:rPr lang="en-US" dirty="0"/>
              <a:t> </a:t>
            </a:r>
            <a:r>
              <a:rPr lang="en-US" dirty="0" err="1"/>
              <a:t>thay</a:t>
            </a:r>
            <a:r>
              <a:rPr lang="en-US" dirty="0"/>
              <a:t> </a:t>
            </a:r>
            <a:r>
              <a:rPr lang="en-US" dirty="0" err="1"/>
              <a:t>đổi</a:t>
            </a:r>
            <a:r>
              <a:rPr lang="en-US" dirty="0"/>
              <a:t> </a:t>
            </a:r>
            <a:r>
              <a:rPr lang="en-US" dirty="0" err="1"/>
              <a:t>như</a:t>
            </a:r>
            <a:r>
              <a:rPr lang="en-US" dirty="0"/>
              <a:t> </a:t>
            </a:r>
            <a:r>
              <a:rPr lang="en-US" dirty="0" err="1"/>
              <a:t>thế</a:t>
            </a:r>
            <a:r>
              <a:rPr lang="en-US" dirty="0"/>
              <a:t> </a:t>
            </a:r>
            <a:r>
              <a:rPr lang="en-US" dirty="0" err="1"/>
              <a:t>nào</a:t>
            </a:r>
            <a:r>
              <a:rPr lang="en-US" dirty="0"/>
              <a:t>?</a:t>
            </a:r>
          </a:p>
          <a:p>
            <a:pPr lvl="1"/>
            <a:r>
              <a:rPr lang="en-US" dirty="0" err="1"/>
              <a:t>Một</a:t>
            </a:r>
            <a:r>
              <a:rPr lang="en-US" dirty="0"/>
              <a:t> </a:t>
            </a:r>
            <a:r>
              <a:rPr lang="en-US" dirty="0" err="1"/>
              <a:t>yêu</a:t>
            </a:r>
            <a:r>
              <a:rPr lang="en-US" dirty="0"/>
              <a:t> </a:t>
            </a:r>
            <a:r>
              <a:rPr lang="en-US" dirty="0" err="1"/>
              <a:t>cầu</a:t>
            </a:r>
            <a:r>
              <a:rPr lang="en-US" dirty="0"/>
              <a:t> </a:t>
            </a:r>
            <a:r>
              <a:rPr lang="en-US" dirty="0" err="1"/>
              <a:t>cũ</a:t>
            </a:r>
            <a:r>
              <a:rPr lang="en-US" dirty="0"/>
              <a:t> </a:t>
            </a:r>
            <a:r>
              <a:rPr lang="en-US" dirty="0" err="1"/>
              <a:t>bị</a:t>
            </a:r>
            <a:r>
              <a:rPr lang="en-US" dirty="0"/>
              <a:t> </a:t>
            </a:r>
            <a:r>
              <a:rPr lang="en-US" dirty="0" err="1"/>
              <a:t>sửa</a:t>
            </a:r>
            <a:r>
              <a:rPr lang="en-US" dirty="0"/>
              <a:t> </a:t>
            </a:r>
            <a:r>
              <a:rPr lang="en-US" dirty="0" err="1"/>
              <a:t>hoặc</a:t>
            </a:r>
            <a:r>
              <a:rPr lang="en-US" dirty="0"/>
              <a:t> </a:t>
            </a:r>
            <a:r>
              <a:rPr lang="en-US" dirty="0" err="1"/>
              <a:t>loại</a:t>
            </a:r>
            <a:r>
              <a:rPr lang="en-US" dirty="0"/>
              <a:t> </a:t>
            </a:r>
            <a:r>
              <a:rPr lang="en-US" dirty="0" err="1"/>
              <a:t>bỏ</a:t>
            </a:r>
            <a:endParaRPr lang="en-US" dirty="0"/>
          </a:p>
          <a:p>
            <a:pPr lvl="1"/>
            <a:r>
              <a:rPr lang="en-US" dirty="0" err="1"/>
              <a:t>Một</a:t>
            </a:r>
            <a:r>
              <a:rPr lang="en-US" dirty="0"/>
              <a:t> </a:t>
            </a:r>
            <a:r>
              <a:rPr lang="en-US" dirty="0" err="1"/>
              <a:t>yêu</a:t>
            </a:r>
            <a:r>
              <a:rPr lang="en-US" dirty="0"/>
              <a:t> </a:t>
            </a:r>
            <a:r>
              <a:rPr lang="en-US" dirty="0" err="1"/>
              <a:t>cầu</a:t>
            </a:r>
            <a:r>
              <a:rPr lang="en-US" dirty="0"/>
              <a:t> </a:t>
            </a:r>
            <a:r>
              <a:rPr lang="en-US" dirty="0" err="1"/>
              <a:t>mới</a:t>
            </a:r>
            <a:r>
              <a:rPr lang="en-US" dirty="0"/>
              <a:t> </a:t>
            </a:r>
            <a:r>
              <a:rPr lang="en-US" dirty="0" err="1"/>
              <a:t>phát</a:t>
            </a:r>
            <a:r>
              <a:rPr lang="en-US" dirty="0"/>
              <a:t> </a:t>
            </a:r>
            <a:r>
              <a:rPr lang="en-US" dirty="0" err="1"/>
              <a:t>sinh</a:t>
            </a:r>
            <a:endParaRPr lang="en-US" dirty="0"/>
          </a:p>
          <a:p>
            <a:pPr lvl="1"/>
            <a:r>
              <a:rPr lang="en-US" dirty="0" err="1"/>
              <a:t>Lỗi</a:t>
            </a:r>
            <a:r>
              <a:rPr lang="en-US" dirty="0"/>
              <a:t> </a:t>
            </a:r>
            <a:r>
              <a:rPr lang="en-US" dirty="0" err="1"/>
              <a:t>phát</a:t>
            </a:r>
            <a:r>
              <a:rPr lang="en-US" dirty="0"/>
              <a:t> </a:t>
            </a:r>
            <a:r>
              <a:rPr lang="en-US" dirty="0" err="1"/>
              <a:t>sinh</a:t>
            </a:r>
            <a:endParaRPr lang="en-US" dirty="0"/>
          </a:p>
          <a:p>
            <a:pPr lvl="1"/>
            <a:r>
              <a:rPr lang="en-US" dirty="0" err="1"/>
              <a:t>Môi</a:t>
            </a:r>
            <a:r>
              <a:rPr lang="en-US" dirty="0"/>
              <a:t> </a:t>
            </a:r>
            <a:r>
              <a:rPr lang="en-US" dirty="0" err="1"/>
              <a:t>trường</a:t>
            </a:r>
            <a:r>
              <a:rPr lang="en-US" dirty="0"/>
              <a:t> </a:t>
            </a:r>
            <a:r>
              <a:rPr lang="en-US" dirty="0" err="1"/>
              <a:t>của</a:t>
            </a:r>
            <a:r>
              <a:rPr lang="en-US" dirty="0"/>
              <a:t> PM </a:t>
            </a:r>
            <a:r>
              <a:rPr lang="en-US" dirty="0" err="1"/>
              <a:t>thay</a:t>
            </a:r>
            <a:r>
              <a:rPr lang="en-US" dirty="0"/>
              <a:t> </a:t>
            </a:r>
            <a:r>
              <a:rPr lang="en-US" dirty="0" err="1"/>
              <a:t>đổi</a:t>
            </a:r>
            <a:endParaRPr lang="en-US" dirty="0"/>
          </a:p>
          <a:p>
            <a:pPr lvl="2"/>
            <a:r>
              <a:rPr lang="en-US" dirty="0" err="1"/>
              <a:t>Môi</a:t>
            </a:r>
            <a:r>
              <a:rPr lang="en-US" dirty="0"/>
              <a:t> </a:t>
            </a:r>
            <a:r>
              <a:rPr lang="en-US" dirty="0" err="1"/>
              <a:t>trường</a:t>
            </a:r>
            <a:r>
              <a:rPr lang="en-US" dirty="0"/>
              <a:t> PM: </a:t>
            </a:r>
            <a:r>
              <a:rPr lang="en-US" dirty="0" err="1"/>
              <a:t>Hệ</a:t>
            </a:r>
            <a:r>
              <a:rPr lang="en-US" dirty="0"/>
              <a:t> </a:t>
            </a:r>
            <a:r>
              <a:rPr lang="en-US" dirty="0" err="1"/>
              <a:t>điều</a:t>
            </a:r>
            <a:r>
              <a:rPr lang="en-US" dirty="0"/>
              <a:t> </a:t>
            </a:r>
            <a:r>
              <a:rPr lang="en-US" dirty="0" err="1"/>
              <a:t>hành</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thương</a:t>
            </a:r>
            <a:r>
              <a:rPr lang="en-US" dirty="0"/>
              <a:t> </a:t>
            </a:r>
            <a:r>
              <a:rPr lang="en-US" dirty="0" err="1"/>
              <a:t>tác</a:t>
            </a:r>
            <a:r>
              <a:rPr lang="en-US" dirty="0"/>
              <a:t>, …</a:t>
            </a:r>
          </a:p>
          <a:p>
            <a:pPr lvl="2"/>
            <a:r>
              <a:rPr lang="en-US" dirty="0" err="1"/>
              <a:t>Môi</a:t>
            </a:r>
            <a:r>
              <a:rPr lang="en-US" dirty="0"/>
              <a:t> </a:t>
            </a:r>
            <a:r>
              <a:rPr lang="en-US" dirty="0" err="1"/>
              <a:t>trường</a:t>
            </a:r>
            <a:r>
              <a:rPr lang="en-US" dirty="0"/>
              <a:t> </a:t>
            </a:r>
            <a:r>
              <a:rPr lang="en-US" dirty="0" err="1"/>
              <a:t>phần</a:t>
            </a:r>
            <a:r>
              <a:rPr lang="en-US" dirty="0"/>
              <a:t> </a:t>
            </a:r>
            <a:r>
              <a:rPr lang="en-US" dirty="0" err="1"/>
              <a:t>cứng</a:t>
            </a:r>
            <a:endParaRPr lang="en-US" dirty="0"/>
          </a:p>
          <a:p>
            <a:r>
              <a:rPr lang="en-US" dirty="0" err="1"/>
              <a:t>Thay</a:t>
            </a:r>
            <a:r>
              <a:rPr lang="en-US" dirty="0"/>
              <a:t> </a:t>
            </a:r>
            <a:r>
              <a:rPr lang="en-US" dirty="0" err="1"/>
              <a:t>đổi</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a:t>
            </a:r>
            <a:r>
              <a:rPr lang="en-US" dirty="0" err="1"/>
              <a:t>và</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sử</a:t>
            </a:r>
            <a:r>
              <a:rPr lang="en-US" dirty="0"/>
              <a:t> </a:t>
            </a:r>
            <a:r>
              <a:rPr lang="en-US" dirty="0" err="1"/>
              <a:t>dụng</a:t>
            </a:r>
            <a:r>
              <a:rPr lang="en-US" dirty="0"/>
              <a:t> (</a:t>
            </a:r>
            <a:r>
              <a:rPr lang="en-US" dirty="0" err="1">
                <a:solidFill>
                  <a:srgbClr val="0000FF"/>
                </a:solidFill>
              </a:rPr>
              <a:t>bảo</a:t>
            </a:r>
            <a:r>
              <a:rPr lang="en-US" dirty="0">
                <a:solidFill>
                  <a:srgbClr val="0000FF"/>
                </a:solidFill>
              </a:rPr>
              <a:t> </a:t>
            </a:r>
            <a:r>
              <a:rPr lang="en-US" dirty="0" err="1">
                <a:solidFill>
                  <a:srgbClr val="0000FF"/>
                </a:solidFill>
              </a:rPr>
              <a:t>trì</a:t>
            </a:r>
            <a:r>
              <a:rPr lang="en-US" dirty="0"/>
              <a:t>)</a:t>
            </a:r>
          </a:p>
          <a:p>
            <a:pPr lvl="1"/>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21</a:t>
            </a:fld>
            <a:endParaRPr lang="en-US" dirty="0"/>
          </a:p>
        </p:txBody>
      </p:sp>
    </p:spTree>
    <p:extLst>
      <p:ext uri="{BB962C8B-B14F-4D97-AF65-F5344CB8AC3E}">
        <p14:creationId xmlns:p14="http://schemas.microsoft.com/office/powerpoint/2010/main" val="2539697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Nguyên </a:t>
            </a:r>
            <a:r>
              <a:rPr lang="en-US" dirty="0" err="1"/>
              <a:t>nhân</a:t>
            </a:r>
            <a:r>
              <a:rPr lang="en-US" dirty="0"/>
              <a:t> </a:t>
            </a:r>
            <a:r>
              <a:rPr lang="en-US" dirty="0" err="1"/>
              <a:t>của</a:t>
            </a:r>
            <a:r>
              <a:rPr lang="en-US" dirty="0"/>
              <a:t> </a:t>
            </a:r>
            <a:r>
              <a:rPr lang="en-US" dirty="0" err="1"/>
              <a:t>thay</a:t>
            </a:r>
            <a:r>
              <a:rPr lang="en-US" dirty="0"/>
              <a:t> </a:t>
            </a:r>
            <a:r>
              <a:rPr lang="en-US" dirty="0" err="1"/>
              <a:t>đổi</a:t>
            </a:r>
            <a:endParaRPr lang="en-US" dirty="0"/>
          </a:p>
        </p:txBody>
      </p:sp>
      <p:sp>
        <p:nvSpPr>
          <p:cNvPr id="3" name="Content Placeholder 2"/>
          <p:cNvSpPr>
            <a:spLocks noGrp="1"/>
          </p:cNvSpPr>
          <p:nvPr>
            <p:ph idx="1"/>
          </p:nvPr>
        </p:nvSpPr>
        <p:spPr/>
        <p:txBody>
          <a:bodyPr>
            <a:normAutofit/>
          </a:bodyPr>
          <a:lstStyle/>
          <a:p>
            <a:r>
              <a:rPr lang="en-US" dirty="0" err="1"/>
              <a:t>Quá</a:t>
            </a:r>
            <a:r>
              <a:rPr lang="en-US" dirty="0"/>
              <a:t> </a:t>
            </a:r>
            <a:r>
              <a:rPr lang="en-US" dirty="0" err="1"/>
              <a:t>trình</a:t>
            </a:r>
            <a:r>
              <a:rPr lang="en-US" dirty="0"/>
              <a:t> thu </a:t>
            </a:r>
            <a:r>
              <a:rPr lang="en-US" dirty="0" err="1"/>
              <a:t>thập</a:t>
            </a:r>
            <a:r>
              <a:rPr lang="en-US" dirty="0"/>
              <a:t>, </a:t>
            </a:r>
            <a:r>
              <a:rPr lang="en-US" dirty="0" err="1"/>
              <a:t>phân</a:t>
            </a:r>
            <a:r>
              <a:rPr lang="en-US" dirty="0"/>
              <a:t> </a:t>
            </a:r>
            <a:r>
              <a:rPr lang="en-US" dirty="0" err="1"/>
              <a:t>tích</a:t>
            </a:r>
            <a:r>
              <a:rPr lang="en-US" dirty="0"/>
              <a:t> </a:t>
            </a:r>
            <a:r>
              <a:rPr lang="en-US" dirty="0" err="1"/>
              <a:t>và</a:t>
            </a:r>
            <a:r>
              <a:rPr lang="en-US" dirty="0"/>
              <a:t> </a:t>
            </a:r>
            <a:r>
              <a:rPr lang="en-US" dirty="0" err="1"/>
              <a:t>đặc</a:t>
            </a:r>
            <a:r>
              <a:rPr lang="en-US" dirty="0"/>
              <a:t> </a:t>
            </a:r>
            <a:r>
              <a:rPr lang="en-US" dirty="0" err="1"/>
              <a:t>tả</a:t>
            </a:r>
            <a:r>
              <a:rPr lang="en-US" dirty="0"/>
              <a:t> </a:t>
            </a:r>
            <a:r>
              <a:rPr lang="en-US" dirty="0" err="1"/>
              <a:t>yêu</a:t>
            </a:r>
            <a:r>
              <a:rPr lang="en-US" dirty="0"/>
              <a:t> </a:t>
            </a:r>
            <a:r>
              <a:rPr lang="en-US" dirty="0" err="1"/>
              <a:t>cầu</a:t>
            </a:r>
            <a:r>
              <a:rPr lang="en-US" dirty="0"/>
              <a:t> </a:t>
            </a:r>
            <a:r>
              <a:rPr lang="en-US" dirty="0" err="1"/>
              <a:t>có</a:t>
            </a:r>
            <a:r>
              <a:rPr lang="en-US" dirty="0"/>
              <a:t> </a:t>
            </a:r>
            <a:r>
              <a:rPr lang="en-US" dirty="0" err="1"/>
              <a:t>vấn</a:t>
            </a:r>
            <a:r>
              <a:rPr lang="en-US" dirty="0"/>
              <a:t> </a:t>
            </a:r>
            <a:r>
              <a:rPr lang="en-US" dirty="0" err="1"/>
              <a:t>đề</a:t>
            </a:r>
            <a:endParaRPr lang="en-US" dirty="0"/>
          </a:p>
          <a:p>
            <a:pPr lvl="1"/>
            <a:r>
              <a:rPr lang="en-US" dirty="0" err="1"/>
              <a:t>Sức</a:t>
            </a:r>
            <a:r>
              <a:rPr lang="en-US" dirty="0"/>
              <a:t> </a:t>
            </a:r>
            <a:r>
              <a:rPr lang="en-US" dirty="0" err="1"/>
              <a:t>ép</a:t>
            </a:r>
            <a:r>
              <a:rPr lang="en-US" dirty="0"/>
              <a:t> </a:t>
            </a:r>
            <a:r>
              <a:rPr lang="en-US" dirty="0" err="1"/>
              <a:t>thời</a:t>
            </a:r>
            <a:r>
              <a:rPr lang="en-US" dirty="0"/>
              <a:t> </a:t>
            </a:r>
            <a:r>
              <a:rPr lang="en-US" dirty="0" err="1"/>
              <a:t>gian</a:t>
            </a:r>
            <a:r>
              <a:rPr lang="en-US" dirty="0"/>
              <a:t>, </a:t>
            </a:r>
            <a:r>
              <a:rPr lang="en-US" dirty="0" err="1"/>
              <a:t>làm</a:t>
            </a:r>
            <a:r>
              <a:rPr lang="en-US" dirty="0"/>
              <a:t> </a:t>
            </a:r>
            <a:r>
              <a:rPr lang="en-US" dirty="0" err="1"/>
              <a:t>ẩu</a:t>
            </a:r>
            <a:r>
              <a:rPr lang="en-US" dirty="0"/>
              <a:t>, KH </a:t>
            </a:r>
            <a:r>
              <a:rPr lang="en-US" dirty="0" err="1"/>
              <a:t>iét</a:t>
            </a:r>
            <a:r>
              <a:rPr lang="en-US" dirty="0"/>
              <a:t> </a:t>
            </a:r>
            <a:r>
              <a:rPr lang="en-US" dirty="0" err="1"/>
              <a:t>hợp</a:t>
            </a:r>
            <a:r>
              <a:rPr lang="en-US" dirty="0"/>
              <a:t> </a:t>
            </a:r>
            <a:r>
              <a:rPr lang="en-US" dirty="0" err="1"/>
              <a:t>tác</a:t>
            </a:r>
            <a:r>
              <a:rPr lang="en-US" dirty="0"/>
              <a:t>, …</a:t>
            </a:r>
          </a:p>
          <a:p>
            <a:r>
              <a:rPr lang="en-US" dirty="0" err="1"/>
              <a:t>Đảm</a:t>
            </a:r>
            <a:r>
              <a:rPr lang="en-US" dirty="0"/>
              <a:t> </a:t>
            </a:r>
            <a:r>
              <a:rPr lang="en-US" dirty="0" err="1"/>
              <a:t>bảo</a:t>
            </a:r>
            <a:r>
              <a:rPr lang="en-US" dirty="0"/>
              <a:t> </a:t>
            </a:r>
            <a:r>
              <a:rPr lang="en-US" dirty="0" err="1"/>
              <a:t>chất</a:t>
            </a:r>
            <a:r>
              <a:rPr lang="en-US" dirty="0"/>
              <a:t> </a:t>
            </a:r>
            <a:r>
              <a:rPr lang="en-US" dirty="0" err="1"/>
              <a:t>lượng</a:t>
            </a:r>
            <a:r>
              <a:rPr lang="en-US" dirty="0"/>
              <a:t> </a:t>
            </a:r>
            <a:r>
              <a:rPr lang="en-US" dirty="0" err="1"/>
              <a:t>có</a:t>
            </a:r>
            <a:r>
              <a:rPr lang="en-US" dirty="0"/>
              <a:t> </a:t>
            </a:r>
            <a:r>
              <a:rPr lang="en-US" dirty="0" err="1"/>
              <a:t>vấn</a:t>
            </a:r>
            <a:r>
              <a:rPr lang="en-US" dirty="0"/>
              <a:t> </a:t>
            </a:r>
            <a:r>
              <a:rPr lang="en-US" dirty="0" err="1"/>
              <a:t>đề</a:t>
            </a:r>
            <a:endParaRPr lang="en-US" dirty="0"/>
          </a:p>
          <a:p>
            <a:r>
              <a:rPr lang="en-US" dirty="0" err="1"/>
              <a:t>Nhu</a:t>
            </a:r>
            <a:r>
              <a:rPr lang="en-US" dirty="0"/>
              <a:t> </a:t>
            </a:r>
            <a:r>
              <a:rPr lang="en-US" dirty="0" err="1"/>
              <a:t>cầu</a:t>
            </a:r>
            <a:r>
              <a:rPr lang="en-US" dirty="0"/>
              <a:t> con </a:t>
            </a:r>
            <a:r>
              <a:rPr lang="en-US" dirty="0" err="1"/>
              <a:t>người</a:t>
            </a:r>
            <a:r>
              <a:rPr lang="en-US" dirty="0"/>
              <a:t> </a:t>
            </a:r>
            <a:r>
              <a:rPr lang="en-US" dirty="0" err="1"/>
              <a:t>ngày</a:t>
            </a:r>
            <a:r>
              <a:rPr lang="en-US" dirty="0"/>
              <a:t> </a:t>
            </a:r>
            <a:r>
              <a:rPr lang="en-US" dirty="0" err="1"/>
              <a:t>càng</a:t>
            </a:r>
            <a:r>
              <a:rPr lang="en-US" dirty="0"/>
              <a:t> </a:t>
            </a:r>
            <a:r>
              <a:rPr lang="en-US" dirty="0" err="1"/>
              <a:t>cao</a:t>
            </a:r>
            <a:r>
              <a:rPr lang="en-US" dirty="0"/>
              <a:t> </a:t>
            </a:r>
            <a:r>
              <a:rPr lang="en-US" dirty="0" err="1"/>
              <a:t>và</a:t>
            </a:r>
            <a:r>
              <a:rPr lang="en-US" dirty="0"/>
              <a:t> </a:t>
            </a:r>
            <a:r>
              <a:rPr lang="en-US" dirty="0" err="1"/>
              <a:t>phức</a:t>
            </a:r>
            <a:r>
              <a:rPr lang="en-US" dirty="0"/>
              <a:t> </a:t>
            </a:r>
            <a:r>
              <a:rPr lang="en-US" dirty="0" err="1"/>
              <a:t>tạp</a:t>
            </a:r>
            <a:endParaRPr lang="en-US" dirty="0"/>
          </a:p>
          <a:p>
            <a:r>
              <a:rPr lang="en-US" dirty="0" err="1"/>
              <a:t>Nghiệp</a:t>
            </a:r>
            <a:r>
              <a:rPr lang="en-US" dirty="0"/>
              <a:t> </a:t>
            </a:r>
            <a:r>
              <a:rPr lang="en-US" dirty="0" err="1"/>
              <a:t>vụ</a:t>
            </a:r>
            <a:r>
              <a:rPr lang="en-US" dirty="0"/>
              <a:t> </a:t>
            </a:r>
            <a:r>
              <a:rPr lang="en-US" dirty="0" err="1"/>
              <a:t>của</a:t>
            </a:r>
            <a:r>
              <a:rPr lang="en-US" dirty="0"/>
              <a:t> </a:t>
            </a:r>
            <a:r>
              <a:rPr lang="en-US" dirty="0" err="1"/>
              <a:t>các</a:t>
            </a:r>
            <a:r>
              <a:rPr lang="en-US" dirty="0"/>
              <a:t> </a:t>
            </a:r>
            <a:r>
              <a:rPr lang="en-US" dirty="0" err="1"/>
              <a:t>tổ</a:t>
            </a:r>
            <a:r>
              <a:rPr lang="en-US" dirty="0"/>
              <a:t> </a:t>
            </a:r>
            <a:r>
              <a:rPr lang="en-US" dirty="0" err="1"/>
              <a:t>chức</a:t>
            </a:r>
            <a:r>
              <a:rPr lang="en-US" dirty="0"/>
              <a:t> </a:t>
            </a:r>
            <a:r>
              <a:rPr lang="en-US" dirty="0" err="1"/>
              <a:t>cũng</a:t>
            </a:r>
            <a:r>
              <a:rPr lang="en-US" dirty="0"/>
              <a:t> </a:t>
            </a:r>
            <a:r>
              <a:rPr lang="en-US" dirty="0" err="1"/>
              <a:t>thường</a:t>
            </a:r>
            <a:r>
              <a:rPr lang="en-US" dirty="0"/>
              <a:t> </a:t>
            </a:r>
            <a:r>
              <a:rPr lang="en-US" dirty="0" err="1"/>
              <a:t>xuyên</a:t>
            </a:r>
            <a:r>
              <a:rPr lang="en-US" dirty="0"/>
              <a:t> </a:t>
            </a:r>
            <a:r>
              <a:rPr lang="en-US" dirty="0" err="1"/>
              <a:t>thay</a:t>
            </a:r>
            <a:r>
              <a:rPr lang="en-US" dirty="0"/>
              <a:t> </a:t>
            </a:r>
            <a:r>
              <a:rPr lang="en-US" dirty="0" err="1"/>
              <a:t>đổi</a:t>
            </a:r>
            <a:r>
              <a:rPr lang="en-US" dirty="0"/>
              <a:t>/</a:t>
            </a:r>
            <a:r>
              <a:rPr lang="en-US" dirty="0" err="1"/>
              <a:t>tái</a:t>
            </a:r>
            <a:r>
              <a:rPr lang="en-US" dirty="0"/>
              <a:t> </a:t>
            </a:r>
            <a:r>
              <a:rPr lang="en-US" dirty="0" err="1"/>
              <a:t>cấu</a:t>
            </a:r>
            <a:r>
              <a:rPr lang="en-US" dirty="0"/>
              <a:t> </a:t>
            </a:r>
            <a:r>
              <a:rPr lang="en-US" dirty="0" err="1"/>
              <a:t>trúc</a:t>
            </a:r>
            <a:endParaRPr lang="en-US" dirty="0"/>
          </a:p>
          <a:p>
            <a:r>
              <a:rPr lang="en-US" dirty="0" err="1"/>
              <a:t>Môi</a:t>
            </a:r>
            <a:r>
              <a:rPr lang="en-US" dirty="0"/>
              <a:t> </a:t>
            </a:r>
            <a:r>
              <a:rPr lang="en-US" dirty="0" err="1"/>
              <a:t>trường</a:t>
            </a:r>
            <a:r>
              <a:rPr lang="en-US" dirty="0"/>
              <a:t> PM </a:t>
            </a:r>
            <a:r>
              <a:rPr lang="en-US" dirty="0" err="1"/>
              <a:t>thường</a:t>
            </a:r>
            <a:r>
              <a:rPr lang="en-US" dirty="0"/>
              <a:t> </a:t>
            </a:r>
            <a:r>
              <a:rPr lang="en-US" dirty="0" err="1"/>
              <a:t>xuyên</a:t>
            </a:r>
            <a:r>
              <a:rPr lang="en-US" dirty="0"/>
              <a:t> </a:t>
            </a:r>
            <a:r>
              <a:rPr lang="en-US" dirty="0" err="1"/>
              <a:t>thay</a:t>
            </a:r>
            <a:r>
              <a:rPr lang="en-US" dirty="0"/>
              <a:t> </a:t>
            </a:r>
            <a:r>
              <a:rPr lang="en-US" dirty="0" err="1"/>
              <a:t>đổi</a:t>
            </a:r>
            <a:r>
              <a:rPr lang="en-US" dirty="0"/>
              <a:t> </a:t>
            </a:r>
          </a:p>
          <a:p>
            <a:endParaRPr lang="en-US" dirty="0"/>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22</a:t>
            </a:fld>
            <a:endParaRPr lang="en-US" dirty="0"/>
          </a:p>
        </p:txBody>
      </p:sp>
    </p:spTree>
    <p:extLst>
      <p:ext uri="{BB962C8B-B14F-4D97-AF65-F5344CB8AC3E}">
        <p14:creationId xmlns:p14="http://schemas.microsoft.com/office/powerpoint/2010/main" val="1361035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Thách</a:t>
            </a:r>
            <a:r>
              <a:rPr lang="en-US" dirty="0"/>
              <a:t> </a:t>
            </a:r>
            <a:r>
              <a:rPr lang="en-US" dirty="0" err="1"/>
              <a:t>thức</a:t>
            </a:r>
            <a:r>
              <a:rPr lang="en-US" dirty="0"/>
              <a:t> </a:t>
            </a:r>
            <a:r>
              <a:rPr lang="en-US" dirty="0" err="1"/>
              <a:t>đặt</a:t>
            </a:r>
            <a:r>
              <a:rPr lang="en-US" dirty="0"/>
              <a:t> </a:t>
            </a:r>
            <a:r>
              <a:rPr lang="en-US" dirty="0" err="1"/>
              <a:t>ra</a:t>
            </a:r>
            <a:r>
              <a:rPr lang="en-US" dirty="0"/>
              <a:t> </a:t>
            </a:r>
            <a:r>
              <a:rPr lang="en-US" dirty="0" err="1"/>
              <a:t>từ</a:t>
            </a:r>
            <a:r>
              <a:rPr lang="en-US" dirty="0"/>
              <a:t> </a:t>
            </a:r>
            <a:r>
              <a:rPr lang="en-US" dirty="0" err="1"/>
              <a:t>tiến</a:t>
            </a:r>
            <a:r>
              <a:rPr lang="en-US" dirty="0"/>
              <a:t> </a:t>
            </a:r>
            <a:r>
              <a:rPr lang="en-US" dirty="0" err="1"/>
              <a:t>hóa</a:t>
            </a:r>
            <a:endParaRPr lang="en-US" dirty="0"/>
          </a:p>
        </p:txBody>
      </p:sp>
      <p:sp>
        <p:nvSpPr>
          <p:cNvPr id="3" name="Content Placeholder 2"/>
          <p:cNvSpPr>
            <a:spLocks noGrp="1"/>
          </p:cNvSpPr>
          <p:nvPr>
            <p:ph idx="1"/>
          </p:nvPr>
        </p:nvSpPr>
        <p:spPr>
          <a:xfrm>
            <a:off x="455294" y="1594275"/>
            <a:ext cx="8364855" cy="4509200"/>
          </a:xfrm>
        </p:spPr>
        <p:txBody>
          <a:bodyPr>
            <a:normAutofit/>
          </a:bodyPr>
          <a:lstStyle/>
          <a:p>
            <a:r>
              <a:rPr lang="en-US" dirty="0" err="1"/>
              <a:t>Tăng</a:t>
            </a:r>
            <a:r>
              <a:rPr lang="en-US" dirty="0"/>
              <a:t> chi </a:t>
            </a:r>
            <a:r>
              <a:rPr lang="en-US" dirty="0" err="1"/>
              <a:t>phí</a:t>
            </a:r>
            <a:r>
              <a:rPr lang="en-US" dirty="0"/>
              <a:t> </a:t>
            </a:r>
            <a:r>
              <a:rPr lang="en-US" dirty="0" err="1"/>
              <a:t>cho</a:t>
            </a:r>
            <a:r>
              <a:rPr lang="en-US" dirty="0"/>
              <a:t> </a:t>
            </a:r>
            <a:r>
              <a:rPr lang="en-US" dirty="0" err="1"/>
              <a:t>quá</a:t>
            </a:r>
            <a:r>
              <a:rPr lang="en-US" dirty="0"/>
              <a:t> </a:t>
            </a:r>
            <a:r>
              <a:rPr lang="en-US" dirty="0" err="1"/>
              <a:t>trình</a:t>
            </a:r>
            <a:r>
              <a:rPr lang="en-US" dirty="0"/>
              <a:t> </a:t>
            </a:r>
            <a:r>
              <a:rPr lang="en-US" dirty="0" err="1"/>
              <a:t>phát</a:t>
            </a:r>
            <a:r>
              <a:rPr lang="en-US" dirty="0"/>
              <a:t> </a:t>
            </a:r>
            <a:r>
              <a:rPr lang="en-US" dirty="0" err="1"/>
              <a:t>triển</a:t>
            </a:r>
            <a:r>
              <a:rPr lang="en-US" dirty="0"/>
              <a:t> (rework)</a:t>
            </a:r>
          </a:p>
          <a:p>
            <a:r>
              <a:rPr lang="en-US" dirty="0" err="1"/>
              <a:t>Tăng</a:t>
            </a:r>
            <a:r>
              <a:rPr lang="en-US" dirty="0"/>
              <a:t> chi </a:t>
            </a:r>
            <a:r>
              <a:rPr lang="en-US" dirty="0" err="1"/>
              <a:t>phí</a:t>
            </a:r>
            <a:r>
              <a:rPr lang="en-US" dirty="0"/>
              <a:t> </a:t>
            </a:r>
            <a:r>
              <a:rPr lang="en-US" dirty="0" err="1"/>
              <a:t>cho</a:t>
            </a:r>
            <a:r>
              <a:rPr lang="en-US" dirty="0"/>
              <a:t> </a:t>
            </a:r>
            <a:r>
              <a:rPr lang="en-US" dirty="0" err="1"/>
              <a:t>doanh</a:t>
            </a:r>
            <a:r>
              <a:rPr lang="en-US" dirty="0"/>
              <a:t> </a:t>
            </a:r>
            <a:r>
              <a:rPr lang="en-US" dirty="0" err="1"/>
              <a:t>nghiệp</a:t>
            </a:r>
            <a:r>
              <a:rPr lang="en-US" dirty="0"/>
              <a:t> </a:t>
            </a:r>
            <a:r>
              <a:rPr lang="en-US" dirty="0" err="1"/>
              <a:t>trong</a:t>
            </a:r>
            <a:r>
              <a:rPr lang="en-US" dirty="0"/>
              <a:t> </a:t>
            </a:r>
            <a:r>
              <a:rPr lang="en-US" dirty="0" err="1"/>
              <a:t>quá</a:t>
            </a:r>
            <a:r>
              <a:rPr lang="en-US" dirty="0"/>
              <a:t> </a:t>
            </a:r>
            <a:r>
              <a:rPr lang="en-US" dirty="0" err="1"/>
              <a:t>trình</a:t>
            </a:r>
            <a:r>
              <a:rPr lang="en-US" dirty="0"/>
              <a:t> </a:t>
            </a:r>
            <a:r>
              <a:rPr lang="en-US" dirty="0" err="1"/>
              <a:t>bảo</a:t>
            </a:r>
            <a:r>
              <a:rPr lang="en-US" dirty="0"/>
              <a:t> </a:t>
            </a:r>
            <a:r>
              <a:rPr lang="en-US" dirty="0" err="1"/>
              <a:t>trì</a:t>
            </a:r>
            <a:r>
              <a:rPr lang="en-US" dirty="0"/>
              <a:t> (chi </a:t>
            </a:r>
            <a:r>
              <a:rPr lang="en-US" dirty="0" err="1"/>
              <a:t>phí</a:t>
            </a:r>
            <a:r>
              <a:rPr lang="en-US" dirty="0"/>
              <a:t> </a:t>
            </a:r>
            <a:r>
              <a:rPr lang="en-US" dirty="0" err="1"/>
              <a:t>bảo</a:t>
            </a:r>
            <a:r>
              <a:rPr lang="en-US" dirty="0"/>
              <a:t> </a:t>
            </a:r>
            <a:r>
              <a:rPr lang="en-US" dirty="0" err="1"/>
              <a:t>trì</a:t>
            </a:r>
            <a:r>
              <a:rPr lang="en-US" dirty="0"/>
              <a:t> </a:t>
            </a:r>
            <a:r>
              <a:rPr lang="en-US" dirty="0" err="1"/>
              <a:t>gấp</a:t>
            </a:r>
            <a:r>
              <a:rPr lang="en-US" dirty="0"/>
              <a:t> </a:t>
            </a:r>
            <a:r>
              <a:rPr lang="en-US" dirty="0" err="1"/>
              <a:t>nhiều</a:t>
            </a:r>
            <a:r>
              <a:rPr lang="en-US" dirty="0"/>
              <a:t> </a:t>
            </a:r>
            <a:r>
              <a:rPr lang="en-US" dirty="0" err="1"/>
              <a:t>lần</a:t>
            </a:r>
            <a:r>
              <a:rPr lang="en-US" dirty="0"/>
              <a:t> chi </a:t>
            </a:r>
            <a:r>
              <a:rPr lang="en-US" dirty="0" err="1"/>
              <a:t>phí</a:t>
            </a:r>
            <a:r>
              <a:rPr lang="en-US" dirty="0"/>
              <a:t> </a:t>
            </a:r>
            <a:r>
              <a:rPr lang="en-US" dirty="0" err="1"/>
              <a:t>phát</a:t>
            </a:r>
            <a:r>
              <a:rPr lang="en-US" dirty="0"/>
              <a:t> </a:t>
            </a:r>
            <a:r>
              <a:rPr lang="en-US" dirty="0" err="1"/>
              <a:t>triển</a:t>
            </a:r>
            <a:r>
              <a:rPr lang="en-US" dirty="0"/>
              <a:t>)</a:t>
            </a:r>
          </a:p>
          <a:p>
            <a:r>
              <a:rPr lang="en-US" dirty="0" err="1"/>
              <a:t>Phát</a:t>
            </a:r>
            <a:r>
              <a:rPr lang="en-US" dirty="0"/>
              <a:t> </a:t>
            </a:r>
            <a:r>
              <a:rPr lang="en-US" dirty="0" err="1"/>
              <a:t>sinh</a:t>
            </a:r>
            <a:r>
              <a:rPr lang="en-US" dirty="0"/>
              <a:t> </a:t>
            </a:r>
            <a:r>
              <a:rPr lang="en-US" dirty="0" err="1"/>
              <a:t>nhiều</a:t>
            </a:r>
            <a:r>
              <a:rPr lang="en-US" dirty="0"/>
              <a:t> </a:t>
            </a:r>
            <a:r>
              <a:rPr lang="en-US" dirty="0" err="1"/>
              <a:t>vấn</a:t>
            </a:r>
            <a:r>
              <a:rPr lang="en-US" dirty="0"/>
              <a:t> </a:t>
            </a:r>
            <a:r>
              <a:rPr lang="en-US" dirty="0" err="1"/>
              <a:t>đề</a:t>
            </a:r>
            <a:r>
              <a:rPr lang="en-US" dirty="0"/>
              <a:t> </a:t>
            </a:r>
            <a:r>
              <a:rPr lang="en-US" dirty="0" err="1"/>
              <a:t>lớn</a:t>
            </a:r>
            <a:r>
              <a:rPr lang="en-US" dirty="0"/>
              <a:t> (</a:t>
            </a:r>
            <a:r>
              <a:rPr lang="en-US" dirty="0" err="1"/>
              <a:t>kỹ</a:t>
            </a:r>
            <a:r>
              <a:rPr lang="en-US" dirty="0"/>
              <a:t> </a:t>
            </a:r>
            <a:r>
              <a:rPr lang="en-US" dirty="0" err="1"/>
              <a:t>thuật</a:t>
            </a:r>
            <a:r>
              <a:rPr lang="en-US" dirty="0"/>
              <a:t>, </a:t>
            </a:r>
            <a:r>
              <a:rPr lang="en-US" dirty="0" err="1"/>
              <a:t>ứng</a:t>
            </a:r>
            <a:r>
              <a:rPr lang="en-US" dirty="0"/>
              <a:t> </a:t>
            </a:r>
            <a:r>
              <a:rPr lang="en-US" dirty="0" err="1"/>
              <a:t>dụng</a:t>
            </a:r>
            <a:r>
              <a:rPr lang="en-US" dirty="0"/>
              <a:t>, …)</a:t>
            </a:r>
          </a:p>
          <a:p>
            <a:r>
              <a:rPr lang="en-US" dirty="0" err="1">
                <a:solidFill>
                  <a:srgbClr val="0000FF"/>
                </a:solidFill>
              </a:rPr>
              <a:t>Làm</a:t>
            </a:r>
            <a:r>
              <a:rPr lang="en-US" dirty="0">
                <a:solidFill>
                  <a:srgbClr val="0000FF"/>
                </a:solidFill>
              </a:rPr>
              <a:t> </a:t>
            </a:r>
            <a:r>
              <a:rPr lang="en-US" dirty="0" err="1">
                <a:solidFill>
                  <a:srgbClr val="0000FF"/>
                </a:solidFill>
              </a:rPr>
              <a:t>thế</a:t>
            </a:r>
            <a:r>
              <a:rPr lang="en-US" dirty="0">
                <a:solidFill>
                  <a:srgbClr val="0000FF"/>
                </a:solidFill>
              </a:rPr>
              <a:t> </a:t>
            </a:r>
            <a:r>
              <a:rPr lang="en-US" dirty="0" err="1">
                <a:solidFill>
                  <a:srgbClr val="0000FF"/>
                </a:solidFill>
              </a:rPr>
              <a:t>nào</a:t>
            </a:r>
            <a:r>
              <a:rPr lang="en-US" dirty="0">
                <a:solidFill>
                  <a:srgbClr val="0000FF"/>
                </a:solidFill>
              </a:rPr>
              <a:t> </a:t>
            </a:r>
            <a:r>
              <a:rPr lang="en-US" dirty="0" err="1">
                <a:solidFill>
                  <a:srgbClr val="0000FF"/>
                </a:solidFill>
              </a:rPr>
              <a:t>để</a:t>
            </a:r>
            <a:r>
              <a:rPr lang="en-US" dirty="0">
                <a:solidFill>
                  <a:srgbClr val="0000FF"/>
                </a:solidFill>
              </a:rPr>
              <a:t> </a:t>
            </a:r>
            <a:r>
              <a:rPr lang="en-US" dirty="0" err="1">
                <a:solidFill>
                  <a:srgbClr val="0000FF"/>
                </a:solidFill>
              </a:rPr>
              <a:t>phát</a:t>
            </a:r>
            <a:r>
              <a:rPr lang="en-US" dirty="0">
                <a:solidFill>
                  <a:srgbClr val="0000FF"/>
                </a:solidFill>
              </a:rPr>
              <a:t> </a:t>
            </a:r>
            <a:r>
              <a:rPr lang="en-US" dirty="0" err="1">
                <a:solidFill>
                  <a:srgbClr val="0000FF"/>
                </a:solidFill>
              </a:rPr>
              <a:t>triển</a:t>
            </a:r>
            <a:r>
              <a:rPr lang="en-US" dirty="0">
                <a:solidFill>
                  <a:srgbClr val="0000FF"/>
                </a:solidFill>
              </a:rPr>
              <a:t> </a:t>
            </a:r>
            <a:r>
              <a:rPr lang="en-US" dirty="0" err="1">
                <a:solidFill>
                  <a:srgbClr val="0000FF"/>
                </a:solidFill>
              </a:rPr>
              <a:t>các</a:t>
            </a:r>
            <a:r>
              <a:rPr lang="en-US" dirty="0">
                <a:solidFill>
                  <a:srgbClr val="0000FF"/>
                </a:solidFill>
              </a:rPr>
              <a:t> SP PM </a:t>
            </a:r>
            <a:r>
              <a:rPr lang="en-US" dirty="0" err="1">
                <a:solidFill>
                  <a:srgbClr val="0000FF"/>
                </a:solidFill>
              </a:rPr>
              <a:t>có</a:t>
            </a:r>
            <a:r>
              <a:rPr lang="en-US" dirty="0">
                <a:solidFill>
                  <a:srgbClr val="0000FF"/>
                </a:solidFill>
              </a:rPr>
              <a:t> </a:t>
            </a:r>
            <a:r>
              <a:rPr lang="en-US" dirty="0" err="1">
                <a:solidFill>
                  <a:srgbClr val="0000FF"/>
                </a:solidFill>
              </a:rPr>
              <a:t>khả</a:t>
            </a:r>
            <a:r>
              <a:rPr lang="en-US" dirty="0">
                <a:solidFill>
                  <a:srgbClr val="0000FF"/>
                </a:solidFill>
              </a:rPr>
              <a:t> </a:t>
            </a:r>
            <a:r>
              <a:rPr lang="en-US" dirty="0" err="1">
                <a:solidFill>
                  <a:srgbClr val="0000FF"/>
                </a:solidFill>
              </a:rPr>
              <a:t>năng</a:t>
            </a:r>
            <a:r>
              <a:rPr lang="en-US" dirty="0">
                <a:solidFill>
                  <a:srgbClr val="0000FF"/>
                </a:solidFill>
              </a:rPr>
              <a:t> </a:t>
            </a:r>
            <a:r>
              <a:rPr lang="en-US" dirty="0" err="1">
                <a:solidFill>
                  <a:srgbClr val="0000FF"/>
                </a:solidFill>
              </a:rPr>
              <a:t>bảo</a:t>
            </a:r>
            <a:r>
              <a:rPr lang="en-US" dirty="0">
                <a:solidFill>
                  <a:srgbClr val="0000FF"/>
                </a:solidFill>
              </a:rPr>
              <a:t> </a:t>
            </a:r>
            <a:r>
              <a:rPr lang="en-US" dirty="0" err="1">
                <a:solidFill>
                  <a:srgbClr val="0000FF"/>
                </a:solidFill>
              </a:rPr>
              <a:t>trì</a:t>
            </a:r>
            <a:r>
              <a:rPr lang="en-US" dirty="0">
                <a:solidFill>
                  <a:srgbClr val="0000FF"/>
                </a:solidFill>
              </a:rPr>
              <a:t> </a:t>
            </a:r>
            <a:r>
              <a:rPr lang="en-US" dirty="0" err="1">
                <a:solidFill>
                  <a:srgbClr val="0000FF"/>
                </a:solidFill>
              </a:rPr>
              <a:t>với</a:t>
            </a:r>
            <a:r>
              <a:rPr lang="en-US" dirty="0">
                <a:solidFill>
                  <a:srgbClr val="0000FF"/>
                </a:solidFill>
              </a:rPr>
              <a:t> chi </a:t>
            </a:r>
            <a:r>
              <a:rPr lang="en-US" dirty="0" err="1">
                <a:solidFill>
                  <a:srgbClr val="0000FF"/>
                </a:solidFill>
              </a:rPr>
              <a:t>phí</a:t>
            </a:r>
            <a:r>
              <a:rPr lang="en-US" dirty="0">
                <a:solidFill>
                  <a:srgbClr val="0000FF"/>
                </a:solidFill>
              </a:rPr>
              <a:t> </a:t>
            </a:r>
            <a:r>
              <a:rPr lang="en-US" dirty="0" err="1">
                <a:solidFill>
                  <a:srgbClr val="0000FF"/>
                </a:solidFill>
              </a:rPr>
              <a:t>thấp</a:t>
            </a:r>
            <a:r>
              <a:rPr lang="en-US" dirty="0">
                <a:solidFill>
                  <a:srgbClr val="0000FF"/>
                </a:solidFill>
              </a:rPr>
              <a:t> </a:t>
            </a:r>
            <a:r>
              <a:rPr lang="en-US" dirty="0" err="1">
                <a:solidFill>
                  <a:srgbClr val="0000FF"/>
                </a:solidFill>
              </a:rPr>
              <a:t>và</a:t>
            </a:r>
            <a:r>
              <a:rPr lang="en-US" dirty="0">
                <a:solidFill>
                  <a:srgbClr val="0000FF"/>
                </a:solidFill>
              </a:rPr>
              <a:t> </a:t>
            </a:r>
            <a:r>
              <a:rPr lang="en-US" dirty="0" err="1">
                <a:solidFill>
                  <a:srgbClr val="0000FF"/>
                </a:solidFill>
              </a:rPr>
              <a:t>thời</a:t>
            </a:r>
            <a:r>
              <a:rPr lang="en-US" dirty="0">
                <a:solidFill>
                  <a:srgbClr val="0000FF"/>
                </a:solidFill>
              </a:rPr>
              <a:t> </a:t>
            </a:r>
            <a:r>
              <a:rPr lang="en-US" dirty="0" err="1">
                <a:solidFill>
                  <a:srgbClr val="0000FF"/>
                </a:solidFill>
              </a:rPr>
              <a:t>gian</a:t>
            </a:r>
            <a:r>
              <a:rPr lang="en-US" dirty="0">
                <a:solidFill>
                  <a:srgbClr val="0000FF"/>
                </a:solidFill>
              </a:rPr>
              <a:t> </a:t>
            </a:r>
            <a:r>
              <a:rPr lang="en-US" dirty="0" err="1">
                <a:solidFill>
                  <a:srgbClr val="0000FF"/>
                </a:solidFill>
              </a:rPr>
              <a:t>ngắn</a:t>
            </a:r>
            <a:r>
              <a:rPr lang="en-US" dirty="0">
                <a:solidFill>
                  <a:srgbClr val="0000FF"/>
                </a:solidFill>
              </a:rPr>
              <a:t> </a:t>
            </a:r>
            <a:r>
              <a:rPr lang="en-US" dirty="0" err="1">
                <a:solidFill>
                  <a:srgbClr val="0000FF"/>
                </a:solidFill>
              </a:rPr>
              <a:t>đang</a:t>
            </a:r>
            <a:r>
              <a:rPr lang="en-US" dirty="0">
                <a:solidFill>
                  <a:srgbClr val="0000FF"/>
                </a:solidFill>
              </a:rPr>
              <a:t> </a:t>
            </a:r>
            <a:r>
              <a:rPr lang="en-US" dirty="0" err="1">
                <a:solidFill>
                  <a:srgbClr val="0000FF"/>
                </a:solidFill>
              </a:rPr>
              <a:t>là</a:t>
            </a:r>
            <a:r>
              <a:rPr lang="en-US" dirty="0">
                <a:solidFill>
                  <a:srgbClr val="0000FF"/>
                </a:solidFill>
              </a:rPr>
              <a:t> </a:t>
            </a:r>
            <a:r>
              <a:rPr lang="en-US" dirty="0" err="1">
                <a:solidFill>
                  <a:srgbClr val="0000FF"/>
                </a:solidFill>
              </a:rPr>
              <a:t>một</a:t>
            </a:r>
            <a:r>
              <a:rPr lang="en-US" dirty="0">
                <a:solidFill>
                  <a:srgbClr val="0000FF"/>
                </a:solidFill>
              </a:rPr>
              <a:t> </a:t>
            </a:r>
            <a:r>
              <a:rPr lang="en-US" dirty="0" err="1">
                <a:solidFill>
                  <a:srgbClr val="0000FF"/>
                </a:solidFill>
              </a:rPr>
              <a:t>thạc</a:t>
            </a:r>
            <a:r>
              <a:rPr lang="en-US" dirty="0">
                <a:solidFill>
                  <a:srgbClr val="0000FF"/>
                </a:solidFill>
              </a:rPr>
              <a:t> </a:t>
            </a:r>
            <a:r>
              <a:rPr lang="en-US" dirty="0" err="1">
                <a:solidFill>
                  <a:srgbClr val="0000FF"/>
                </a:solidFill>
              </a:rPr>
              <a:t>thức</a:t>
            </a:r>
            <a:r>
              <a:rPr lang="en-US" dirty="0">
                <a:solidFill>
                  <a:srgbClr val="0000FF"/>
                </a:solidFill>
              </a:rPr>
              <a:t> </a:t>
            </a:r>
            <a:r>
              <a:rPr lang="en-US" dirty="0" err="1">
                <a:solidFill>
                  <a:srgbClr val="0000FF"/>
                </a:solidFill>
              </a:rPr>
              <a:t>rất</a:t>
            </a:r>
            <a:r>
              <a:rPr lang="en-US" dirty="0">
                <a:solidFill>
                  <a:srgbClr val="0000FF"/>
                </a:solidFill>
              </a:rPr>
              <a:t> </a:t>
            </a:r>
            <a:r>
              <a:rPr lang="en-US" dirty="0" err="1">
                <a:solidFill>
                  <a:srgbClr val="0000FF"/>
                </a:solidFill>
              </a:rPr>
              <a:t>lớn</a:t>
            </a:r>
            <a:r>
              <a:rPr lang="en-US" dirty="0">
                <a:solidFill>
                  <a:srgbClr val="0000FF"/>
                </a:solidFill>
              </a:rPr>
              <a:t> </a:t>
            </a:r>
            <a:r>
              <a:rPr lang="en-US" dirty="0" err="1">
                <a:solidFill>
                  <a:srgbClr val="0000FF"/>
                </a:solidFill>
              </a:rPr>
              <a:t>và</a:t>
            </a:r>
            <a:r>
              <a:rPr lang="en-US" dirty="0">
                <a:solidFill>
                  <a:srgbClr val="0000FF"/>
                </a:solidFill>
              </a:rPr>
              <a:t> </a:t>
            </a:r>
            <a:r>
              <a:rPr lang="en-US" dirty="0" err="1">
                <a:solidFill>
                  <a:srgbClr val="0000FF"/>
                </a:solidFill>
              </a:rPr>
              <a:t>chưa</a:t>
            </a:r>
            <a:r>
              <a:rPr lang="en-US" dirty="0">
                <a:solidFill>
                  <a:srgbClr val="0000FF"/>
                </a:solidFill>
              </a:rPr>
              <a:t> </a:t>
            </a:r>
            <a:r>
              <a:rPr lang="en-US" dirty="0" err="1">
                <a:solidFill>
                  <a:srgbClr val="0000FF"/>
                </a:solidFill>
              </a:rPr>
              <a:t>có</a:t>
            </a:r>
            <a:r>
              <a:rPr lang="en-US" dirty="0">
                <a:solidFill>
                  <a:srgbClr val="0000FF"/>
                </a:solidFill>
              </a:rPr>
              <a:t> </a:t>
            </a:r>
            <a:r>
              <a:rPr lang="en-US" dirty="0" err="1">
                <a:solidFill>
                  <a:srgbClr val="0000FF"/>
                </a:solidFill>
              </a:rPr>
              <a:t>giải</a:t>
            </a:r>
            <a:r>
              <a:rPr lang="en-US" dirty="0">
                <a:solidFill>
                  <a:srgbClr val="0000FF"/>
                </a:solidFill>
              </a:rPr>
              <a:t> </a:t>
            </a:r>
            <a:r>
              <a:rPr lang="en-US" dirty="0" err="1">
                <a:solidFill>
                  <a:srgbClr val="0000FF"/>
                </a:solidFill>
              </a:rPr>
              <a:t>pháp</a:t>
            </a:r>
            <a:r>
              <a:rPr lang="en-US" dirty="0">
                <a:solidFill>
                  <a:srgbClr val="0000FF"/>
                </a:solidFill>
              </a:rPr>
              <a:t> </a:t>
            </a:r>
            <a:r>
              <a:rPr lang="en-US" dirty="0" err="1">
                <a:solidFill>
                  <a:srgbClr val="0000FF"/>
                </a:solidFill>
              </a:rPr>
              <a:t>thỏa</a:t>
            </a:r>
            <a:r>
              <a:rPr lang="en-US" dirty="0">
                <a:solidFill>
                  <a:srgbClr val="0000FF"/>
                </a:solidFill>
              </a:rPr>
              <a:t> </a:t>
            </a:r>
            <a:r>
              <a:rPr lang="en-US" dirty="0" err="1">
                <a:solidFill>
                  <a:srgbClr val="0000FF"/>
                </a:solidFill>
              </a:rPr>
              <a:t>đáng</a:t>
            </a:r>
            <a:endParaRPr lang="en-US" dirty="0">
              <a:solidFill>
                <a:srgbClr val="0000FF"/>
              </a:solidFill>
            </a:endParaRPr>
          </a:p>
          <a:p>
            <a:endParaRPr lang="en-US" dirty="0"/>
          </a:p>
        </p:txBody>
      </p:sp>
      <p:sp>
        <p:nvSpPr>
          <p:cNvPr id="5" name="Footer Placeholder 4"/>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4" name="Slide Number Placeholder 3"/>
          <p:cNvSpPr>
            <a:spLocks noGrp="1"/>
          </p:cNvSpPr>
          <p:nvPr>
            <p:ph type="sldNum" sz="quarter" idx="12"/>
          </p:nvPr>
        </p:nvSpPr>
        <p:spPr/>
        <p:txBody>
          <a:bodyPr/>
          <a:lstStyle/>
          <a:p>
            <a:pPr>
              <a:defRPr/>
            </a:pPr>
            <a:fld id="{A7A27918-AF68-41BB-82C7-522D23BA7CE7}" type="slidenum">
              <a:rPr lang="en-US" smtClean="0"/>
              <a:pPr>
                <a:defRPr/>
              </a:pPr>
              <a:t>23</a:t>
            </a:fld>
            <a:endParaRPr lang="en-US" dirty="0"/>
          </a:p>
        </p:txBody>
      </p:sp>
    </p:spTree>
    <p:extLst>
      <p:ext uri="{BB962C8B-B14F-4D97-AF65-F5344CB8AC3E}">
        <p14:creationId xmlns:p14="http://schemas.microsoft.com/office/powerpoint/2010/main" val="1741359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E30BD-3DDF-E180-EFD0-757A5CA8EE02}"/>
              </a:ext>
            </a:extLst>
          </p:cNvPr>
          <p:cNvSpPr>
            <a:spLocks noGrp="1"/>
          </p:cNvSpPr>
          <p:nvPr>
            <p:ph type="title"/>
          </p:nvPr>
        </p:nvSpPr>
        <p:spPr/>
        <p:txBody>
          <a:bodyPr/>
          <a:lstStyle/>
          <a:p>
            <a:r>
              <a:rPr lang="en-US"/>
              <a:t>Bài tập thực hành</a:t>
            </a:r>
          </a:p>
        </p:txBody>
      </p:sp>
      <p:sp>
        <p:nvSpPr>
          <p:cNvPr id="3" name="Content Placeholder 2">
            <a:extLst>
              <a:ext uri="{FF2B5EF4-FFF2-40B4-BE49-F238E27FC236}">
                <a16:creationId xmlns:a16="http://schemas.microsoft.com/office/drawing/2014/main" id="{984C7D51-738D-A7BB-92B6-54E71552A548}"/>
              </a:ext>
            </a:extLst>
          </p:cNvPr>
          <p:cNvSpPr>
            <a:spLocks noGrp="1"/>
          </p:cNvSpPr>
          <p:nvPr>
            <p:ph idx="1"/>
          </p:nvPr>
        </p:nvSpPr>
        <p:spPr/>
        <p:txBody>
          <a:bodyPr/>
          <a:lstStyle/>
          <a:p>
            <a:r>
              <a:rPr lang="en-US"/>
              <a:t>Các tiêu chí đánh giá chất lượng phần mềm theo ISO</a:t>
            </a:r>
          </a:p>
        </p:txBody>
      </p:sp>
      <p:sp>
        <p:nvSpPr>
          <p:cNvPr id="4" name="Footer Placeholder 3">
            <a:extLst>
              <a:ext uri="{FF2B5EF4-FFF2-40B4-BE49-F238E27FC236}">
                <a16:creationId xmlns:a16="http://schemas.microsoft.com/office/drawing/2014/main" id="{12E413E9-B2A8-6B8B-0DF3-2502B6B832CF}"/>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BD7AB3F1-96A9-8781-855D-21731FC91E4F}"/>
              </a:ext>
            </a:extLst>
          </p:cNvPr>
          <p:cNvSpPr>
            <a:spLocks noGrp="1"/>
          </p:cNvSpPr>
          <p:nvPr>
            <p:ph type="sldNum" sz="quarter" idx="12"/>
          </p:nvPr>
        </p:nvSpPr>
        <p:spPr/>
        <p:txBody>
          <a:bodyPr/>
          <a:lstStyle/>
          <a:p>
            <a:pPr>
              <a:defRPr/>
            </a:pPr>
            <a:fld id="{A7A27918-AF68-41BB-82C7-522D23BA7CE7}" type="slidenum">
              <a:rPr lang="en-US" smtClean="0"/>
              <a:pPr>
                <a:defRPr/>
              </a:pPr>
              <a:t>24</a:t>
            </a:fld>
            <a:endParaRPr lang="en-US" dirty="0"/>
          </a:p>
        </p:txBody>
      </p:sp>
    </p:spTree>
    <p:extLst>
      <p:ext uri="{BB962C8B-B14F-4D97-AF65-F5344CB8AC3E}">
        <p14:creationId xmlns:p14="http://schemas.microsoft.com/office/powerpoint/2010/main" val="38372783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E066A-470F-B493-21D9-084EB365DA43}"/>
              </a:ext>
            </a:extLst>
          </p:cNvPr>
          <p:cNvSpPr>
            <a:spLocks noGrp="1"/>
          </p:cNvSpPr>
          <p:nvPr>
            <p:ph type="title"/>
          </p:nvPr>
        </p:nvSpPr>
        <p:spPr/>
        <p:txBody>
          <a:bodyPr/>
          <a:lstStyle/>
          <a:p>
            <a:r>
              <a:rPr lang="en-US"/>
              <a:t>Bài tập về nhà</a:t>
            </a:r>
          </a:p>
        </p:txBody>
      </p:sp>
      <p:sp>
        <p:nvSpPr>
          <p:cNvPr id="3" name="Content Placeholder 2">
            <a:extLst>
              <a:ext uri="{FF2B5EF4-FFF2-40B4-BE49-F238E27FC236}">
                <a16:creationId xmlns:a16="http://schemas.microsoft.com/office/drawing/2014/main" id="{B58AD236-67C1-B50D-029B-57A99596A2C4}"/>
              </a:ext>
            </a:extLst>
          </p:cNvPr>
          <p:cNvSpPr>
            <a:spLocks noGrp="1"/>
          </p:cNvSpPr>
          <p:nvPr>
            <p:ph idx="1"/>
          </p:nvPr>
        </p:nvSpPr>
        <p:spPr/>
        <p:txBody>
          <a:bodyPr/>
          <a:lstStyle/>
          <a:p>
            <a:r>
              <a:rPr lang="en-US"/>
              <a:t>Đọc, làm slide trình bày về các quy tắc đạo đức trong công nghệ phần mềm.</a:t>
            </a:r>
          </a:p>
        </p:txBody>
      </p:sp>
      <p:sp>
        <p:nvSpPr>
          <p:cNvPr id="4" name="Footer Placeholder 3">
            <a:extLst>
              <a:ext uri="{FF2B5EF4-FFF2-40B4-BE49-F238E27FC236}">
                <a16:creationId xmlns:a16="http://schemas.microsoft.com/office/drawing/2014/main" id="{3EDAED75-994E-FE7A-725B-C020E21F31C3}"/>
              </a:ext>
            </a:extLst>
          </p:cNvPr>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5" name="Slide Number Placeholder 4">
            <a:extLst>
              <a:ext uri="{FF2B5EF4-FFF2-40B4-BE49-F238E27FC236}">
                <a16:creationId xmlns:a16="http://schemas.microsoft.com/office/drawing/2014/main" id="{19756A3F-82A0-C282-4B87-3E3154DA143F}"/>
              </a:ext>
            </a:extLst>
          </p:cNvPr>
          <p:cNvSpPr>
            <a:spLocks noGrp="1"/>
          </p:cNvSpPr>
          <p:nvPr>
            <p:ph type="sldNum" sz="quarter" idx="12"/>
          </p:nvPr>
        </p:nvSpPr>
        <p:spPr/>
        <p:txBody>
          <a:bodyPr/>
          <a:lstStyle/>
          <a:p>
            <a:pPr>
              <a:defRPr/>
            </a:pPr>
            <a:fld id="{A7A27918-AF68-41BB-82C7-522D23BA7CE7}" type="slidenum">
              <a:rPr lang="en-US" smtClean="0"/>
              <a:pPr>
                <a:defRPr/>
              </a:pPr>
              <a:t>25</a:t>
            </a:fld>
            <a:endParaRPr lang="en-US" dirty="0"/>
          </a:p>
        </p:txBody>
      </p:sp>
    </p:spTree>
    <p:extLst>
      <p:ext uri="{BB962C8B-B14F-4D97-AF65-F5344CB8AC3E}">
        <p14:creationId xmlns:p14="http://schemas.microsoft.com/office/powerpoint/2010/main" val="1768762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noFill/>
          <a:ln/>
        </p:spPr>
        <p:txBody>
          <a:bodyPr lIns="90487" tIns="44450" rIns="90487" bIns="44450"/>
          <a:lstStyle/>
          <a:p>
            <a:r>
              <a:rPr lang="en-GB" dirty="0" err="1"/>
              <a:t>Tổng</a:t>
            </a:r>
            <a:r>
              <a:rPr lang="en-GB" dirty="0"/>
              <a:t> </a:t>
            </a:r>
            <a:r>
              <a:rPr lang="en-GB" dirty="0" err="1"/>
              <a:t>kết</a:t>
            </a:r>
            <a:endParaRPr lang="en-GB" dirty="0"/>
          </a:p>
        </p:txBody>
      </p:sp>
      <p:sp>
        <p:nvSpPr>
          <p:cNvPr id="6147" name="Rectangle 3"/>
          <p:cNvSpPr>
            <a:spLocks noGrp="1" noChangeArrowheads="1"/>
          </p:cNvSpPr>
          <p:nvPr>
            <p:ph idx="1"/>
          </p:nvPr>
        </p:nvSpPr>
        <p:spPr>
          <a:noFill/>
          <a:ln/>
        </p:spPr>
        <p:txBody>
          <a:bodyPr lIns="90487" tIns="44450" rIns="90487" bIns="44450">
            <a:normAutofit/>
          </a:bodyPr>
          <a:lstStyle/>
          <a:p>
            <a:pPr>
              <a:lnSpc>
                <a:spcPct val="90000"/>
              </a:lnSpc>
            </a:pPr>
            <a:r>
              <a:rPr lang="en-US" dirty="0" err="1"/>
              <a:t>Khái</a:t>
            </a:r>
            <a:r>
              <a:rPr lang="en-US" dirty="0"/>
              <a:t> </a:t>
            </a:r>
            <a:r>
              <a:rPr lang="en-US" dirty="0" err="1"/>
              <a:t>niệm</a:t>
            </a:r>
            <a:r>
              <a:rPr lang="en-US" dirty="0"/>
              <a:t> SP </a:t>
            </a:r>
            <a:r>
              <a:rPr lang="en-US" dirty="0" err="1"/>
              <a:t>Phần</a:t>
            </a:r>
            <a:r>
              <a:rPr lang="en-US" dirty="0"/>
              <a:t> </a:t>
            </a:r>
            <a:r>
              <a:rPr lang="en-US" dirty="0" err="1"/>
              <a:t>mềm</a:t>
            </a:r>
            <a:r>
              <a:rPr lang="en-US" dirty="0"/>
              <a:t>, HTTT</a:t>
            </a:r>
          </a:p>
          <a:p>
            <a:pPr>
              <a:lnSpc>
                <a:spcPct val="90000"/>
              </a:lnSpc>
            </a:pPr>
            <a:r>
              <a:rPr lang="en-US" dirty="0" err="1"/>
              <a:t>Vai</a:t>
            </a:r>
            <a:r>
              <a:rPr lang="en-US" dirty="0"/>
              <a:t> </a:t>
            </a:r>
            <a:r>
              <a:rPr lang="en-US" dirty="0" err="1"/>
              <a:t>trò</a:t>
            </a:r>
            <a:r>
              <a:rPr lang="en-US" dirty="0"/>
              <a:t> </a:t>
            </a:r>
            <a:r>
              <a:rPr lang="en-US" dirty="0" err="1"/>
              <a:t>của</a:t>
            </a:r>
            <a:r>
              <a:rPr lang="en-US" dirty="0"/>
              <a:t> PM</a:t>
            </a:r>
          </a:p>
          <a:p>
            <a:pPr>
              <a:lnSpc>
                <a:spcPct val="90000"/>
              </a:lnSpc>
            </a:pPr>
            <a:r>
              <a:rPr lang="en-US" dirty="0" err="1"/>
              <a:t>Các</a:t>
            </a:r>
            <a:r>
              <a:rPr lang="en-US" dirty="0"/>
              <a:t> </a:t>
            </a:r>
            <a:r>
              <a:rPr lang="en-US" dirty="0" err="1"/>
              <a:t>đặc</a:t>
            </a:r>
            <a:r>
              <a:rPr lang="en-US" dirty="0"/>
              <a:t> </a:t>
            </a:r>
            <a:r>
              <a:rPr lang="en-US" dirty="0" err="1"/>
              <a:t>trưng</a:t>
            </a:r>
            <a:r>
              <a:rPr lang="en-US" dirty="0"/>
              <a:t> </a:t>
            </a:r>
            <a:r>
              <a:rPr lang="en-US" dirty="0" err="1"/>
              <a:t>cơ</a:t>
            </a:r>
            <a:r>
              <a:rPr lang="en-US" dirty="0"/>
              <a:t> </a:t>
            </a:r>
            <a:r>
              <a:rPr lang="en-US" dirty="0" err="1"/>
              <a:t>bản</a:t>
            </a:r>
            <a:r>
              <a:rPr lang="en-US" dirty="0"/>
              <a:t> </a:t>
            </a:r>
            <a:r>
              <a:rPr lang="en-US" dirty="0" err="1"/>
              <a:t>của</a:t>
            </a:r>
            <a:r>
              <a:rPr lang="en-US" dirty="0"/>
              <a:t> PM</a:t>
            </a:r>
          </a:p>
          <a:p>
            <a:pPr>
              <a:lnSpc>
                <a:spcPct val="90000"/>
              </a:lnSpc>
            </a:pPr>
            <a:r>
              <a:rPr lang="en-US" dirty="0" err="1"/>
              <a:t>Các</a:t>
            </a:r>
            <a:r>
              <a:rPr lang="en-US" dirty="0"/>
              <a:t> </a:t>
            </a:r>
            <a:r>
              <a:rPr lang="en-US" dirty="0" err="1"/>
              <a:t>cách</a:t>
            </a:r>
            <a:r>
              <a:rPr lang="en-US" dirty="0"/>
              <a:t> </a:t>
            </a:r>
            <a:r>
              <a:rPr lang="en-US" dirty="0" err="1"/>
              <a:t>phân</a:t>
            </a:r>
            <a:r>
              <a:rPr lang="en-US" dirty="0"/>
              <a:t> </a:t>
            </a:r>
            <a:r>
              <a:rPr lang="en-US" dirty="0" err="1"/>
              <a:t>loại</a:t>
            </a:r>
            <a:r>
              <a:rPr lang="en-US" dirty="0"/>
              <a:t> PM</a:t>
            </a:r>
          </a:p>
          <a:p>
            <a:pPr>
              <a:lnSpc>
                <a:spcPct val="90000"/>
              </a:lnSpc>
            </a:pPr>
            <a:r>
              <a:rPr lang="en-US" dirty="0" err="1"/>
              <a:t>Các</a:t>
            </a:r>
            <a:r>
              <a:rPr lang="en-US" dirty="0"/>
              <a:t> </a:t>
            </a:r>
            <a:r>
              <a:rPr lang="en-US" dirty="0" err="1"/>
              <a:t>tiêu</a:t>
            </a:r>
            <a:r>
              <a:rPr lang="en-US" dirty="0"/>
              <a:t> </a:t>
            </a:r>
            <a:r>
              <a:rPr lang="en-US" dirty="0" err="1"/>
              <a:t>chí</a:t>
            </a:r>
            <a:r>
              <a:rPr lang="en-US" dirty="0"/>
              <a:t> </a:t>
            </a:r>
            <a:r>
              <a:rPr lang="en-US" dirty="0" err="1"/>
              <a:t>của</a:t>
            </a:r>
            <a:r>
              <a:rPr lang="en-US" dirty="0"/>
              <a:t> </a:t>
            </a:r>
            <a:r>
              <a:rPr lang="en-US" dirty="0" err="1"/>
              <a:t>một</a:t>
            </a:r>
            <a:r>
              <a:rPr lang="en-US" dirty="0"/>
              <a:t> PM </a:t>
            </a:r>
            <a:r>
              <a:rPr lang="en-US" dirty="0" err="1"/>
              <a:t>tốt</a:t>
            </a:r>
            <a:endParaRPr lang="en-US" dirty="0"/>
          </a:p>
          <a:p>
            <a:pPr>
              <a:lnSpc>
                <a:spcPct val="90000"/>
              </a:lnSpc>
            </a:pPr>
            <a:r>
              <a:rPr lang="en-US" dirty="0"/>
              <a:t>Tiến </a:t>
            </a:r>
            <a:r>
              <a:rPr lang="en-US" dirty="0" err="1"/>
              <a:t>hóa</a:t>
            </a:r>
            <a:r>
              <a:rPr lang="en-US" dirty="0"/>
              <a:t> PM </a:t>
            </a:r>
            <a:r>
              <a:rPr lang="en-US" dirty="0" err="1"/>
              <a:t>và</a:t>
            </a:r>
            <a:r>
              <a:rPr lang="en-US" dirty="0"/>
              <a:t> </a:t>
            </a:r>
            <a:r>
              <a:rPr lang="en-US" dirty="0" err="1"/>
              <a:t>thách</a:t>
            </a:r>
            <a:r>
              <a:rPr lang="en-US" dirty="0"/>
              <a:t> </a:t>
            </a:r>
            <a:r>
              <a:rPr lang="en-US" dirty="0" err="1"/>
              <a:t>thức</a:t>
            </a:r>
            <a:endParaRPr lang="en-US" dirty="0"/>
          </a:p>
        </p:txBody>
      </p:sp>
      <p:sp>
        <p:nvSpPr>
          <p:cNvPr id="3" name="Footer Placeholder 2"/>
          <p:cNvSpPr>
            <a:spLocks noGrp="1"/>
          </p:cNvSpPr>
          <p:nvPr>
            <p:ph type="ftr" sz="quarter" idx="11"/>
          </p:nvPr>
        </p:nvSpPr>
        <p:spPr/>
        <p:txBody>
          <a:bodyPr/>
          <a:lstStyle/>
          <a:p>
            <a:pPr>
              <a:defRPr/>
            </a:pPr>
            <a:r>
              <a:rPr lang="vi-VN"/>
              <a:t>Bộ môn Công nghệ phần mềm - Khoa CNTT - Trường ĐHCN - ĐHQGHN</a:t>
            </a:r>
            <a:endParaRPr lang="en-US"/>
          </a:p>
        </p:txBody>
      </p:sp>
      <p:sp>
        <p:nvSpPr>
          <p:cNvPr id="2" name="Slide Number Placeholder 1"/>
          <p:cNvSpPr>
            <a:spLocks noGrp="1"/>
          </p:cNvSpPr>
          <p:nvPr>
            <p:ph type="sldNum" sz="quarter" idx="12"/>
          </p:nvPr>
        </p:nvSpPr>
        <p:spPr/>
        <p:txBody>
          <a:bodyPr/>
          <a:lstStyle/>
          <a:p>
            <a:pPr>
              <a:defRPr/>
            </a:pPr>
            <a:fld id="{A7A27918-AF68-41BB-82C7-522D23BA7CE7}" type="slidenum">
              <a:rPr lang="en-US" smtClean="0"/>
              <a:pPr>
                <a:defRPr/>
              </a:pPr>
              <a:t>26</a:t>
            </a:fld>
            <a:endParaRPr lang="en-US" dirty="0"/>
          </a:p>
        </p:txBody>
      </p:sp>
    </p:spTree>
    <p:extLst>
      <p:ext uri="{BB962C8B-B14F-4D97-AF65-F5344CB8AC3E}">
        <p14:creationId xmlns:p14="http://schemas.microsoft.com/office/powerpoint/2010/main" val="781746652"/>
      </p:ext>
    </p:extLst>
  </p:cSld>
  <p:clrMapOvr>
    <a:masterClrMapping/>
  </p:clrMapOvr>
  <p:transition/>
</p:sld>
</file>

<file path=ppt/theme/theme1.xml><?xml version="1.0" encoding="utf-8"?>
<a:theme xmlns:a="http://schemas.openxmlformats.org/drawingml/2006/main" name="1_SE">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1827</TotalTime>
  <Pages>42</Pages>
  <Words>4057</Words>
  <Application>Microsoft Office PowerPoint</Application>
  <PresentationFormat>Custom</PresentationFormat>
  <Paragraphs>350</Paragraphs>
  <Slides>26</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Times</vt:lpstr>
      <vt:lpstr>Times New Roman</vt:lpstr>
      <vt:lpstr>Verdana</vt:lpstr>
      <vt:lpstr>1_SE</vt:lpstr>
      <vt:lpstr>Công nghệ phần mềm</vt:lpstr>
      <vt:lpstr>Nội dung</vt:lpstr>
      <vt:lpstr>Sản phẩm phần mềm</vt:lpstr>
      <vt:lpstr>Hệ thống thông tin</vt:lpstr>
      <vt:lpstr>Vai trò của PM</vt:lpstr>
      <vt:lpstr>Một số ví dụ về vai trò của PM</vt:lpstr>
      <vt:lpstr>Các đặc trưng của PM</vt:lpstr>
      <vt:lpstr>Các đặc trưng của PM</vt:lpstr>
      <vt:lpstr>Phân loại PM (theo chức năng)</vt:lpstr>
      <vt:lpstr>Phân loại PM (theo chức năng)</vt:lpstr>
      <vt:lpstr>Phân loại khác (theo lĩnh vực ứng dụng)</vt:lpstr>
      <vt:lpstr>Thảo luận</vt:lpstr>
      <vt:lpstr>Các tiêu chí của một PM tốt</vt:lpstr>
      <vt:lpstr>Mô hình chất lượng cho chất lượng </vt:lpstr>
      <vt:lpstr>Các tiêu chí về chức năng</vt:lpstr>
      <vt:lpstr>Các tiêu chí về độ tin cậy</vt:lpstr>
      <vt:lpstr>Các tiêu chí về tính khả dụng</vt:lpstr>
      <vt:lpstr>Các tiêu chí về tính hiệu quả</vt:lpstr>
      <vt:lpstr>Các tiêu chí về dễ bảo trì</vt:lpstr>
      <vt:lpstr>Các tiêu chí về tính khả chuyển</vt:lpstr>
      <vt:lpstr>Tiến hóa PM và thách thức</vt:lpstr>
      <vt:lpstr>Nguyên nhân của thay đổi</vt:lpstr>
      <vt:lpstr>Thách thức đặt ra từ tiến hóa</vt:lpstr>
      <vt:lpstr>Bài tập thực hành</vt:lpstr>
      <vt:lpstr>Bài tập về nhà</vt:lpstr>
      <vt:lpstr>Tổng kết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Processes</dc:title>
  <dc:creator>Ian Sommerville</dc:creator>
  <cp:lastModifiedBy>Trần Hoàng Việt</cp:lastModifiedBy>
  <cp:revision>248</cp:revision>
  <cp:lastPrinted>2004-04-23T15:45:57Z</cp:lastPrinted>
  <dcterms:created xsi:type="dcterms:W3CDTF">2000-04-28T08:06:41Z</dcterms:created>
  <dcterms:modified xsi:type="dcterms:W3CDTF">2026-02-13T07:00:05Z</dcterms:modified>
</cp:coreProperties>
</file>