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media/image1.wmf" ContentType="image/x-wmf"/>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5.xml" ContentType="application/vnd.openxmlformats-officedocument.presentationml.slide+xml"/>
  <Override PartName="/ppt/slides/slide19.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6.xml" ContentType="application/vnd.openxmlformats-officedocument.presentationml.slide+xml"/>
  <Override PartName="/ppt/notesSlides/notesSlide26.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15.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14.xml" ContentType="application/vnd.openxmlformats-officedocument.presentationml.notesSlide+xml"/>
  <Override PartName="/ppt/notesSlides/notesSlide27.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19.xml" ContentType="application/vnd.openxmlformats-officedocument.presentationml.notesSlide+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29.xml" ContentType="application/vnd.openxmlformats-officedocument.presentationml.notesSlide+xml"/>
  <Override PartName="/ppt/notesSlides/notesSlide8.xml" ContentType="application/vnd.openxmlformats-officedocument.presentationml.notesSlide+xml"/>
  <Override PartName="/ppt/notesSlides/notesSlide30.xml" ContentType="application/vnd.openxmlformats-officedocument.presentationml.notesSlide+xml"/>
  <Override PartName="/ppt/notesSlides/notesSlide25.xml" ContentType="application/vnd.openxmlformats-officedocument.presentationml.notesSlide+xml"/>
  <Override PartName="/ppt/notesSlides/notesSlide31.xml" ContentType="application/vnd.openxmlformats-officedocument.presentationml.notesSlide+xml"/>
  <Override PartName="/ppt/notesSlides/notesSlide18.xml" ContentType="application/vnd.openxmlformats-officedocument.presentationml.notesSlide+xml"/>
  <Override PartName="/ppt/notesSlides/notesSlide16.xml" ContentType="application/vnd.openxmlformats-officedocument.presentationml.notesSlide+xml"/>
  <Override PartName="/ppt/notesSlides/notesSlide23.xml" ContentType="application/vnd.openxmlformats-officedocument.presentationml.notesSlide+xml"/>
  <Override PartName="/ppt/notesSlides/notesSlide17.xml" ContentType="application/vnd.openxmlformats-officedocument.presentationml.notesSlide+xml"/>
  <Override PartName="/ppt/notesSlides/notesSlide20.xml" ContentType="application/vnd.openxmlformats-officedocument.presentationml.notesSlide+xml"/>
  <Override PartName="/ppt/notesSlides/notesSlide4.xml" ContentType="application/vnd.openxmlformats-officedocument.presentationml.notesSlide+xml"/>
  <Override PartName="/ppt/notesSlides/notesSlide1.xml" ContentType="application/vnd.openxmlformats-officedocument.presentationml.notesSlide+xml"/>
  <Override PartName="/ppt/notesSlides/notesSlide5.xml" ContentType="application/vnd.openxmlformats-officedocument.presentationml.notesSlide+xml"/>
  <Override PartName="/ppt/notesSlides/notesSlide24.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Lst>
  <p:sldSz cx="9105900" cy="6832600"/>
  <p:notesSz cx="6858000" cy="9766300"/>
</p:presentation>
</file>

<file path=ppt/presProps.xml><?xml version="1.0" encoding="utf-8"?>
<p:presentationPr xmlns:a="http://schemas.openxmlformats.org/drawingml/2006/main" xmlns:p="http://schemas.openxmlformats.org/presentationml/2006/main" xmlns:r="http://schemas.openxmlformats.org/officeDocument/2006/relationships">
  <p:showPr useTimings="0"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lang="en-US" sz="4400" b="0" u="none" strike="noStrike">
                <a:solidFill>
                  <a:srgbClr val="000000"/>
                </a:solidFill>
                <a:effectLst/>
                <a:uFillTx/>
                <a:latin typeface="Arial"/>
              </a:rPr>
              <a:t>Click to move the slide</a:t>
            </a:r>
            <a:endParaRPr lang="en-US" sz="4400" b="0" u="none" strike="noStrike">
              <a:solidFill>
                <a:srgbClr val="000000"/>
              </a:solidFill>
              <a:effectLst/>
              <a:uFillTx/>
              <a:latin typeface="Arial"/>
            </a:endParaRPr>
          </a:p>
        </p:txBody>
      </p:sp>
      <p:sp>
        <p:nvSpPr>
          <p:cNvPr id="68"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69"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70"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71"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lang="en-US" sz="1400" b="0" u="none" strike="noStrike">
                <a:solidFill>
                  <a:srgbClr val="000000"/>
                </a:solidFill>
                <a:effectLst/>
                <a:uFillTx/>
                <a:latin typeface="Times New Roman"/>
              </a:defRPr>
            </a:lvl1pPr>
          </a:lstStyle>
          <a:p>
            <a:pPr indent="0">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2"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2AAD7FBC-2493-4343-910E-DD78EC7C0F7F}"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7" name="PlaceHolder 1"/>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Chào các em!</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Bài học hôm nay sẽ cung cấp cho các em các kiến thức cơ bản về đảm bảo chất lượng PM nói chung và kiểm thử nói riêng.</a:t>
            </a:r>
            <a:endParaRPr lang="en-US" sz="2000" b="0" u="none" strike="noStrike">
              <a:solidFill>
                <a:srgbClr val="000000"/>
              </a:solidFill>
              <a:effectLst/>
              <a:uFillTx/>
              <a:latin typeface="Arial"/>
            </a:endParaRPr>
          </a:p>
        </p:txBody>
      </p:sp>
      <p:sp>
        <p:nvSpPr>
          <p:cNvPr id="308" name="PlaceHolder 2"/>
          <p:cNvSpPr>
            <a:spLocks noGrp="1"/>
          </p:cNvSpPr>
          <p:nvPr>
            <p:ph type="sldImg"/>
          </p:nvPr>
        </p:nvSpPr>
        <p:spPr>
          <a:xfrm>
            <a:off x="1571760" y="833400"/>
            <a:ext cx="3688560" cy="2768040"/>
          </a:xfrm>
          <a:prstGeom prst="rect">
            <a:avLst/>
          </a:prstGeom>
          <a:ln w="0">
            <a:noFill/>
          </a:ln>
        </p:spPr>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1152360" y="853920"/>
            <a:ext cx="4552200" cy="3415680"/>
          </a:xfrm>
          <a:prstGeom prst="rect">
            <a:avLst/>
          </a:prstGeom>
          <a:ln w="0">
            <a:noFill/>
          </a:ln>
        </p:spPr>
      </p:sp>
      <p:sp>
        <p:nvSpPr>
          <p:cNvPr id="310"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Đây là nội dung chính của bài học</a:t>
            </a:r>
            <a:endParaRPr lang="en-US" sz="2000" b="0" u="none" strike="noStrike">
              <a:solidFill>
                <a:srgbClr val="000000"/>
              </a:solidFill>
              <a:effectLst/>
              <a:uFillTx/>
              <a:latin typeface="Arial"/>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1" name="PlaceHolder 1"/>
          <p:cNvSpPr>
            <a:spLocks noGrp="1"/>
          </p:cNvSpPr>
          <p:nvPr>
            <p:ph type="sldImg"/>
          </p:nvPr>
        </p:nvSpPr>
        <p:spPr>
          <a:xfrm>
            <a:off x="1152360" y="853920"/>
            <a:ext cx="4552200" cy="3415680"/>
          </a:xfrm>
          <a:prstGeom prst="rect">
            <a:avLst/>
          </a:prstGeom>
          <a:ln w="0">
            <a:noFill/>
          </a:ln>
        </p:spPr>
      </p:sp>
      <p:sp>
        <p:nvSpPr>
          <p:cNvPr id="312"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Khi nói đến PM không đáp ứng yêu cầu, chúng ta phải hiểu là nó không đáp ứng đặc tả yêu cầu.</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Đặc tả yêu cầu là cái thước để đo chất lượng của sản phẩm.</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Khi PM không đáp ứng yêu cầu (thất bại), có 3 nguyên nhân chính: đặc tả sai hoặc thiết kế sai hoặc cài đặt sai (so với thiết kế)</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Một số thuật ngữ quan trọng</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Error: lỗi con người gây ra</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Fault: khiếm khuyết, là lỗi cụ thể có trong tài liệu, sơ đồ, hay mã nguồn. </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Failure: Khi chương trình chạy vào đoạn có khuyết tật thì sinh ra trục trặc/hỏng hóc</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Incident: Khi trục trặc/hỏng hóc này xuất hiện và con người nhận thấy thì là sự cố/tai nạn.</a:t>
            </a:r>
            <a:endParaRPr lang="en-US" sz="2000" b="0" u="none" strike="noStrike">
              <a:solidFill>
                <a:srgbClr val="000000"/>
              </a:solidFill>
              <a:effectLst/>
              <a:uFillTx/>
              <a:latin typeface="Arial"/>
            </a:endParaRPr>
          </a:p>
        </p:txBody>
      </p:sp>
      <p:sp>
        <p:nvSpPr>
          <p:cNvPr id="313" name="PlaceHolder 3"/>
          <p:cNvSpPr>
            <a:spLocks noGrp="1"/>
          </p:cNvSpPr>
          <p:nvPr>
            <p:ph type="sldNum" idx="103"/>
          </p:nvPr>
        </p:nvSpPr>
        <p:spPr>
          <a:xfrm>
            <a:off x="3884040" y="9276120"/>
            <a:ext cx="2971800" cy="488160"/>
          </a:xfrm>
          <a:prstGeom prst="rect">
            <a:avLst/>
          </a:prstGeom>
          <a:noFill/>
          <a:ln w="0">
            <a:noFill/>
          </a:ln>
        </p:spPr>
        <p:txBody>
          <a:bodyPr lIns="90000" rIns="90000" tIns="45000" bIns="45000" anchor="t">
            <a:noAutofit/>
          </a:bodyPr>
          <a:lstStyle>
            <a:lvl1pPr indent="0" algn="r" defTabSz="966960">
              <a:lnSpc>
                <a:spcPct val="100000"/>
              </a:lnSpc>
              <a:buNone/>
              <a:tabLst>
                <a:tab algn="l" pos="0"/>
              </a:tabLst>
              <a:defRPr lang="en-CA" sz="1300" b="0" u="none" strike="noStrike">
                <a:solidFill>
                  <a:schemeClr val="dk1"/>
                </a:solidFill>
                <a:effectLst/>
                <a:uFillTx/>
                <a:latin typeface="Calibri"/>
                <a:ea typeface="+mn-ea"/>
              </a:defRPr>
            </a:lvl1pPr>
          </a:lstStyle>
          <a:p>
            <a:pPr indent="0" algn="r" defTabSz="966960">
              <a:lnSpc>
                <a:spcPct val="100000"/>
              </a:lnSpc>
              <a:buNone/>
              <a:tabLst>
                <a:tab algn="l" pos="0"/>
              </a:tabLst>
            </a:pPr>
            <a:fld id="{82E8C630-5E22-46C3-8D83-6C7737A38A8C}" type="slidenum">
              <a:rPr lang="en-CA" sz="1300" b="0" u="none" strike="noStrike">
                <a:solidFill>
                  <a:schemeClr val="dk1"/>
                </a:solidFill>
                <a:effectLst/>
                <a:uFillTx/>
                <a:latin typeface="Calibri"/>
                <a:ea typeface="+mn-ea"/>
              </a:rPr>
              <a:t>&lt;number&gt;</a:t>
            </a:fld>
            <a:endParaRPr lang="en-US" sz="13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4" name="PlaceHolder 1"/>
          <p:cNvSpPr>
            <a:spLocks noGrp="1"/>
          </p:cNvSpPr>
          <p:nvPr>
            <p:ph type="sldImg"/>
          </p:nvPr>
        </p:nvSpPr>
        <p:spPr>
          <a:xfrm>
            <a:off x="1152360" y="853920"/>
            <a:ext cx="4552200" cy="3415680"/>
          </a:xfrm>
          <a:prstGeom prst="rect">
            <a:avLst/>
          </a:prstGeom>
          <a:ln w="0">
            <a:noFill/>
          </a:ln>
        </p:spPr>
      </p:sp>
      <p:sp>
        <p:nvSpPr>
          <p:cNvPr id="315"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Bài toán của Verification (kiểm chứng) là:</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Input: cho D là một thiết kế đúng, I là cài đặt từ D</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Output: I có cài đặt đúng với D hay không?</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Mục tiêu của Verification (kiểm chứng) là tìm lỗi lập trình so với thiết kế</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Bài toán của Verification (kiểm chứng) là:</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Input: cho SRS là đặc tả của PM, I là cài đặt</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Output: I có cài thỏa mãn SRS hay không?</a:t>
            </a:r>
            <a:endParaRPr lang="en-US" sz="2000" b="0" u="none" strike="noStrike">
              <a:solidFill>
                <a:srgbClr val="000000"/>
              </a:solidFill>
              <a:effectLst/>
              <a:uFillTx/>
              <a:latin typeface="Arial"/>
            </a:endParaRPr>
          </a:p>
          <a:p>
            <a:pPr indent="0" defTabSz="914400">
              <a:lnSpc>
                <a:spcPct val="100000"/>
              </a:lnSpc>
              <a:spcBef>
                <a:spcPts val="360"/>
              </a:spcBef>
              <a:buNone/>
              <a:tabLst>
                <a:tab algn="l" pos="0"/>
              </a:tabLst>
            </a:pPr>
            <a:r>
              <a:rPr lang="en-US" sz="2000" b="0" u="none" strike="noStrike">
                <a:solidFill>
                  <a:srgbClr val="000000"/>
                </a:solidFill>
                <a:effectLst/>
                <a:uFillTx/>
                <a:latin typeface="Arial"/>
              </a:rPr>
              <a:t>Mục tiêu của Validation (Thẩm định) là tìm lỗi phân tích thiết kế</a:t>
            </a:r>
            <a:endParaRPr lang="en-US" sz="2000" b="0" u="none" strike="noStrike">
              <a:solidFill>
                <a:srgbClr val="000000"/>
              </a:solidFill>
              <a:effectLst/>
              <a:uFillTx/>
              <a:latin typeface="Arial"/>
            </a:endParaRPr>
          </a:p>
          <a:p>
            <a:pPr indent="0" defTabSz="914400">
              <a:lnSpc>
                <a:spcPct val="100000"/>
              </a:lnSpc>
              <a:spcBef>
                <a:spcPts val="360"/>
              </a:spcBef>
              <a:buNone/>
              <a:tabLst>
                <a:tab algn="l" pos="0"/>
              </a:tabLst>
            </a:pPr>
            <a:endParaRPr lang="en-US" sz="2000" b="0" u="none" strike="noStrike">
              <a:solidFill>
                <a:srgbClr val="000000"/>
              </a:solidFill>
              <a:effectLst/>
              <a:uFillTx/>
              <a:latin typeface="Arial"/>
            </a:endParaRPr>
          </a:p>
          <a:p>
            <a:pPr indent="0" defTabSz="914400">
              <a:lnSpc>
                <a:spcPct val="100000"/>
              </a:lnSpc>
              <a:spcBef>
                <a:spcPts val="360"/>
              </a:spcBef>
              <a:buNone/>
              <a:tabLst>
                <a:tab algn="l" pos="0"/>
              </a:tabLst>
            </a:pPr>
            <a:r>
              <a:rPr lang="en-US" sz="2000" b="0" u="none" strike="noStrike">
                <a:solidFill>
                  <a:srgbClr val="000000"/>
                </a:solidFill>
                <a:effectLst/>
                <a:uFillTx/>
                <a:latin typeface="Arial"/>
              </a:rPr>
              <a:t>Chúng ta có một thuật ngữ quan trọng: V&amp;V (Verification &amp; Validation). Chúng ta thực hiện Verification trước rồi mới thực hiện Validation</a:t>
            </a:r>
            <a:endParaRPr lang="en-US" sz="2000" b="0" u="none" strike="noStrike">
              <a:solidFill>
                <a:srgbClr val="000000"/>
              </a:solidFill>
              <a:effectLst/>
              <a:uFillTx/>
              <a:latin typeface="Arial"/>
            </a:endParaRPr>
          </a:p>
          <a:p>
            <a:pPr indent="0" defTabSz="914400">
              <a:lnSpc>
                <a:spcPct val="100000"/>
              </a:lnSpc>
              <a:buNone/>
              <a:tabLst>
                <a:tab algn="l" pos="0"/>
              </a:tabLst>
            </a:pPr>
            <a:endParaRPr lang="en-US" sz="2000" b="0" u="none" strike="noStrike">
              <a:solidFill>
                <a:srgbClr val="000000"/>
              </a:solidFill>
              <a:effectLst/>
              <a:uFillTx/>
              <a:latin typeface="Arial"/>
            </a:endParaRPr>
          </a:p>
          <a:p>
            <a:pPr indent="0" defTabSz="914400">
              <a:lnSpc>
                <a:spcPct val="100000"/>
              </a:lnSpc>
              <a:buNone/>
              <a:tabLst>
                <a:tab algn="l" pos="0"/>
              </a:tabLst>
            </a:pPr>
            <a:endParaRPr lang="en-US" sz="2000" b="0" u="none" strike="noStrike">
              <a:solidFill>
                <a:srgbClr val="000000"/>
              </a:solidFill>
              <a:effectLst/>
              <a:uFillTx/>
              <a:latin typeface="Arial"/>
            </a:endParaRPr>
          </a:p>
        </p:txBody>
      </p:sp>
      <p:sp>
        <p:nvSpPr>
          <p:cNvPr id="316" name="PlaceHolder 3"/>
          <p:cNvSpPr>
            <a:spLocks noGrp="1"/>
          </p:cNvSpPr>
          <p:nvPr>
            <p:ph type="sldNum" idx="104"/>
          </p:nvPr>
        </p:nvSpPr>
        <p:spPr>
          <a:xfrm>
            <a:off x="3884040" y="9276120"/>
            <a:ext cx="2971800" cy="488160"/>
          </a:xfrm>
          <a:prstGeom prst="rect">
            <a:avLst/>
          </a:prstGeom>
          <a:noFill/>
          <a:ln w="0">
            <a:noFill/>
          </a:ln>
        </p:spPr>
        <p:txBody>
          <a:bodyPr lIns="90000" rIns="90000" tIns="45000" bIns="45000" anchor="t">
            <a:noAutofit/>
          </a:bodyPr>
          <a:lstStyle>
            <a:lvl1pPr indent="0" algn="r" defTabSz="966960">
              <a:lnSpc>
                <a:spcPct val="100000"/>
              </a:lnSpc>
              <a:buNone/>
              <a:tabLst>
                <a:tab algn="l" pos="0"/>
              </a:tabLst>
              <a:defRPr lang="en-CA" sz="1300" b="0" u="none" strike="noStrike">
                <a:solidFill>
                  <a:schemeClr val="dk1"/>
                </a:solidFill>
                <a:effectLst/>
                <a:uFillTx/>
                <a:latin typeface="Calibri"/>
                <a:ea typeface="+mn-ea"/>
              </a:defRPr>
            </a:lvl1pPr>
          </a:lstStyle>
          <a:p>
            <a:pPr indent="0" algn="r" defTabSz="966960">
              <a:lnSpc>
                <a:spcPct val="100000"/>
              </a:lnSpc>
              <a:buNone/>
              <a:tabLst>
                <a:tab algn="l" pos="0"/>
              </a:tabLst>
            </a:pPr>
            <a:fld id="{959BD9B7-3DFF-4475-A35C-8F2A27CBA050}" type="slidenum">
              <a:rPr lang="en-CA" sz="1300" b="0" u="none" strike="noStrike">
                <a:solidFill>
                  <a:schemeClr val="dk1"/>
                </a:solidFill>
                <a:effectLst/>
                <a:uFillTx/>
                <a:latin typeface="Calibri"/>
                <a:ea typeface="+mn-ea"/>
              </a:rPr>
              <a:t>&lt;number&gt;</a:t>
            </a:fld>
            <a:endParaRPr lang="en-US" sz="13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Img"/>
          </p:nvPr>
        </p:nvSpPr>
        <p:spPr>
          <a:xfrm>
            <a:off x="1152360" y="853920"/>
            <a:ext cx="4552200" cy="3415680"/>
          </a:xfrm>
          <a:prstGeom prst="rect">
            <a:avLst/>
          </a:prstGeom>
          <a:ln w="0">
            <a:noFill/>
          </a:ln>
        </p:spPr>
      </p:sp>
      <p:sp>
        <p:nvSpPr>
          <p:cNvPr id="318"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Có 2 cách thực hiện V&amp;V: tĩnh (static) và động (dynamic)</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V&amp;V tĩnh: thực hiện V&amp;V mà không phải chạy (thực thi) I. </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Ví dụ: áp dụng các pp phân tích tĩnh mà nguồn để tìm lỗi</a:t>
            </a:r>
            <a:endParaRPr lang="en-US" sz="2000" b="0" u="none" strike="noStrike">
              <a:solidFill>
                <a:srgbClr val="000000"/>
              </a:solidFill>
              <a:effectLst/>
              <a:uFillTx/>
              <a:latin typeface="Arial"/>
            </a:endParaRPr>
          </a:p>
          <a:p>
            <a:pPr indent="0" defTabSz="914400">
              <a:lnSpc>
                <a:spcPct val="100000"/>
              </a:lnSpc>
              <a:spcBef>
                <a:spcPts val="360"/>
              </a:spcBef>
              <a:buNone/>
              <a:tabLst>
                <a:tab algn="l" pos="0"/>
              </a:tabLst>
            </a:pPr>
            <a:r>
              <a:rPr lang="en-US" sz="2000" b="0" u="none" strike="noStrike">
                <a:solidFill>
                  <a:srgbClr val="000000"/>
                </a:solidFill>
                <a:effectLst/>
                <a:uFillTx/>
                <a:latin typeface="Arial"/>
              </a:rPr>
              <a:t>Ngược lại, V&amp;V động: thực hiện V&amp;V cần phải chạy (thực thi) I</a:t>
            </a:r>
            <a:endParaRPr lang="en-US" sz="2000" b="0" u="none" strike="noStrike">
              <a:solidFill>
                <a:srgbClr val="000000"/>
              </a:solidFill>
              <a:effectLst/>
              <a:uFillTx/>
              <a:latin typeface="Arial"/>
            </a:endParaRPr>
          </a:p>
          <a:p>
            <a:pPr indent="0" defTabSz="914400">
              <a:lnSpc>
                <a:spcPct val="100000"/>
              </a:lnSpc>
              <a:buNone/>
              <a:tabLst>
                <a:tab algn="l" pos="0"/>
              </a:tabLst>
            </a:pPr>
            <a:endParaRPr lang="en-US" sz="2000" b="0" u="none" strike="noStrike">
              <a:solidFill>
                <a:srgbClr val="000000"/>
              </a:solidFill>
              <a:effectLst/>
              <a:uFillTx/>
              <a:latin typeface="Arial"/>
            </a:endParaRPr>
          </a:p>
          <a:p>
            <a:pPr indent="0" defTabSz="914400">
              <a:lnSpc>
                <a:spcPct val="100000"/>
              </a:lnSpc>
              <a:buNone/>
              <a:tabLst>
                <a:tab algn="l" pos="0"/>
              </a:tabLst>
            </a:pPr>
            <a:r>
              <a:rPr lang="en-US" sz="2000" b="0" u="none" strike="noStrike">
                <a:solidFill>
                  <a:srgbClr val="000000"/>
                </a:solidFill>
                <a:effectLst/>
                <a:uFillTx/>
                <a:latin typeface="Arial"/>
              </a:rPr>
              <a:t>V&amp;V động chính là Kiểm thử (testing)</a:t>
            </a:r>
            <a:endParaRPr lang="en-US" sz="20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sldImg"/>
          </p:nvPr>
        </p:nvSpPr>
        <p:spPr>
          <a:xfrm>
            <a:off x="1152360" y="853920"/>
            <a:ext cx="4552200" cy="3415680"/>
          </a:xfrm>
          <a:prstGeom prst="rect">
            <a:avLst/>
          </a:prstGeom>
          <a:ln w="0">
            <a:noFill/>
          </a:ln>
        </p:spPr>
      </p:sp>
      <p:sp>
        <p:nvSpPr>
          <p:cNvPr id="320"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Chất lượng của PM được đo bằng độ thỏa mãn của nó so với đặc tả</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Chất lượng PM được đo thông qua các tiêu chí cơ bản như đã trình bày ở Bài 1 (các tiêu chí của </a:t>
            </a:r>
            <a:r>
              <a:rPr lang="en-US" sz="2000" b="1" u="none" strike="noStrike">
                <a:solidFill>
                  <a:srgbClr val="000000"/>
                </a:solidFill>
                <a:effectLst/>
                <a:uFillTx/>
                <a:latin typeface="Arial"/>
              </a:rPr>
              <a:t>ISO 9126).</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SV cần hiểu rõ các tiêu chí, cách đo từng tiêu chí.</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Không được nhầm lẫn độ tin cậy với chất lượng PM, nó chỉ là 1 độ đo quan trọng trong 6 độ đo (tiêu chí)</a:t>
            </a:r>
            <a:endParaRPr lang="en-US" sz="2000" b="0" u="none" strike="noStrike">
              <a:solidFill>
                <a:srgbClr val="000000"/>
              </a:solidFill>
              <a:effectLst/>
              <a:uFillTx/>
              <a:latin typeface="Arial"/>
            </a:endParaRPr>
          </a:p>
        </p:txBody>
      </p:sp>
      <p:sp>
        <p:nvSpPr>
          <p:cNvPr id="321" name="PlaceHolder 3"/>
          <p:cNvSpPr>
            <a:spLocks noGrp="1"/>
          </p:cNvSpPr>
          <p:nvPr>
            <p:ph type="sldNum" idx="105"/>
          </p:nvPr>
        </p:nvSpPr>
        <p:spPr>
          <a:xfrm>
            <a:off x="3884040" y="9276120"/>
            <a:ext cx="2971800" cy="488160"/>
          </a:xfrm>
          <a:prstGeom prst="rect">
            <a:avLst/>
          </a:prstGeom>
          <a:noFill/>
          <a:ln w="0">
            <a:noFill/>
          </a:ln>
        </p:spPr>
        <p:txBody>
          <a:bodyPr lIns="90000" rIns="90000" tIns="45000" bIns="45000" anchor="t">
            <a:noAutofit/>
          </a:bodyPr>
          <a:lstStyle>
            <a:lvl1pPr indent="0" algn="r" defTabSz="966960">
              <a:lnSpc>
                <a:spcPct val="100000"/>
              </a:lnSpc>
              <a:buNone/>
              <a:tabLst>
                <a:tab algn="l" pos="0"/>
              </a:tabLst>
              <a:defRPr lang="en-CA" sz="1300" b="0" u="none" strike="noStrike">
                <a:solidFill>
                  <a:schemeClr val="dk1"/>
                </a:solidFill>
                <a:effectLst/>
                <a:uFillTx/>
                <a:latin typeface="Calibri"/>
                <a:ea typeface="+mn-ea"/>
              </a:defRPr>
            </a:lvl1pPr>
          </a:lstStyle>
          <a:p>
            <a:pPr indent="0" algn="r" defTabSz="966960">
              <a:lnSpc>
                <a:spcPct val="100000"/>
              </a:lnSpc>
              <a:buNone/>
              <a:tabLst>
                <a:tab algn="l" pos="0"/>
              </a:tabLst>
            </a:pPr>
            <a:fld id="{6A49EBCA-7464-4F9B-9FE0-1F1BE1449DA4}" type="slidenum">
              <a:rPr lang="en-CA" sz="1300" b="0" u="none" strike="noStrike">
                <a:solidFill>
                  <a:schemeClr val="dk1"/>
                </a:solidFill>
                <a:effectLst/>
                <a:uFillTx/>
                <a:latin typeface="Calibri"/>
                <a:ea typeface="+mn-ea"/>
              </a:rPr>
              <a:t>&lt;number&gt;</a:t>
            </a:fld>
            <a:endParaRPr lang="en-US" sz="13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sldNum" idx="106"/>
          </p:nvPr>
        </p:nvSpPr>
        <p:spPr>
          <a:xfrm>
            <a:off x="3884040" y="9276120"/>
            <a:ext cx="2971800" cy="488160"/>
          </a:xfrm>
          <a:prstGeom prst="rect">
            <a:avLst/>
          </a:prstGeom>
          <a:noFill/>
          <a:ln w="0">
            <a:noFill/>
          </a:ln>
        </p:spPr>
        <p:txBody>
          <a:bodyPr lIns="90000" rIns="90000" tIns="45000" bIns="45000" anchor="t">
            <a:noAutofit/>
          </a:bodyPr>
          <a:lstStyle>
            <a:lvl1pPr indent="0" algn="r" defTabSz="966960">
              <a:lnSpc>
                <a:spcPct val="100000"/>
              </a:lnSpc>
              <a:buNone/>
              <a:tabLst>
                <a:tab algn="l" pos="0"/>
              </a:tabLst>
              <a:defRPr lang="en-CA" sz="1300" b="0" u="none" strike="noStrike">
                <a:solidFill>
                  <a:schemeClr val="dk1"/>
                </a:solidFill>
                <a:effectLst/>
                <a:uFillTx/>
                <a:latin typeface="Calibri"/>
                <a:ea typeface="+mn-ea"/>
              </a:defRPr>
            </a:lvl1pPr>
          </a:lstStyle>
          <a:p>
            <a:pPr indent="0" algn="r" defTabSz="966960">
              <a:lnSpc>
                <a:spcPct val="100000"/>
              </a:lnSpc>
              <a:buNone/>
              <a:tabLst>
                <a:tab algn="l" pos="0"/>
              </a:tabLst>
            </a:pPr>
            <a:fld id="{2882633F-3CA9-494A-86A6-709B0F3A9547}" type="slidenum">
              <a:rPr lang="en-CA" sz="1300" b="0" u="none" strike="noStrike">
                <a:solidFill>
                  <a:schemeClr val="dk1"/>
                </a:solidFill>
                <a:effectLst/>
                <a:uFillTx/>
                <a:latin typeface="Calibri"/>
                <a:ea typeface="+mn-ea"/>
              </a:rPr>
              <a:t>&lt;number&gt;</a:t>
            </a:fld>
            <a:endParaRPr lang="en-US" sz="1300" b="0" u="none" strike="noStrike">
              <a:solidFill>
                <a:srgbClr val="000000"/>
              </a:solidFill>
              <a:effectLst/>
              <a:uFillTx/>
              <a:latin typeface="Times New Roman"/>
            </a:endParaRPr>
          </a:p>
        </p:txBody>
      </p:sp>
      <p:sp>
        <p:nvSpPr>
          <p:cNvPr id="323" name="PlaceHolder 2"/>
          <p:cNvSpPr>
            <a:spLocks noGrp="1"/>
          </p:cNvSpPr>
          <p:nvPr>
            <p:ph type="body"/>
          </p:nvPr>
        </p:nvSpPr>
        <p:spPr>
          <a:xfrm>
            <a:off x="913680" y="4642560"/>
            <a:ext cx="5029560" cy="4113720"/>
          </a:xfrm>
          <a:prstGeom prst="rect">
            <a:avLst/>
          </a:prstGeom>
          <a:noFill/>
          <a:ln w="0">
            <a:noFill/>
          </a:ln>
        </p:spPr>
        <p:txBody>
          <a:bodyPr numCol="1" spcCol="0" lIns="95760" rIns="95760" tIns="47160" bIns="47160" anchor="t">
            <a:noAutofit/>
          </a:bodyPr>
          <a:p>
            <a:pPr indent="0" defTabSz="914400">
              <a:lnSpc>
                <a:spcPct val="100000"/>
              </a:lnSpc>
              <a:spcBef>
                <a:spcPts val="360"/>
              </a:spcBef>
              <a:buNone/>
              <a:tabLst>
                <a:tab algn="l" pos="0"/>
              </a:tabLst>
            </a:pPr>
            <a:r>
              <a:rPr lang="en-US" sz="2000" b="0" u="none" strike="noStrike">
                <a:solidFill>
                  <a:srgbClr val="000000"/>
                </a:solidFill>
                <a:effectLst/>
                <a:uFillTx/>
                <a:latin typeface="Arial"/>
              </a:rPr>
              <a:t>Như đã trình bày về V&amp;V, V&amp;V động chính là Kiểm thử (testing)</a:t>
            </a:r>
            <a:endParaRPr lang="en-US" sz="2000" b="0" u="none" strike="noStrike">
              <a:solidFill>
                <a:srgbClr val="000000"/>
              </a:solidFill>
              <a:effectLst/>
              <a:uFillTx/>
              <a:latin typeface="Arial"/>
            </a:endParaRPr>
          </a:p>
          <a:p>
            <a:pPr indent="0" defTabSz="914400">
              <a:lnSpc>
                <a:spcPct val="100000"/>
              </a:lnSpc>
              <a:buNone/>
              <a:tabLst>
                <a:tab algn="l" pos="0"/>
              </a:tabLst>
            </a:pPr>
            <a:r>
              <a:rPr lang="en-US" sz="2000" b="0" u="none" strike="noStrike">
                <a:solidFill>
                  <a:srgbClr val="000000"/>
                </a:solidFill>
                <a:effectLst/>
                <a:uFillTx/>
                <a:latin typeface="Arial"/>
              </a:rPr>
              <a:t>Kiểm thử là hoạt động chủ chốt nhằm đảm bảo chất lượng cho các SP PM</a:t>
            </a:r>
            <a:endParaRPr lang="en-US" sz="2000" b="0" u="none" strike="noStrike">
              <a:solidFill>
                <a:srgbClr val="000000"/>
              </a:solidFill>
              <a:effectLst/>
              <a:uFillTx/>
              <a:latin typeface="Arial"/>
            </a:endParaRPr>
          </a:p>
          <a:p>
            <a:pPr indent="0" defTabSz="914400">
              <a:lnSpc>
                <a:spcPct val="100000"/>
              </a:lnSpc>
              <a:buNone/>
              <a:tabLst>
                <a:tab algn="l" pos="0"/>
              </a:tabLst>
            </a:pPr>
            <a:endParaRPr lang="en-US" sz="2000" b="0" u="none" strike="noStrike">
              <a:solidFill>
                <a:srgbClr val="000000"/>
              </a:solidFill>
              <a:effectLst/>
              <a:uFillTx/>
              <a:latin typeface="Arial"/>
            </a:endParaRPr>
          </a:p>
          <a:p>
            <a:pPr indent="0" defTabSz="914400">
              <a:lnSpc>
                <a:spcPct val="100000"/>
              </a:lnSpc>
              <a:buNone/>
              <a:tabLst>
                <a:tab algn="l" pos="0"/>
              </a:tabLst>
            </a:pPr>
            <a:r>
              <a:rPr lang="en-US" sz="2000" b="0" u="none" strike="noStrike">
                <a:solidFill>
                  <a:srgbClr val="000000"/>
                </a:solidFill>
                <a:effectLst/>
                <a:uFillTx/>
                <a:latin typeface="Arial"/>
              </a:rPr>
              <a:t>Kiểm thử chỉ chứng tỏ sự tồn tại của lỗi, không khẳng định được hết lỗi hay chưa.</a:t>
            </a:r>
            <a:endParaRPr lang="en-US" sz="2000" b="0" u="none" strike="noStrike">
              <a:solidFill>
                <a:srgbClr val="000000"/>
              </a:solidFill>
              <a:effectLst/>
              <a:uFillTx/>
              <a:latin typeface="Arial"/>
            </a:endParaRPr>
          </a:p>
          <a:p>
            <a:pPr indent="0" defTabSz="914400">
              <a:lnSpc>
                <a:spcPct val="100000"/>
              </a:lnSpc>
              <a:buNone/>
              <a:tabLst>
                <a:tab algn="l" pos="0"/>
              </a:tabLst>
            </a:pPr>
            <a:r>
              <a:rPr lang="en-US" sz="2000" b="0" u="none" strike="noStrike">
                <a:solidFill>
                  <a:srgbClr val="000000"/>
                </a:solidFill>
                <a:effectLst/>
                <a:uFillTx/>
                <a:latin typeface="Arial"/>
              </a:rPr>
              <a:t>Một kiểm thử thành công là kiểm thử tìm ra được lỗi.</a:t>
            </a:r>
            <a:endParaRPr lang="en-US" sz="2000" b="0" u="none" strike="noStrike">
              <a:solidFill>
                <a:srgbClr val="000000"/>
              </a:solidFill>
              <a:effectLst/>
              <a:uFillTx/>
              <a:latin typeface="Arial"/>
            </a:endParaRPr>
          </a:p>
          <a:p>
            <a:pPr indent="0" defTabSz="914400">
              <a:lnSpc>
                <a:spcPct val="100000"/>
              </a:lnSpc>
              <a:buNone/>
              <a:tabLst>
                <a:tab algn="l" pos="0"/>
              </a:tabLst>
            </a:pPr>
            <a:endParaRPr lang="en-US" sz="2000" b="0" u="none" strike="noStrike">
              <a:solidFill>
                <a:srgbClr val="000000"/>
              </a:solidFill>
              <a:effectLst/>
              <a:uFillTx/>
              <a:latin typeface="Arial"/>
            </a:endParaRPr>
          </a:p>
        </p:txBody>
      </p:sp>
      <p:sp>
        <p:nvSpPr>
          <p:cNvPr id="324" name="PlaceHolder 3"/>
          <p:cNvSpPr>
            <a:spLocks noGrp="1"/>
          </p:cNvSpPr>
          <p:nvPr>
            <p:ph type="sldImg"/>
          </p:nvPr>
        </p:nvSpPr>
        <p:spPr>
          <a:xfrm>
            <a:off x="1150920" y="853920"/>
            <a:ext cx="4552200" cy="3415680"/>
          </a:xfrm>
          <a:prstGeom prst="rect">
            <a:avLst/>
          </a:prstGeom>
          <a:ln w="0">
            <a:noFill/>
          </a:ln>
        </p:spPr>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sldImg"/>
          </p:nvPr>
        </p:nvSpPr>
        <p:spPr>
          <a:xfrm>
            <a:off x="1152360" y="853920"/>
            <a:ext cx="4552200" cy="3415680"/>
          </a:xfrm>
          <a:prstGeom prst="rect">
            <a:avLst/>
          </a:prstGeom>
          <a:ln w="0">
            <a:noFill/>
          </a:ln>
        </p:spPr>
      </p:sp>
      <p:sp>
        <p:nvSpPr>
          <p:cNvPr id="326"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Các hoạt động kiểm thử chi tiết: </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Xác định điều kiện kiểm thử (kiểm thử cái gì), </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Thiết kế, làm thế nào để kiểm thử điều kiện kia, </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Xây dựng các chương trình (script)/các bước, dữ liệu cho các ca kiểm thử. Bước này có tên là sinh các ca kiểm thử</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Thực hiện/chạy các ca kiểm thử</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So sánh đầu ra thực tế so với mong đợi</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Kết luận kết quả kiểm thử</a:t>
            </a:r>
            <a:endParaRPr lang="en-US" sz="2000" b="0" u="none" strike="noStrike">
              <a:solidFill>
                <a:srgbClr val="000000"/>
              </a:solidFill>
              <a:effectLst/>
              <a:uFillTx/>
              <a:latin typeface="Arial"/>
            </a:endParaRPr>
          </a:p>
        </p:txBody>
      </p:sp>
      <p:sp>
        <p:nvSpPr>
          <p:cNvPr id="327" name="PlaceHolder 3"/>
          <p:cNvSpPr>
            <a:spLocks noGrp="1"/>
          </p:cNvSpPr>
          <p:nvPr>
            <p:ph type="sldNum" idx="107"/>
          </p:nvPr>
        </p:nvSpPr>
        <p:spPr>
          <a:xfrm>
            <a:off x="3884040" y="9276120"/>
            <a:ext cx="2971800" cy="488160"/>
          </a:xfrm>
          <a:prstGeom prst="rect">
            <a:avLst/>
          </a:prstGeom>
          <a:noFill/>
          <a:ln w="0">
            <a:noFill/>
          </a:ln>
        </p:spPr>
        <p:txBody>
          <a:bodyPr lIns="90000" rIns="90000" tIns="45000" bIns="45000" anchor="t">
            <a:noAutofit/>
          </a:bodyPr>
          <a:lstStyle>
            <a:lvl1pPr indent="0" algn="r" defTabSz="966960">
              <a:lnSpc>
                <a:spcPct val="100000"/>
              </a:lnSpc>
              <a:buNone/>
              <a:tabLst>
                <a:tab algn="l" pos="0"/>
              </a:tabLst>
              <a:defRPr lang="en-CA" sz="1300" b="0" u="none" strike="noStrike">
                <a:solidFill>
                  <a:schemeClr val="dk1"/>
                </a:solidFill>
                <a:effectLst/>
                <a:uFillTx/>
                <a:latin typeface="Calibri"/>
                <a:ea typeface="+mn-ea"/>
              </a:defRPr>
            </a:lvl1pPr>
          </a:lstStyle>
          <a:p>
            <a:pPr indent="0" algn="r" defTabSz="966960">
              <a:lnSpc>
                <a:spcPct val="100000"/>
              </a:lnSpc>
              <a:buNone/>
              <a:tabLst>
                <a:tab algn="l" pos="0"/>
              </a:tabLst>
            </a:pPr>
            <a:fld id="{CD6A6175-A609-4491-9CD9-E33A6BE38587}" type="slidenum">
              <a:rPr lang="en-CA" sz="1300" b="0" u="none" strike="noStrike">
                <a:solidFill>
                  <a:schemeClr val="dk1"/>
                </a:solidFill>
                <a:effectLst/>
                <a:uFillTx/>
                <a:latin typeface="Calibri"/>
                <a:ea typeface="+mn-ea"/>
              </a:rPr>
              <a:t>&lt;number&gt;</a:t>
            </a:fld>
            <a:endParaRPr lang="en-US" sz="13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1152360" y="853920"/>
            <a:ext cx="4552200" cy="3415680"/>
          </a:xfrm>
          <a:prstGeom prst="rect">
            <a:avLst/>
          </a:prstGeom>
          <a:ln w="0">
            <a:noFill/>
          </a:ln>
        </p:spPr>
      </p:sp>
      <p:sp>
        <p:nvSpPr>
          <p:cNvPr id="329"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Đây là template của một ca kiểm thử, gồm các thông tin:</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en-US" sz="2000" b="0" u="none" strike="noStrike">
                <a:solidFill>
                  <a:srgbClr val="000000"/>
                </a:solidFill>
                <a:effectLst/>
                <a:uFillTx/>
                <a:latin typeface="Arial"/>
              </a:rPr>
              <a:t>định danh (id) của ca kiểm thử</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en-US" sz="2000" b="0" u="none" strike="noStrike">
                <a:solidFill>
                  <a:srgbClr val="000000"/>
                </a:solidFill>
                <a:effectLst/>
                <a:uFillTx/>
                <a:latin typeface="Arial"/>
              </a:rPr>
              <a:t>Mục đích của ca kiểm thử</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en-US" sz="2000" b="0" u="none" strike="noStrike">
                <a:solidFill>
                  <a:srgbClr val="000000"/>
                </a:solidFill>
                <a:effectLst/>
                <a:uFillTx/>
                <a:latin typeface="Arial"/>
              </a:rPr>
              <a:t>Tiền điều kiện của ca kiểm thử</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en-US" sz="2000" b="0" u="none" strike="noStrike">
                <a:solidFill>
                  <a:srgbClr val="000000"/>
                </a:solidFill>
                <a:effectLst/>
                <a:uFillTx/>
                <a:latin typeface="Arial"/>
              </a:rPr>
              <a:t>Đầu vào (inputs)</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en-US" sz="2000" b="0" u="none" strike="noStrike">
                <a:solidFill>
                  <a:srgbClr val="000000"/>
                </a:solidFill>
                <a:effectLst/>
                <a:uFillTx/>
                <a:latin typeface="Arial"/>
              </a:rPr>
              <a:t>Đầu ra mong đợi (EO)</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en-US" sz="2000" b="0" u="none" strike="noStrike">
                <a:solidFill>
                  <a:srgbClr val="000000"/>
                </a:solidFill>
                <a:effectLst/>
                <a:uFillTx/>
                <a:latin typeface="Arial"/>
              </a:rPr>
              <a:t>Hậu điều kiện của ca kiểm thử</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en-US" sz="2000" b="0" u="none" strike="noStrike">
                <a:solidFill>
                  <a:srgbClr val="000000"/>
                </a:solidFill>
                <a:effectLst/>
                <a:uFillTx/>
                <a:latin typeface="Arial"/>
              </a:rPr>
              <a:t>Lịch sử thực hiện (thực thi/chạy) ca kiểm thử</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en-US" sz="2000" b="0" u="none" strike="noStrike">
                <a:solidFill>
                  <a:srgbClr val="000000"/>
                </a:solidFill>
                <a:effectLst/>
                <a:uFillTx/>
                <a:latin typeface="Arial"/>
              </a:rPr>
              <a:t>Các thông tin khác: ngày tạo, ngày chạy, kết quả, chạy trên phiên bản nào, ai thực hiện, …</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Trong các thông tin trên: id, inputs, EO là 3 thông tin quan trọng nhất</a:t>
            </a:r>
            <a:endParaRPr lang="en-US" sz="2000" b="0" u="none" strike="noStrike">
              <a:solidFill>
                <a:srgbClr val="000000"/>
              </a:solidFill>
              <a:effectLst/>
              <a:uFillTx/>
              <a:latin typeface="Arial"/>
            </a:endParaRPr>
          </a:p>
        </p:txBody>
      </p:sp>
      <p:sp>
        <p:nvSpPr>
          <p:cNvPr id="330" name="PlaceHolder 3"/>
          <p:cNvSpPr>
            <a:spLocks noGrp="1"/>
          </p:cNvSpPr>
          <p:nvPr>
            <p:ph type="sldNum" idx="108"/>
          </p:nvPr>
        </p:nvSpPr>
        <p:spPr>
          <a:xfrm>
            <a:off x="3884040" y="9276120"/>
            <a:ext cx="2971800" cy="488160"/>
          </a:xfrm>
          <a:prstGeom prst="rect">
            <a:avLst/>
          </a:prstGeom>
          <a:noFill/>
          <a:ln w="0">
            <a:noFill/>
          </a:ln>
        </p:spPr>
        <p:txBody>
          <a:bodyPr lIns="90000" rIns="90000" tIns="45000" bIns="45000" anchor="t">
            <a:noAutofit/>
          </a:bodyPr>
          <a:lstStyle>
            <a:lvl1pPr indent="0" algn="r" defTabSz="966960">
              <a:lnSpc>
                <a:spcPct val="100000"/>
              </a:lnSpc>
              <a:buNone/>
              <a:tabLst>
                <a:tab algn="l" pos="0"/>
              </a:tabLst>
              <a:defRPr lang="en-CA" sz="1300" b="0" u="none" strike="noStrike">
                <a:solidFill>
                  <a:schemeClr val="dk1"/>
                </a:solidFill>
                <a:effectLst/>
                <a:uFillTx/>
                <a:latin typeface="Calibri"/>
                <a:ea typeface="+mn-ea"/>
              </a:defRPr>
            </a:lvl1pPr>
          </a:lstStyle>
          <a:p>
            <a:pPr indent="0" algn="r" defTabSz="966960">
              <a:lnSpc>
                <a:spcPct val="100000"/>
              </a:lnSpc>
              <a:buNone/>
              <a:tabLst>
                <a:tab algn="l" pos="0"/>
              </a:tabLst>
            </a:pPr>
            <a:fld id="{6785B892-8AD6-4C97-B5AD-D219DE941EDB}" type="slidenum">
              <a:rPr lang="en-CA" sz="1300" b="0" u="none" strike="noStrike">
                <a:solidFill>
                  <a:schemeClr val="dk1"/>
                </a:solidFill>
                <a:effectLst/>
                <a:uFillTx/>
                <a:latin typeface="Calibri"/>
                <a:ea typeface="+mn-ea"/>
              </a:rPr>
              <a:t>&lt;number&gt;</a:t>
            </a:fld>
            <a:endParaRPr lang="en-US" sz="13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sldImg"/>
          </p:nvPr>
        </p:nvSpPr>
        <p:spPr>
          <a:xfrm>
            <a:off x="1152360" y="853920"/>
            <a:ext cx="4552200" cy="3415680"/>
          </a:xfrm>
          <a:prstGeom prst="rect">
            <a:avLst/>
          </a:prstGeom>
          <a:ln w="0">
            <a:noFill/>
          </a:ln>
        </p:spPr>
      </p:sp>
      <p:sp>
        <p:nvSpPr>
          <p:cNvPr id="332"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Với mỗi đối tượng cần kiểm thử (HT, HT con, modun, đơn vị, …), chúng ta sẽ xây dựng một bộ kiểm thử như bảng trên</a:t>
            </a:r>
            <a:endParaRPr lang="en-US" sz="20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3" name="PlaceHolder 1"/>
          <p:cNvSpPr>
            <a:spLocks noGrp="1"/>
          </p:cNvSpPr>
          <p:nvPr>
            <p:ph type="sldImg"/>
          </p:nvPr>
        </p:nvSpPr>
        <p:spPr>
          <a:xfrm>
            <a:off x="1152360" y="853920"/>
            <a:ext cx="4552200" cy="3415680"/>
          </a:xfrm>
          <a:prstGeom prst="rect">
            <a:avLst/>
          </a:prstGeom>
          <a:ln w="0">
            <a:noFill/>
          </a:ln>
        </p:spPr>
      </p:sp>
      <p:sp>
        <p:nvSpPr>
          <p:cNvPr id="334"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Sau khi thực thi/chạy các ca kiểm thử (bộ kiểm thử), ta sẽ thu được báo cáo kiểm thử như bảng trên</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Một ca kiểm thử là Passed khi và chỉ khi kết quả đầu ra thực tế trùng với EO</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Ngược lại, ca kiểm thử là Failed (đây là mong muốn của chúng ta)</a:t>
            </a:r>
            <a:endParaRPr lang="en-US" sz="2000" b="0" u="none" strike="noStrike">
              <a:solidFill>
                <a:srgbClr val="000000"/>
              </a:solidFill>
              <a:effectLst/>
              <a:uFillTx/>
              <a:latin typeface="Arial"/>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Img"/>
          </p:nvPr>
        </p:nvSpPr>
        <p:spPr>
          <a:xfrm>
            <a:off x="1152360" y="853920"/>
            <a:ext cx="4552200" cy="3415680"/>
          </a:xfrm>
          <a:prstGeom prst="rect">
            <a:avLst/>
          </a:prstGeom>
          <a:ln w="0">
            <a:noFill/>
          </a:ln>
        </p:spPr>
      </p:sp>
      <p:sp>
        <p:nvSpPr>
          <p:cNvPr id="336"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Với một bộ kiểm thử (các ca kiểm thử) trên chương trình/sản phẩm P, chúng ta có thể có một số kết luận sau:</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en-US" sz="2000" b="0" u="none" strike="noStrike">
                <a:solidFill>
                  <a:srgbClr val="000000"/>
                </a:solidFill>
                <a:effectLst/>
                <a:uFillTx/>
                <a:latin typeface="Arial"/>
              </a:rPr>
              <a:t>Bộ kiểm thử bao phủ một số hoặc toàn bộ yêu cầu của P</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en-US" sz="2000" b="0" u="none" strike="noStrike">
                <a:solidFill>
                  <a:srgbClr val="000000"/>
                </a:solidFill>
                <a:effectLst/>
                <a:uFillTx/>
                <a:latin typeface="Arial"/>
              </a:rPr>
              <a:t>Bao phủ một phần hoặc toàn bộ chức năng của P</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en-US" sz="2000" b="0" u="none" strike="noStrike">
                <a:solidFill>
                  <a:srgbClr val="000000"/>
                </a:solidFill>
                <a:effectLst/>
                <a:uFillTx/>
                <a:latin typeface="Arial"/>
              </a:rPr>
              <a:t>Bao phủ một phần hoặc toàn bộ cấu trúc của P</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Như vậy, tiêu chuẩn bao phủ sẽ định hướng quá trình thiết kế các ca kiểm thử</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Cho trước một tiêu chuẩn bao phủ, đạt 100% tiêu chuẩn bao phủ</a:t>
            </a:r>
            <a:endParaRPr lang="en-US" sz="20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1152360" y="853920"/>
            <a:ext cx="4552200" cy="3415680"/>
          </a:xfrm>
          <a:prstGeom prst="rect">
            <a:avLst/>
          </a:prstGeom>
          <a:ln w="0">
            <a:noFill/>
          </a:ln>
        </p:spPr>
      </p:sp>
      <p:sp>
        <p:nvSpPr>
          <p:cNvPr id="338"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Một cách trực quan, chúng ta có thể mô tả bài toán kiểm thửqua biểu đồ Venn như trong hình.</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Vòng tròn S chứa tập các hành vi của đặc tả. Đây là các hành vi mong đợi của sản phẩm</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Vòng tròn P chưa tập các hành vi thực tế (được cài đặt) của sản phẩm</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Chúng ta mong muốn S và P khớp hoàn toàn nhau nhưng để đạt được điều này là rất khó</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9" name="PlaceHolder 1"/>
          <p:cNvSpPr>
            <a:spLocks noGrp="1"/>
          </p:cNvSpPr>
          <p:nvPr>
            <p:ph type="sldImg"/>
          </p:nvPr>
        </p:nvSpPr>
        <p:spPr>
          <a:xfrm>
            <a:off x="1152360" y="853920"/>
            <a:ext cx="4552200" cy="3415680"/>
          </a:xfrm>
          <a:prstGeom prst="rect">
            <a:avLst/>
          </a:prstGeom>
          <a:ln w="0">
            <a:noFill/>
          </a:ln>
        </p:spPr>
      </p:sp>
      <p:sp>
        <p:nvSpPr>
          <p:cNvPr id="340"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Với biểu đồ này, các hành vi của S (được đặc tả) nhưng không được cài đặt chính là phần bị bỏ quên (bị sót)</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Các hành vi có trong P nhưng không có đặc tả là những sai lầm về nhiệm vụ (tự sáng tạo)</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Giao giữa S và P là phần đúng đắn (cần ca kiểm thử để đảm bảo tính đúng đắn)</a:t>
            </a:r>
            <a:endParaRPr lang="en-US" sz="2000" b="0" u="none" strike="noStrike">
              <a:solidFill>
                <a:srgbClr val="000000"/>
              </a:solidFill>
              <a:effectLst/>
              <a:uFillTx/>
              <a:latin typeface="Arial"/>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Img"/>
          </p:nvPr>
        </p:nvSpPr>
        <p:spPr>
          <a:xfrm>
            <a:off x="1152360" y="853920"/>
            <a:ext cx="4552200" cy="3415680"/>
          </a:xfrm>
          <a:prstGeom prst="rect">
            <a:avLst/>
          </a:prstGeom>
          <a:ln w="0">
            <a:noFill/>
          </a:ln>
        </p:spPr>
      </p:sp>
      <p:sp>
        <p:nvSpPr>
          <p:cNvPr id="342"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Giả sử chúng ta sinh bộ kiểm thử với các hành vi như hình tròn T</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Xét mối quan hệ giữa S, P và T, hãy điền các thông tin mô tả về từng miền như đánh số</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1: các hành vi được đặc tả, được cài đặt và được kiểm thử</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2. các hành vi được đặc tả, được cài đặt nhưng không được kiểm thử</a:t>
            </a:r>
            <a:endParaRPr lang="en-US" sz="2000" b="0" u="none" strike="noStrike">
              <a:solidFill>
                <a:srgbClr val="000000"/>
              </a:solidFill>
              <a:effectLst/>
              <a:uFillTx/>
              <a:latin typeface="Arial"/>
            </a:endParaRPr>
          </a:p>
          <a:p>
            <a:pPr indent="0" defTabSz="914400">
              <a:lnSpc>
                <a:spcPct val="100000"/>
              </a:lnSpc>
              <a:spcBef>
                <a:spcPts val="360"/>
              </a:spcBef>
              <a:buNone/>
              <a:tabLst>
                <a:tab algn="l" pos="0"/>
              </a:tabLst>
            </a:pPr>
            <a:r>
              <a:rPr lang="en-US" sz="2000" b="0" u="none" strike="noStrike">
                <a:solidFill>
                  <a:srgbClr val="000000"/>
                </a:solidFill>
                <a:effectLst/>
                <a:uFillTx/>
                <a:latin typeface="Arial"/>
              </a:rPr>
              <a:t>3. các hành vi không được đặc tả, được cài đặt và được kiểm thử</a:t>
            </a:r>
            <a:endParaRPr lang="en-US" sz="2000" b="0" u="none" strike="noStrike">
              <a:solidFill>
                <a:srgbClr val="000000"/>
              </a:solidFill>
              <a:effectLst/>
              <a:uFillTx/>
              <a:latin typeface="Arial"/>
            </a:endParaRPr>
          </a:p>
          <a:p>
            <a:pPr indent="0" defTabSz="914400">
              <a:lnSpc>
                <a:spcPct val="100000"/>
              </a:lnSpc>
              <a:spcBef>
                <a:spcPts val="360"/>
              </a:spcBef>
              <a:buNone/>
              <a:tabLst>
                <a:tab algn="l" pos="0"/>
              </a:tabLst>
            </a:pPr>
            <a:r>
              <a:rPr lang="en-US" sz="2000" b="0" u="none" strike="noStrike">
                <a:solidFill>
                  <a:srgbClr val="000000"/>
                </a:solidFill>
                <a:effectLst/>
                <a:uFillTx/>
                <a:latin typeface="Arial"/>
              </a:rPr>
              <a:t>4. các hành vi được đặc tả, không được cài đặt và được kiểm thử</a:t>
            </a:r>
            <a:endParaRPr lang="en-US" sz="2000" b="0" u="none" strike="noStrike">
              <a:solidFill>
                <a:srgbClr val="000000"/>
              </a:solidFill>
              <a:effectLst/>
              <a:uFillTx/>
              <a:latin typeface="Arial"/>
            </a:endParaRPr>
          </a:p>
          <a:p>
            <a:pPr indent="0" defTabSz="914400">
              <a:lnSpc>
                <a:spcPct val="100000"/>
              </a:lnSpc>
              <a:spcBef>
                <a:spcPts val="360"/>
              </a:spcBef>
              <a:buNone/>
              <a:tabLst>
                <a:tab algn="l" pos="0"/>
              </a:tabLst>
            </a:pPr>
            <a:r>
              <a:rPr lang="en-US" sz="2000" b="0" u="none" strike="noStrike">
                <a:solidFill>
                  <a:srgbClr val="000000"/>
                </a:solidFill>
                <a:effectLst/>
                <a:uFillTx/>
                <a:latin typeface="Arial"/>
              </a:rPr>
              <a:t>5. các hành vi được đặc tả, không được cài đặt và không được kiểm thử</a:t>
            </a:r>
            <a:endParaRPr lang="en-US" sz="2000" b="0" u="none" strike="noStrike">
              <a:solidFill>
                <a:srgbClr val="000000"/>
              </a:solidFill>
              <a:effectLst/>
              <a:uFillTx/>
              <a:latin typeface="Arial"/>
            </a:endParaRPr>
          </a:p>
          <a:p>
            <a:pPr indent="0" defTabSz="914400">
              <a:lnSpc>
                <a:spcPct val="100000"/>
              </a:lnSpc>
              <a:spcBef>
                <a:spcPts val="360"/>
              </a:spcBef>
              <a:buNone/>
              <a:tabLst>
                <a:tab algn="l" pos="0"/>
              </a:tabLst>
            </a:pPr>
            <a:r>
              <a:rPr lang="en-US" sz="2000" b="0" u="none" strike="noStrike">
                <a:solidFill>
                  <a:srgbClr val="000000"/>
                </a:solidFill>
                <a:effectLst/>
                <a:uFillTx/>
                <a:latin typeface="Arial"/>
              </a:rPr>
              <a:t>6. các hành vi không được đặc tả, được cài đặt và không được kiểm thử</a:t>
            </a:r>
            <a:endParaRPr lang="en-US" sz="2000" b="0" u="none" strike="noStrike">
              <a:solidFill>
                <a:srgbClr val="000000"/>
              </a:solidFill>
              <a:effectLst/>
              <a:uFillTx/>
              <a:latin typeface="Arial"/>
            </a:endParaRPr>
          </a:p>
          <a:p>
            <a:pPr indent="0" defTabSz="914400">
              <a:lnSpc>
                <a:spcPct val="100000"/>
              </a:lnSpc>
              <a:spcBef>
                <a:spcPts val="360"/>
              </a:spcBef>
              <a:buNone/>
              <a:tabLst>
                <a:tab algn="l" pos="0"/>
              </a:tabLst>
            </a:pPr>
            <a:r>
              <a:rPr lang="en-US" sz="2000" b="0" u="none" strike="noStrike">
                <a:solidFill>
                  <a:srgbClr val="000000"/>
                </a:solidFill>
                <a:effectLst/>
                <a:uFillTx/>
                <a:latin typeface="Arial"/>
              </a:rPr>
              <a:t>2. các hành vi không được đặc tả, không được cài đặt nhưng được kiểm thử</a:t>
            </a:r>
            <a:endParaRPr lang="en-US" sz="2000" b="0" u="none" strike="noStrike">
              <a:solidFill>
                <a:srgbClr val="000000"/>
              </a:solidFill>
              <a:effectLst/>
              <a:uFillTx/>
              <a:latin typeface="Arial"/>
            </a:endParaRPr>
          </a:p>
          <a:p>
            <a:pPr indent="0" defTabSz="914400">
              <a:lnSpc>
                <a:spcPct val="100000"/>
              </a:lnSpc>
              <a:buNone/>
              <a:tabLst>
                <a:tab algn="l" pos="0"/>
              </a:tabLst>
            </a:pPr>
            <a:endParaRPr lang="en-US" sz="2000" b="0" u="none" strike="noStrik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Num" idx="109"/>
          </p:nvPr>
        </p:nvSpPr>
        <p:spPr>
          <a:xfrm>
            <a:off x="3884040" y="9276120"/>
            <a:ext cx="2971800" cy="488160"/>
          </a:xfrm>
          <a:prstGeom prst="rect">
            <a:avLst/>
          </a:prstGeom>
          <a:noFill/>
          <a:ln w="0">
            <a:noFill/>
          </a:ln>
        </p:spPr>
        <p:txBody>
          <a:bodyPr lIns="90000" rIns="90000" tIns="45000" bIns="45000" anchor="t">
            <a:noAutofit/>
          </a:bodyPr>
          <a:lstStyle>
            <a:lvl1pPr indent="0" algn="r" defTabSz="966960">
              <a:lnSpc>
                <a:spcPct val="100000"/>
              </a:lnSpc>
              <a:buNone/>
              <a:tabLst>
                <a:tab algn="l" pos="0"/>
              </a:tabLst>
              <a:defRPr lang="en-CA" sz="1300" b="0" u="none" strike="noStrike">
                <a:solidFill>
                  <a:schemeClr val="dk1"/>
                </a:solidFill>
                <a:effectLst/>
                <a:uFillTx/>
                <a:latin typeface="Calibri"/>
                <a:ea typeface="+mn-ea"/>
              </a:defRPr>
            </a:lvl1pPr>
          </a:lstStyle>
          <a:p>
            <a:pPr indent="0" algn="r" defTabSz="966960">
              <a:lnSpc>
                <a:spcPct val="100000"/>
              </a:lnSpc>
              <a:buNone/>
              <a:tabLst>
                <a:tab algn="l" pos="0"/>
              </a:tabLst>
            </a:pPr>
            <a:fld id="{95824B5C-F99E-4AD3-A806-AF8BDDAE66FD}" type="slidenum">
              <a:rPr lang="en-CA" sz="1300" b="0" u="none" strike="noStrike">
                <a:solidFill>
                  <a:schemeClr val="dk1"/>
                </a:solidFill>
                <a:effectLst/>
                <a:uFillTx/>
                <a:latin typeface="Calibri"/>
                <a:ea typeface="+mn-ea"/>
              </a:rPr>
              <a:t>&lt;number&gt;</a:t>
            </a:fld>
            <a:endParaRPr lang="en-US" sz="1300" b="0" u="none" strike="noStrike">
              <a:solidFill>
                <a:srgbClr val="000000"/>
              </a:solidFill>
              <a:effectLst/>
              <a:uFillTx/>
              <a:latin typeface="Times New Roman"/>
            </a:endParaRPr>
          </a:p>
        </p:txBody>
      </p:sp>
      <p:sp>
        <p:nvSpPr>
          <p:cNvPr id="344" name="PlaceHolder 2"/>
          <p:cNvSpPr>
            <a:spLocks noGrp="1"/>
          </p:cNvSpPr>
          <p:nvPr>
            <p:ph type="body"/>
          </p:nvPr>
        </p:nvSpPr>
        <p:spPr>
          <a:xfrm>
            <a:off x="456840" y="3518640"/>
            <a:ext cx="5986800" cy="5596200"/>
          </a:xfrm>
          <a:prstGeom prst="rect">
            <a:avLst/>
          </a:prstGeom>
          <a:noFill/>
          <a:ln w="0">
            <a:noFill/>
          </a:ln>
        </p:spPr>
        <p:txBody>
          <a:bodyPr numCol="1" spcCol="0" lIns="95760" rIns="95760" tIns="47160" bIns="47160" anchor="t">
            <a:noAutofit/>
          </a:bodyPr>
          <a:p>
            <a:pPr indent="0">
              <a:lnSpc>
                <a:spcPct val="100000"/>
              </a:lnSpc>
              <a:buNone/>
              <a:tabLst>
                <a:tab algn="l" pos="0"/>
              </a:tabLst>
            </a:pPr>
            <a:r>
              <a:rPr lang="de-DE" sz="2000" b="0" u="none" strike="noStrike">
                <a:solidFill>
                  <a:srgbClr val="000000"/>
                </a:solidFill>
                <a:effectLst/>
                <a:uFillTx/>
                <a:latin typeface="Arial"/>
              </a:rPr>
              <a:t>Có 2 chiến lược chính trong việc thiết kế các ca kiểm thử: kiểm thử hộp đen và kiểm thử hộp trắng</a:t>
            </a:r>
            <a:endParaRPr lang="en-US" sz="2000" b="0" u="none" strike="noStrike">
              <a:solidFill>
                <a:srgbClr val="000000"/>
              </a:solidFill>
              <a:effectLst/>
              <a:uFillTx/>
              <a:latin typeface="Arial"/>
            </a:endParaRPr>
          </a:p>
          <a:p>
            <a:pPr indent="0">
              <a:lnSpc>
                <a:spcPct val="100000"/>
              </a:lnSpc>
              <a:buNone/>
              <a:tabLst>
                <a:tab algn="l" pos="0"/>
              </a:tabLst>
            </a:pPr>
            <a:r>
              <a:rPr lang="de-DE" sz="2000" b="0" u="none" strike="noStrike">
                <a:solidFill>
                  <a:srgbClr val="000000"/>
                </a:solidFill>
                <a:effectLst/>
                <a:uFillTx/>
                <a:latin typeface="Arial"/>
              </a:rPr>
              <a:t>Kiểm thử hộp đen (black-box testing) còn có 2 tên gọi khác là </a:t>
            </a:r>
            <a:r>
              <a:rPr lang="en-US" sz="2000" b="0" u="none" strike="noStrike">
                <a:solidFill>
                  <a:srgbClr val="000000"/>
                </a:solidFill>
                <a:effectLst/>
                <a:uFillTx/>
                <a:latin typeface="Arial"/>
              </a:rPr>
              <a:t>kiểm thử hàm, kiểm thử chức năng</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Với chiến lược này, chúng ta không cần quan tâm bên trong sản phẩm/chương trình cài đặt như thế nào (coi nó như hộp đen). Chúng ta chi quan tâm đến đầu vào, đầu ra và mối quan hệ giữa chúng (được thể hiện từ đặc tả).</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Như vậy, kiểm thử hộp đen sinh các ca kiểm thử từ đặc tả</a:t>
            </a:r>
            <a:endParaRPr lang="en-US" sz="2000" b="0" u="none" strike="noStrike">
              <a:solidFill>
                <a:srgbClr val="000000"/>
              </a:solidFill>
              <a:effectLst/>
              <a:uFillTx/>
              <a:latin typeface="Arial"/>
            </a:endParaRPr>
          </a:p>
        </p:txBody>
      </p:sp>
      <p:sp>
        <p:nvSpPr>
          <p:cNvPr id="345" name="PlaceHolder 3"/>
          <p:cNvSpPr>
            <a:spLocks noGrp="1"/>
          </p:cNvSpPr>
          <p:nvPr>
            <p:ph type="sldImg"/>
          </p:nvPr>
        </p:nvSpPr>
        <p:spPr>
          <a:xfrm>
            <a:off x="1152360" y="34920"/>
            <a:ext cx="4440960" cy="3332880"/>
          </a:xfrm>
          <a:prstGeom prst="rect">
            <a:avLst/>
          </a:prstGeom>
          <a:ln w="0">
            <a:noFill/>
          </a:ln>
        </p:spPr>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Num" idx="110"/>
          </p:nvPr>
        </p:nvSpPr>
        <p:spPr>
          <a:xfrm>
            <a:off x="3884040" y="9276120"/>
            <a:ext cx="2971800" cy="488160"/>
          </a:xfrm>
          <a:prstGeom prst="rect">
            <a:avLst/>
          </a:prstGeom>
          <a:noFill/>
          <a:ln w="0">
            <a:noFill/>
          </a:ln>
        </p:spPr>
        <p:txBody>
          <a:bodyPr lIns="90000" rIns="90000" tIns="45000" bIns="45000" anchor="t">
            <a:noAutofit/>
          </a:bodyPr>
          <a:lstStyle>
            <a:lvl1pPr indent="0" algn="r" defTabSz="966960">
              <a:lnSpc>
                <a:spcPct val="100000"/>
              </a:lnSpc>
              <a:buNone/>
              <a:tabLst>
                <a:tab algn="l" pos="0"/>
              </a:tabLst>
              <a:defRPr lang="en-CA" sz="1300" b="0" u="none" strike="noStrike">
                <a:solidFill>
                  <a:schemeClr val="dk1"/>
                </a:solidFill>
                <a:effectLst/>
                <a:uFillTx/>
                <a:latin typeface="Calibri"/>
                <a:ea typeface="+mn-ea"/>
              </a:defRPr>
            </a:lvl1pPr>
          </a:lstStyle>
          <a:p>
            <a:pPr indent="0" algn="r" defTabSz="966960">
              <a:lnSpc>
                <a:spcPct val="100000"/>
              </a:lnSpc>
              <a:buNone/>
              <a:tabLst>
                <a:tab algn="l" pos="0"/>
              </a:tabLst>
            </a:pPr>
            <a:fld id="{DEB67F26-E751-4EED-9F1C-9AF068345C61}" type="slidenum">
              <a:rPr lang="en-CA" sz="1300" b="0" u="none" strike="noStrike">
                <a:solidFill>
                  <a:schemeClr val="dk1"/>
                </a:solidFill>
                <a:effectLst/>
                <a:uFillTx/>
                <a:latin typeface="Calibri"/>
                <a:ea typeface="+mn-ea"/>
              </a:rPr>
              <a:t>&lt;number&gt;</a:t>
            </a:fld>
            <a:endParaRPr lang="en-US" sz="1300" b="0" u="none" strike="noStrike">
              <a:solidFill>
                <a:srgbClr val="000000"/>
              </a:solidFill>
              <a:effectLst/>
              <a:uFillTx/>
              <a:latin typeface="Times New Roman"/>
            </a:endParaRPr>
          </a:p>
        </p:txBody>
      </p:sp>
      <p:sp>
        <p:nvSpPr>
          <p:cNvPr id="347" name="PlaceHolder 2"/>
          <p:cNvSpPr>
            <a:spLocks noGrp="1"/>
          </p:cNvSpPr>
          <p:nvPr>
            <p:ph type="body"/>
          </p:nvPr>
        </p:nvSpPr>
        <p:spPr>
          <a:xfrm>
            <a:off x="456840" y="3518640"/>
            <a:ext cx="5986800" cy="5596200"/>
          </a:xfrm>
          <a:prstGeom prst="rect">
            <a:avLst/>
          </a:prstGeom>
          <a:noFill/>
          <a:ln w="0">
            <a:noFill/>
          </a:ln>
        </p:spPr>
        <p:txBody>
          <a:bodyPr numCol="1" spcCol="0" lIns="95760" rIns="95760" tIns="47160" bIns="47160" anchor="t">
            <a:noAutofit/>
          </a:bodyPr>
          <a:p>
            <a:pPr indent="0">
              <a:lnSpc>
                <a:spcPct val="100000"/>
              </a:lnSpc>
              <a:buNone/>
              <a:tabLst>
                <a:tab algn="l" pos="0"/>
              </a:tabLst>
            </a:pPr>
            <a:r>
              <a:rPr lang="de-DE" sz="2000" b="0" u="none" strike="noStrike">
                <a:solidFill>
                  <a:srgbClr val="000000"/>
                </a:solidFill>
                <a:effectLst/>
                <a:uFillTx/>
                <a:latin typeface="Arial"/>
              </a:rPr>
              <a:t>Khác với kiểm thử hộp đen, kiểm thử hộp trắng (có tên gọi khác là kiểm thử cấu trúc) quan tâm đến mã nguồn bên trong của sản phẩm/chương trình và sinh các ca kiểm thử từ mã nguồn.</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r>
              <a:rPr lang="de-DE" sz="2000" b="0" u="none" strike="noStrike">
                <a:solidFill>
                  <a:srgbClr val="000000"/>
                </a:solidFill>
                <a:effectLst/>
                <a:uFillTx/>
                <a:latin typeface="Arial"/>
              </a:rPr>
              <a:t>Với kiểm thử hộp trắng, chúng ta có một số tiêu chuẩn về độ bao phủ như sau:</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de-DE" sz="2000" b="0" u="none" strike="noStrike">
                <a:solidFill>
                  <a:srgbClr val="000000"/>
                </a:solidFill>
                <a:effectLst/>
                <a:uFillTx/>
                <a:latin typeface="Arial"/>
              </a:rPr>
              <a:t>Độ phủ dòng lệnh: đảm bảo mọi câu lệnh đều được kiểm thử (khi thực hiện các ca kiểm thử thì mỗi câu lệnh đều được thực thi ít nhất 1 lần)</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de-DE" sz="2000" b="0" u="none" strike="noStrike">
                <a:solidFill>
                  <a:srgbClr val="000000"/>
                </a:solidFill>
                <a:effectLst/>
                <a:uFillTx/>
                <a:latin typeface="Arial"/>
              </a:rPr>
              <a:t>Độ phủ nhánh: tất cả các nhánh đều được thực thi ít nhất một lần</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de-DE" sz="2000" b="0" u="none" strike="noStrike">
                <a:solidFill>
                  <a:srgbClr val="000000"/>
                </a:solidFill>
                <a:effectLst/>
                <a:uFillTx/>
                <a:latin typeface="Arial"/>
              </a:rPr>
              <a:t>Độ phủ đường đi: tất cả các đường đi (tất cả các khả năng thực thi của chương trình) phải được thực thi ít nhất 1 lần</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de-DE" sz="2000" b="0" u="none" strike="noStrike">
                <a:solidFill>
                  <a:srgbClr val="000000"/>
                </a:solidFill>
                <a:effectLst/>
                <a:uFillTx/>
                <a:latin typeface="Arial"/>
              </a:rPr>
              <a:t>Độ phủ vòng lặp: sinh các ca kiểm thử riêng cho vòng lặp (lặp 0 lần, lặp 1 lần, lặp nhiều hơn 1 lần, ...)</a:t>
            </a:r>
            <a:endParaRPr lang="en-US" sz="2000" b="0" u="none" strike="noStrike">
              <a:solidFill>
                <a:srgbClr val="000000"/>
              </a:solidFill>
              <a:effectLst/>
              <a:uFillTx/>
              <a:latin typeface="Arial"/>
            </a:endParaRPr>
          </a:p>
        </p:txBody>
      </p:sp>
      <p:sp>
        <p:nvSpPr>
          <p:cNvPr id="348" name="PlaceHolder 3"/>
          <p:cNvSpPr>
            <a:spLocks noGrp="1"/>
          </p:cNvSpPr>
          <p:nvPr>
            <p:ph type="sldImg"/>
          </p:nvPr>
        </p:nvSpPr>
        <p:spPr>
          <a:xfrm>
            <a:off x="1152360" y="34920"/>
            <a:ext cx="4440960" cy="3332880"/>
          </a:xfrm>
          <a:prstGeom prst="rect">
            <a:avLst/>
          </a:prstGeom>
          <a:ln w="0">
            <a:noFill/>
          </a:ln>
        </p:spPr>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9" name="PlaceHolder 1"/>
          <p:cNvSpPr>
            <a:spLocks noGrp="1"/>
          </p:cNvSpPr>
          <p:nvPr>
            <p:ph type="sldNum" idx="111"/>
          </p:nvPr>
        </p:nvSpPr>
        <p:spPr>
          <a:xfrm>
            <a:off x="3884040" y="9276120"/>
            <a:ext cx="2971800" cy="488160"/>
          </a:xfrm>
          <a:prstGeom prst="rect">
            <a:avLst/>
          </a:prstGeom>
          <a:noFill/>
          <a:ln w="0">
            <a:noFill/>
          </a:ln>
        </p:spPr>
        <p:txBody>
          <a:bodyPr lIns="90000" rIns="90000" tIns="45000" bIns="45000" anchor="t">
            <a:noAutofit/>
          </a:bodyPr>
          <a:lstStyle>
            <a:lvl1pPr indent="0" algn="r" defTabSz="966960">
              <a:lnSpc>
                <a:spcPct val="100000"/>
              </a:lnSpc>
              <a:buNone/>
              <a:tabLst>
                <a:tab algn="l" pos="0"/>
              </a:tabLst>
              <a:defRPr lang="en-CA" sz="1300" b="0" u="none" strike="noStrike">
                <a:solidFill>
                  <a:schemeClr val="dk1"/>
                </a:solidFill>
                <a:effectLst/>
                <a:uFillTx/>
                <a:latin typeface="Calibri"/>
                <a:ea typeface="+mn-ea"/>
              </a:defRPr>
            </a:lvl1pPr>
          </a:lstStyle>
          <a:p>
            <a:pPr indent="0" algn="r" defTabSz="966960">
              <a:lnSpc>
                <a:spcPct val="100000"/>
              </a:lnSpc>
              <a:buNone/>
              <a:tabLst>
                <a:tab algn="l" pos="0"/>
              </a:tabLst>
            </a:pPr>
            <a:fld id="{54364F99-FA71-4EAB-B9A0-3F335600DC3A}" type="slidenum">
              <a:rPr lang="en-CA" sz="1300" b="0" u="none" strike="noStrike">
                <a:solidFill>
                  <a:schemeClr val="dk1"/>
                </a:solidFill>
                <a:effectLst/>
                <a:uFillTx/>
                <a:latin typeface="Calibri"/>
                <a:ea typeface="+mn-ea"/>
              </a:rPr>
              <a:t>&lt;number&gt;</a:t>
            </a:fld>
            <a:endParaRPr lang="en-US" sz="1300" b="0" u="none" strike="noStrike">
              <a:solidFill>
                <a:srgbClr val="000000"/>
              </a:solidFill>
              <a:effectLst/>
              <a:uFillTx/>
              <a:latin typeface="Times New Roman"/>
            </a:endParaRPr>
          </a:p>
        </p:txBody>
      </p:sp>
      <p:sp>
        <p:nvSpPr>
          <p:cNvPr id="350" name="PlaceHolder 2"/>
          <p:cNvSpPr>
            <a:spLocks noGrp="1"/>
          </p:cNvSpPr>
          <p:nvPr>
            <p:ph type="body"/>
          </p:nvPr>
        </p:nvSpPr>
        <p:spPr>
          <a:xfrm>
            <a:off x="456840" y="3518640"/>
            <a:ext cx="5986800" cy="5596200"/>
          </a:xfrm>
          <a:prstGeom prst="rect">
            <a:avLst/>
          </a:prstGeom>
          <a:noFill/>
          <a:ln w="0">
            <a:noFill/>
          </a:ln>
        </p:spPr>
        <p:txBody>
          <a:bodyPr numCol="1" spcCol="0" lIns="95760" rIns="95760" tIns="47160" bIns="47160" anchor="t">
            <a:noAutofit/>
          </a:bodyPr>
          <a:p>
            <a:pPr indent="0">
              <a:lnSpc>
                <a:spcPct val="100000"/>
              </a:lnSpc>
              <a:buNone/>
              <a:tabLst>
                <a:tab algn="l" pos="0"/>
              </a:tabLst>
            </a:pPr>
            <a:r>
              <a:rPr lang="de-DE" sz="2000" b="0" u="none" strike="noStrike">
                <a:solidFill>
                  <a:srgbClr val="000000"/>
                </a:solidFill>
                <a:effectLst/>
                <a:uFillTx/>
                <a:latin typeface="Arial"/>
              </a:rPr>
              <a:t>Như đã mô tả, mỗi chiến lược kiểm thử có thiên chức riêng.</a:t>
            </a:r>
            <a:endParaRPr lang="en-US" sz="2000" b="0" u="none" strike="noStrike">
              <a:solidFill>
                <a:srgbClr val="000000"/>
              </a:solidFill>
              <a:effectLst/>
              <a:uFillTx/>
              <a:latin typeface="Arial"/>
            </a:endParaRPr>
          </a:p>
          <a:p>
            <a:pPr indent="0">
              <a:lnSpc>
                <a:spcPct val="100000"/>
              </a:lnSpc>
              <a:buNone/>
              <a:tabLst>
                <a:tab algn="l" pos="0"/>
              </a:tabLst>
            </a:pPr>
            <a:r>
              <a:rPr lang="de-DE" sz="2000" b="0" u="none" strike="noStrike">
                <a:solidFill>
                  <a:srgbClr val="000000"/>
                </a:solidFill>
                <a:effectLst/>
                <a:uFillTx/>
                <a:latin typeface="Arial"/>
              </a:rPr>
              <a:t>Đây là các đặc trưng giúp chúng ta phân biệt giữa kiểm thử hộp đen và kiểm thử hộp trắng</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r>
              <a:rPr lang="de-DE" sz="2000" b="0" u="none" strike="noStrike">
                <a:solidFill>
                  <a:srgbClr val="000000"/>
                </a:solidFill>
                <a:effectLst/>
                <a:uFillTx/>
                <a:latin typeface="Arial"/>
              </a:rPr>
              <a:t>Với kiểm thử hộp trắng:</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de-DE" sz="2000" b="0" u="none" strike="noStrike">
                <a:solidFill>
                  <a:srgbClr val="000000"/>
                </a:solidFill>
                <a:effectLst/>
                <a:uFillTx/>
                <a:latin typeface="Arial"/>
              </a:rPr>
              <a:t>Đôi khi số đường đi của chương trình là vô hạn (ví dụ vòng lặp vô hạn)</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de-DE" sz="2000" b="0" u="none" strike="noStrike">
                <a:solidFill>
                  <a:srgbClr val="000000"/>
                </a:solidFill>
                <a:effectLst/>
                <a:uFillTx/>
                <a:latin typeface="Arial"/>
              </a:rPr>
              <a:t>Chúng ta chỉ kiểm thử những gì đã làm (đã cài đặt), không kiểm tra những gì cần được làm (so với đặc tả)</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de-DE" sz="2000" b="0" u="none" strike="noStrike">
                <a:solidFill>
                  <a:srgbClr val="000000"/>
                </a:solidFill>
                <a:effectLst/>
                <a:uFillTx/>
                <a:latin typeface="Arial"/>
              </a:rPr>
              <a:t>Độ khó để sinh các ca kiểm thử cao hơn (khó hơn) hộp đen</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de-DE" sz="2000" b="0" u="none" strike="noStrike">
                <a:solidFill>
                  <a:srgbClr val="000000"/>
                </a:solidFill>
                <a:effectLst/>
                <a:uFillTx/>
                <a:latin typeface="Arial"/>
              </a:rPr>
              <a:t>Thường chỉ sử dụng để sinh các ca kiểm thử cho kiểm thử đơn vị</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r>
              <a:rPr lang="de-DE" sz="2000" b="0" u="none" strike="noStrike">
                <a:solidFill>
                  <a:srgbClr val="000000"/>
                </a:solidFill>
                <a:effectLst/>
                <a:uFillTx/>
                <a:latin typeface="Arial"/>
              </a:rPr>
              <a:t>Với kiểm thử hộp đen:</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de-DE" sz="2000" b="0" u="none" strike="noStrike">
                <a:solidFill>
                  <a:srgbClr val="000000"/>
                </a:solidFill>
                <a:effectLst/>
                <a:uFillTx/>
                <a:latin typeface="Arial"/>
              </a:rPr>
              <a:t>Số ca kiểm thử cũng thường rất lớn khi tổ hợp các khả năng của các đầu vào</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de-DE" sz="2000" b="0" u="none" strike="noStrike">
                <a:solidFill>
                  <a:srgbClr val="000000"/>
                </a:solidFill>
                <a:effectLst/>
                <a:uFillTx/>
                <a:latin typeface="Arial"/>
              </a:rPr>
              <a:t>Khó phát hiện các lỗi tiềm tàng bên trong mã nguồn</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de-DE" sz="2000" b="0" u="none" strike="noStrike">
                <a:solidFill>
                  <a:srgbClr val="000000"/>
                </a:solidFill>
                <a:effectLst/>
                <a:uFillTx/>
                <a:latin typeface="Arial"/>
              </a:rPr>
              <a:t>Thích hợp cho các cấp độ kiểm thử (đơn vị, tích hợp, hệ thống và chấp nhận)</a:t>
            </a:r>
            <a:endParaRPr lang="en-US" sz="2000" b="0" u="none" strike="noStrike">
              <a:solidFill>
                <a:srgbClr val="000000"/>
              </a:solidFill>
              <a:effectLst/>
              <a:uFillTx/>
              <a:latin typeface="Arial"/>
            </a:endParaRPr>
          </a:p>
          <a:p>
            <a:pPr indent="0">
              <a:lnSpc>
                <a:spcPct val="100000"/>
              </a:lnSpc>
              <a:buNone/>
              <a:tabLst>
                <a:tab algn="l" pos="0"/>
              </a:tabLst>
            </a:pPr>
            <a:r>
              <a:rPr lang="de-DE" sz="2000" b="0" u="none" strike="noStrike">
                <a:solidFill>
                  <a:srgbClr val="000000"/>
                </a:solidFill>
                <a:effectLst/>
                <a:uFillTx/>
                <a:latin typeface="Arial"/>
              </a:rPr>
              <a:t>Hai chiến lược này đều cần và bổ sung cho nhau</a:t>
            </a:r>
            <a:endParaRPr lang="en-US" sz="2000" b="0" u="none" strike="noStrike">
              <a:solidFill>
                <a:srgbClr val="000000"/>
              </a:solidFill>
              <a:effectLst/>
              <a:uFillTx/>
              <a:latin typeface="Arial"/>
            </a:endParaRPr>
          </a:p>
        </p:txBody>
      </p:sp>
      <p:sp>
        <p:nvSpPr>
          <p:cNvPr id="351" name="PlaceHolder 3"/>
          <p:cNvSpPr>
            <a:spLocks noGrp="1"/>
          </p:cNvSpPr>
          <p:nvPr>
            <p:ph type="sldImg"/>
          </p:nvPr>
        </p:nvSpPr>
        <p:spPr>
          <a:xfrm>
            <a:off x="1152360" y="34920"/>
            <a:ext cx="4440960" cy="3332880"/>
          </a:xfrm>
          <a:prstGeom prst="rect">
            <a:avLst/>
          </a:prstGeom>
          <a:ln w="0">
            <a:noFill/>
          </a:ln>
        </p:spPr>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2" name="PlaceHolder 1"/>
          <p:cNvSpPr>
            <a:spLocks noGrp="1"/>
          </p:cNvSpPr>
          <p:nvPr>
            <p:ph type="sldImg"/>
          </p:nvPr>
        </p:nvSpPr>
        <p:spPr>
          <a:xfrm>
            <a:off x="1152360" y="853920"/>
            <a:ext cx="4552200" cy="3415680"/>
          </a:xfrm>
          <a:prstGeom prst="rect">
            <a:avLst/>
          </a:prstGeom>
          <a:ln w="0">
            <a:noFill/>
          </a:ln>
        </p:spPr>
      </p:sp>
      <p:sp>
        <p:nvSpPr>
          <p:cNvPr id="353"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2 biểu đồ Venn trên hình thể hiện rõ bản chất của kiểm thử hộp đen và kiểm thử hộp trắng.</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Với kiểm thử hộp đen, tập hành vi của bộ kiểm thử là tập con của đặc tả. Vì vậy, các ca kiểm thử này chỉ kiểm tra được các lỗi có đặc tả và không được cài đặt hoặc các lỗi về tính chính xác của việc cài đặt (ứng với đặc tả)</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defTabSz="914400">
              <a:lnSpc>
                <a:spcPct val="100000"/>
              </a:lnSpc>
              <a:spcBef>
                <a:spcPts val="360"/>
              </a:spcBef>
              <a:buNone/>
              <a:tabLst>
                <a:tab algn="l" pos="0"/>
              </a:tabLst>
            </a:pPr>
            <a:r>
              <a:rPr lang="en-US" sz="2000" b="0" u="none" strike="noStrike">
                <a:solidFill>
                  <a:srgbClr val="000000"/>
                </a:solidFill>
                <a:effectLst/>
                <a:uFillTx/>
                <a:latin typeface="Arial"/>
              </a:rPr>
              <a:t>Với kiểm thử hộp trắng, tập hành vi của bộ kiểm thử là tập con của chương trình. Vì vậy, các ca kiểm thử này chỉ kiểm tra được các lỗi không có đặc tả mà được cài đặt hoặc các lỗi về tính chính xác của việc cài đặt (ứng với đặc tả)</a:t>
            </a:r>
            <a:endParaRPr lang="en-US" sz="2000" b="0" u="none" strike="noStrike">
              <a:solidFill>
                <a:srgbClr val="000000"/>
              </a:solidFill>
              <a:effectLst/>
              <a:uFillTx/>
              <a:latin typeface="Arial"/>
            </a:endParaRPr>
          </a:p>
          <a:p>
            <a:pPr indent="0" defTabSz="914400">
              <a:lnSpc>
                <a:spcPct val="100000"/>
              </a:lnSpc>
              <a:spcBef>
                <a:spcPts val="360"/>
              </a:spcBef>
              <a:buNone/>
              <a:tabLst>
                <a:tab algn="l" pos="0"/>
              </a:tabLst>
            </a:pPr>
            <a:endParaRPr lang="en-US" sz="2000" b="0" u="none" strike="noStrike">
              <a:solidFill>
                <a:srgbClr val="000000"/>
              </a:solidFill>
              <a:effectLst/>
              <a:uFillTx/>
              <a:latin typeface="Arial"/>
            </a:endParaRPr>
          </a:p>
          <a:p>
            <a:pPr indent="0" defTabSz="914400">
              <a:lnSpc>
                <a:spcPct val="100000"/>
              </a:lnSpc>
              <a:spcBef>
                <a:spcPts val="360"/>
              </a:spcBef>
              <a:buNone/>
              <a:tabLst>
                <a:tab algn="l" pos="0"/>
              </a:tabLst>
            </a:pPr>
            <a:r>
              <a:rPr lang="en-US" sz="2000" b="0" u="none" strike="noStrike">
                <a:solidFill>
                  <a:srgbClr val="000000"/>
                </a:solidFill>
                <a:effectLst/>
                <a:uFillTx/>
                <a:latin typeface="Arial"/>
              </a:rPr>
              <a:t>Như vậy, mỗi chiến lược kiểm thử có thiên chức riêng, cả hai đều rất cần thiết và không thay thế được cho nhau</a:t>
            </a:r>
            <a:endParaRPr lang="en-US" sz="2000" b="0" u="none" strike="noStrike">
              <a:solidFill>
                <a:srgbClr val="000000"/>
              </a:solidFill>
              <a:effectLst/>
              <a:uFillTx/>
              <a:latin typeface="Arial"/>
            </a:endParaRPr>
          </a:p>
          <a:p>
            <a:pPr indent="0" defTabSz="914400">
              <a:lnSpc>
                <a:spcPct val="100000"/>
              </a:lnSpc>
              <a:buNone/>
              <a:tabLst>
                <a:tab algn="l" pos="0"/>
              </a:tabLst>
            </a:pPr>
            <a:endParaRPr lang="en-US" sz="2000" b="0" u="none" strike="noStrike">
              <a:solidFill>
                <a:srgbClr val="000000"/>
              </a:solidFill>
              <a:effectLst/>
              <a:uFillTx/>
              <a:latin typeface="Arial"/>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PlaceHolder 1"/>
          <p:cNvSpPr>
            <a:spLocks noGrp="1"/>
          </p:cNvSpPr>
          <p:nvPr>
            <p:ph type="sldNum" idx="112"/>
          </p:nvPr>
        </p:nvSpPr>
        <p:spPr>
          <a:xfrm>
            <a:off x="3884040" y="9276120"/>
            <a:ext cx="2971800" cy="488160"/>
          </a:xfrm>
          <a:prstGeom prst="rect">
            <a:avLst/>
          </a:prstGeom>
          <a:noFill/>
          <a:ln w="0">
            <a:noFill/>
          </a:ln>
        </p:spPr>
        <p:txBody>
          <a:bodyPr lIns="90000" rIns="90000" tIns="45000" bIns="45000" anchor="t">
            <a:noAutofit/>
          </a:bodyPr>
          <a:lstStyle>
            <a:lvl1pPr indent="0" algn="r" defTabSz="966960">
              <a:lnSpc>
                <a:spcPct val="100000"/>
              </a:lnSpc>
              <a:buNone/>
              <a:tabLst>
                <a:tab algn="l" pos="0"/>
              </a:tabLst>
              <a:defRPr lang="en-CA" sz="1300" b="0" u="none" strike="noStrike">
                <a:solidFill>
                  <a:schemeClr val="dk1"/>
                </a:solidFill>
                <a:effectLst/>
                <a:uFillTx/>
                <a:latin typeface="Calibri"/>
                <a:ea typeface="+mn-ea"/>
              </a:defRPr>
            </a:lvl1pPr>
          </a:lstStyle>
          <a:p>
            <a:pPr indent="0" algn="r" defTabSz="966960">
              <a:lnSpc>
                <a:spcPct val="100000"/>
              </a:lnSpc>
              <a:buNone/>
              <a:tabLst>
                <a:tab algn="l" pos="0"/>
              </a:tabLst>
            </a:pPr>
            <a:fld id="{F69F4D66-72DF-4AF5-9522-909289B1F568}" type="slidenum">
              <a:rPr lang="en-CA" sz="1300" b="0" u="none" strike="noStrike">
                <a:solidFill>
                  <a:schemeClr val="dk1"/>
                </a:solidFill>
                <a:effectLst/>
                <a:uFillTx/>
                <a:latin typeface="Calibri"/>
                <a:ea typeface="+mn-ea"/>
              </a:rPr>
              <a:t>&lt;number&gt;</a:t>
            </a:fld>
            <a:endParaRPr lang="en-US" sz="1300" b="0" u="none" strike="noStrike">
              <a:solidFill>
                <a:srgbClr val="000000"/>
              </a:solidFill>
              <a:effectLst/>
              <a:uFillTx/>
              <a:latin typeface="Times New Roman"/>
            </a:endParaRPr>
          </a:p>
        </p:txBody>
      </p:sp>
      <p:sp>
        <p:nvSpPr>
          <p:cNvPr id="355" name="PlaceHolder 2"/>
          <p:cNvSpPr>
            <a:spLocks noGrp="1"/>
          </p:cNvSpPr>
          <p:nvPr>
            <p:ph type="body"/>
          </p:nvPr>
        </p:nvSpPr>
        <p:spPr>
          <a:xfrm>
            <a:off x="913680" y="4642560"/>
            <a:ext cx="5029560" cy="4113720"/>
          </a:xfrm>
          <a:prstGeom prst="rect">
            <a:avLst/>
          </a:prstGeom>
          <a:noFill/>
          <a:ln w="0">
            <a:noFill/>
          </a:ln>
        </p:spPr>
        <p:txBody>
          <a:bodyPr numCol="1" spcCol="0" lIns="95760" rIns="95760" tIns="47160" bIns="47160" anchor="t">
            <a:noAutofit/>
          </a:bodyPr>
          <a:p>
            <a:pPr indent="0">
              <a:lnSpc>
                <a:spcPct val="100000"/>
              </a:lnSpc>
              <a:buNone/>
              <a:tabLst>
                <a:tab algn="l" pos="0"/>
              </a:tabLst>
            </a:pPr>
            <a:r>
              <a:rPr lang="en-US" sz="2000" b="0" u="none" strike="noStrike">
                <a:solidFill>
                  <a:srgbClr val="000000"/>
                </a:solidFill>
                <a:effectLst/>
                <a:uFillTx/>
                <a:latin typeface="Arial"/>
              </a:rPr>
              <a:t>Kiểm thử là việc tìm lỗi. Gỡ lỗi (debug) là việc tìm nguyên nhân, vị trí lỗi, và sửa lỗi.</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Như vậy, quy trình phải là: Thực hiện việc kiểm thử, nếu phát hiện ra lỗi thì sử dụng bộ đầu vào của ca kiểm thử phát hiện ra lỗi để thực hiện việc gỡ lỗi.</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Sau khi tìm được vị trí của lỗi và sửa lỗi, chúng ta lại kiểm thử lại.</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Quá trình tiếp tục đến khi không phát hiện lỗi.</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p:txBody>
      </p:sp>
      <p:sp>
        <p:nvSpPr>
          <p:cNvPr id="356" name="PlaceHolder 3"/>
          <p:cNvSpPr>
            <a:spLocks noGrp="1"/>
          </p:cNvSpPr>
          <p:nvPr>
            <p:ph type="sldImg"/>
          </p:nvPr>
        </p:nvSpPr>
        <p:spPr>
          <a:xfrm>
            <a:off x="1150920" y="853920"/>
            <a:ext cx="4552200" cy="3415680"/>
          </a:xfrm>
          <a:prstGeom prst="rect">
            <a:avLst/>
          </a:prstGeom>
          <a:ln w="0">
            <a:noFill/>
          </a:ln>
        </p:spPr>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PlaceHolder 1"/>
          <p:cNvSpPr>
            <a:spLocks noGrp="1"/>
          </p:cNvSpPr>
          <p:nvPr>
            <p:ph type="sldImg"/>
          </p:nvPr>
        </p:nvSpPr>
        <p:spPr>
          <a:xfrm>
            <a:off x="1152360" y="853920"/>
            <a:ext cx="4552200" cy="3415680"/>
          </a:xfrm>
          <a:prstGeom prst="rect">
            <a:avLst/>
          </a:prstGeom>
          <a:ln w="0">
            <a:noFill/>
          </a:ln>
        </p:spPr>
      </p:sp>
      <p:sp>
        <p:nvSpPr>
          <p:cNvPr id="358"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Lỗi: một hành động (trong thu thập, phân tích, đặc tả, thiết kế, lập trình, kiểm thử, …) không đúng với kế hoạch và đặc tả bài toán</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Lỗi ở đây xảy ra trong quy trình phát triển sản phẩm</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Sai: là kết quả của lỗi</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Hình trên slide là một cách phân loại sai dựa trên độ nghiêm trọng củ hậu quả do lỗi tương ứng gây ra</a:t>
            </a:r>
            <a:endParaRPr lang="en-US" sz="2000" b="0" u="none" strike="noStrike">
              <a:solidFill>
                <a:srgbClr val="000000"/>
              </a:solidFill>
              <a:effectLst/>
              <a:uFillTx/>
              <a:latin typeface="Arial"/>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Num" idx="113"/>
          </p:nvPr>
        </p:nvSpPr>
        <p:spPr>
          <a:xfrm>
            <a:off x="3884040" y="9276120"/>
            <a:ext cx="2971800" cy="488160"/>
          </a:xfrm>
          <a:prstGeom prst="rect">
            <a:avLst/>
          </a:prstGeom>
          <a:noFill/>
          <a:ln w="0">
            <a:noFill/>
          </a:ln>
        </p:spPr>
        <p:txBody>
          <a:bodyPr lIns="90000" rIns="90000" tIns="45000" bIns="45000" anchor="t">
            <a:noAutofit/>
          </a:bodyPr>
          <a:lstStyle>
            <a:lvl1pPr indent="0" algn="r" defTabSz="966960">
              <a:lnSpc>
                <a:spcPct val="100000"/>
              </a:lnSpc>
              <a:buNone/>
              <a:tabLst>
                <a:tab algn="l" pos="0"/>
              </a:tabLst>
              <a:defRPr lang="en-CA" sz="1300" b="0" u="none" strike="noStrike">
                <a:solidFill>
                  <a:schemeClr val="dk1"/>
                </a:solidFill>
                <a:effectLst/>
                <a:uFillTx/>
                <a:latin typeface="Calibri"/>
                <a:ea typeface="+mn-ea"/>
              </a:defRPr>
            </a:lvl1pPr>
          </a:lstStyle>
          <a:p>
            <a:pPr indent="0" algn="r" defTabSz="966960">
              <a:lnSpc>
                <a:spcPct val="100000"/>
              </a:lnSpc>
              <a:buNone/>
              <a:tabLst>
                <a:tab algn="l" pos="0"/>
              </a:tabLst>
            </a:pPr>
            <a:fld id="{53AAE999-883A-4FFD-9CC7-37099CB0B75D}" type="slidenum">
              <a:rPr lang="en-CA" sz="1300" b="0" u="none" strike="noStrike">
                <a:solidFill>
                  <a:schemeClr val="dk1"/>
                </a:solidFill>
                <a:effectLst/>
                <a:uFillTx/>
                <a:latin typeface="Calibri"/>
                <a:ea typeface="+mn-ea"/>
              </a:rPr>
              <a:t>&lt;number&gt;</a:t>
            </a:fld>
            <a:endParaRPr lang="en-US" sz="1300" b="0" u="none" strike="noStrike">
              <a:solidFill>
                <a:srgbClr val="000000"/>
              </a:solidFill>
              <a:effectLst/>
              <a:uFillTx/>
              <a:latin typeface="Times New Roman"/>
            </a:endParaRPr>
          </a:p>
        </p:txBody>
      </p:sp>
      <p:sp>
        <p:nvSpPr>
          <p:cNvPr id="360" name="PlaceHolder 2"/>
          <p:cNvSpPr>
            <a:spLocks noGrp="1"/>
          </p:cNvSpPr>
          <p:nvPr>
            <p:ph type="body"/>
          </p:nvPr>
        </p:nvSpPr>
        <p:spPr>
          <a:xfrm>
            <a:off x="913680" y="4642560"/>
            <a:ext cx="5029560" cy="4113720"/>
          </a:xfrm>
          <a:prstGeom prst="rect">
            <a:avLst/>
          </a:prstGeom>
          <a:noFill/>
          <a:ln w="0">
            <a:noFill/>
          </a:ln>
        </p:spPr>
        <p:txBody>
          <a:bodyPr numCol="1" spcCol="0" lIns="95760" rIns="95760" tIns="47160" bIns="47160" anchor="t">
            <a:noAutofit/>
          </a:bodyPr>
          <a:p>
            <a:pPr indent="0">
              <a:lnSpc>
                <a:spcPct val="100000"/>
              </a:lnSpc>
              <a:buNone/>
              <a:tabLst>
                <a:tab algn="l" pos="0"/>
              </a:tabLst>
            </a:pPr>
            <a:r>
              <a:rPr lang="en-US" sz="2000" b="0" u="none" strike="noStrike">
                <a:solidFill>
                  <a:srgbClr val="000000"/>
                </a:solidFill>
                <a:effectLst/>
                <a:uFillTx/>
                <a:latin typeface="Arial"/>
              </a:rPr>
              <a:t>Các giai đoạn kiểm thử: Unit: đơn vị, Intergration: tích hợp, System: hệ thống, Acceptance (chấp thuận)</a:t>
            </a:r>
            <a:endParaRPr lang="en-US" sz="2000" b="0" u="none" strike="noStrike">
              <a:solidFill>
                <a:srgbClr val="000000"/>
              </a:solidFill>
              <a:effectLst/>
              <a:uFillTx/>
              <a:latin typeface="Arial"/>
            </a:endParaRPr>
          </a:p>
        </p:txBody>
      </p:sp>
      <p:sp>
        <p:nvSpPr>
          <p:cNvPr id="361" name="PlaceHolder 3"/>
          <p:cNvSpPr>
            <a:spLocks noGrp="1"/>
          </p:cNvSpPr>
          <p:nvPr>
            <p:ph type="sldImg"/>
          </p:nvPr>
        </p:nvSpPr>
        <p:spPr>
          <a:xfrm>
            <a:off x="1150920" y="853920"/>
            <a:ext cx="4552200" cy="3415680"/>
          </a:xfrm>
          <a:prstGeom prst="rect">
            <a:avLst/>
          </a:prstGeom>
          <a:ln w="0">
            <a:noFill/>
          </a:ln>
        </p:spPr>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Num" idx="114"/>
          </p:nvPr>
        </p:nvSpPr>
        <p:spPr>
          <a:xfrm>
            <a:off x="3884040" y="9276120"/>
            <a:ext cx="2971800" cy="488160"/>
          </a:xfrm>
          <a:prstGeom prst="rect">
            <a:avLst/>
          </a:prstGeom>
          <a:noFill/>
          <a:ln w="0">
            <a:noFill/>
          </a:ln>
        </p:spPr>
        <p:txBody>
          <a:bodyPr lIns="90000" rIns="90000" tIns="45000" bIns="45000" anchor="t">
            <a:noAutofit/>
          </a:bodyPr>
          <a:lstStyle>
            <a:lvl1pPr indent="0" algn="r" defTabSz="966960">
              <a:lnSpc>
                <a:spcPct val="100000"/>
              </a:lnSpc>
              <a:buNone/>
              <a:tabLst>
                <a:tab algn="l" pos="0"/>
              </a:tabLst>
              <a:defRPr lang="en-CA" sz="1300" b="0" u="none" strike="noStrike">
                <a:solidFill>
                  <a:schemeClr val="dk1"/>
                </a:solidFill>
                <a:effectLst/>
                <a:uFillTx/>
                <a:latin typeface="Calibri"/>
                <a:ea typeface="+mn-ea"/>
              </a:defRPr>
            </a:lvl1pPr>
          </a:lstStyle>
          <a:p>
            <a:pPr indent="0" algn="r" defTabSz="966960">
              <a:lnSpc>
                <a:spcPct val="100000"/>
              </a:lnSpc>
              <a:buNone/>
              <a:tabLst>
                <a:tab algn="l" pos="0"/>
              </a:tabLst>
            </a:pPr>
            <a:fld id="{66E55A0A-0BAF-45D3-9BCF-F8094B15F0CB}" type="slidenum">
              <a:rPr lang="en-CA" sz="1300" b="0" u="none" strike="noStrike">
                <a:solidFill>
                  <a:schemeClr val="dk1"/>
                </a:solidFill>
                <a:effectLst/>
                <a:uFillTx/>
                <a:latin typeface="Calibri"/>
                <a:ea typeface="+mn-ea"/>
              </a:rPr>
              <a:t>&lt;number&gt;</a:t>
            </a:fld>
            <a:endParaRPr lang="en-US" sz="1300" b="0" u="none" strike="noStrike">
              <a:solidFill>
                <a:srgbClr val="000000"/>
              </a:solidFill>
              <a:effectLst/>
              <a:uFillTx/>
              <a:latin typeface="Times New Roman"/>
            </a:endParaRPr>
          </a:p>
        </p:txBody>
      </p:sp>
      <p:sp>
        <p:nvSpPr>
          <p:cNvPr id="363" name="PlaceHolder 2"/>
          <p:cNvSpPr>
            <a:spLocks noGrp="1"/>
          </p:cNvSpPr>
          <p:nvPr>
            <p:ph type="sldImg"/>
          </p:nvPr>
        </p:nvSpPr>
        <p:spPr>
          <a:xfrm>
            <a:off x="1152360" y="34920"/>
            <a:ext cx="4440960" cy="3332880"/>
          </a:xfrm>
          <a:prstGeom prst="rect">
            <a:avLst/>
          </a:prstGeom>
          <a:ln w="0">
            <a:noFill/>
          </a:ln>
        </p:spPr>
      </p:sp>
      <p:sp>
        <p:nvSpPr>
          <p:cNvPr id="364" name="PlaceHolder 3"/>
          <p:cNvSpPr>
            <a:spLocks noGrp="1"/>
          </p:cNvSpPr>
          <p:nvPr>
            <p:ph type="body"/>
          </p:nvPr>
        </p:nvSpPr>
        <p:spPr>
          <a:xfrm>
            <a:off x="456840" y="3518640"/>
            <a:ext cx="5986800" cy="559620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de-DE" sz="2000" b="0" u="none" strike="noStrike">
                <a:solidFill>
                  <a:srgbClr val="000000"/>
                </a:solidFill>
                <a:effectLst/>
                <a:uFillTx/>
                <a:latin typeface="Arial"/>
              </a:rPr>
              <a:t>Các hoạt động kiểm thử: Subsystem code là một phần của chương trình, phải chạy qua các unit test cho các phần đó. </a:t>
            </a:r>
            <a:endParaRPr lang="en-US" sz="2000" b="0" u="none" strike="noStrike">
              <a:solidFill>
                <a:srgbClr val="000000"/>
              </a:solidFill>
              <a:effectLst/>
              <a:uFillTx/>
              <a:latin typeface="Arial"/>
            </a:endParaRPr>
          </a:p>
          <a:p>
            <a:pPr indent="0">
              <a:lnSpc>
                <a:spcPct val="100000"/>
              </a:lnSpc>
              <a:buNone/>
              <a:tabLst>
                <a:tab algn="l" pos="0"/>
              </a:tabLst>
            </a:pPr>
            <a:r>
              <a:rPr lang="de-DE" sz="2000" b="0" u="none" strike="noStrike">
                <a:solidFill>
                  <a:srgbClr val="000000"/>
                </a:solidFill>
                <a:effectLst/>
                <a:uFillTx/>
                <a:latin typeface="Arial"/>
              </a:rPr>
              <a:t>Dựa trên tài liệu thiết kế (system design document) để thực hiện kiểm thử tích hợp các phần của chương trình lắp ghép dần với nhau.</a:t>
            </a:r>
            <a:endParaRPr lang="en-US" sz="2000" b="0" u="none" strike="noStrike">
              <a:solidFill>
                <a:srgbClr val="000000"/>
              </a:solidFill>
              <a:effectLst/>
              <a:uFillTx/>
              <a:latin typeface="Arial"/>
            </a:endParaRPr>
          </a:p>
          <a:p>
            <a:pPr indent="0">
              <a:lnSpc>
                <a:spcPct val="100000"/>
              </a:lnSpc>
              <a:buNone/>
              <a:tabLst>
                <a:tab algn="l" pos="0"/>
              </a:tabLst>
            </a:pPr>
            <a:r>
              <a:rPr lang="de-DE" sz="2000" b="0" u="none" strike="noStrike">
                <a:solidFill>
                  <a:srgbClr val="000000"/>
                </a:solidFill>
                <a:effectLst/>
                <a:uFillTx/>
                <a:latin typeface="Arial"/>
              </a:rPr>
              <a:t>Dựa trên tài liệu yêu cầu (requirement analysis document) và tài liệu hướng dẫn sử dụng để kiểm thử chức năng (functional test).</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r>
              <a:rPr lang="de-DE" sz="2000" b="0" u="none" strike="noStrike">
                <a:solidFill>
                  <a:srgbClr val="000000"/>
                </a:solidFill>
                <a:effectLst/>
                <a:uFillTx/>
                <a:latin typeface="Arial"/>
              </a:rPr>
              <a:t>Tất cả các việc trên do đội phát triển (developer) thực hiện. Đội phát triển gồm cả lập trình viên, kiểm thử viên, và các thành viên khác.</a:t>
            </a:r>
            <a:endParaRPr lang="en-US" sz="2000" b="0" u="none" strike="noStrik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Num" idx="115"/>
          </p:nvPr>
        </p:nvSpPr>
        <p:spPr>
          <a:xfrm>
            <a:off x="3884040" y="9276120"/>
            <a:ext cx="2971800" cy="488160"/>
          </a:xfrm>
          <a:prstGeom prst="rect">
            <a:avLst/>
          </a:prstGeom>
          <a:noFill/>
          <a:ln w="0">
            <a:noFill/>
          </a:ln>
        </p:spPr>
        <p:txBody>
          <a:bodyPr lIns="90000" rIns="90000" tIns="45000" bIns="45000" anchor="t">
            <a:noAutofit/>
          </a:bodyPr>
          <a:lstStyle>
            <a:lvl1pPr indent="0" algn="r" defTabSz="966960">
              <a:lnSpc>
                <a:spcPct val="100000"/>
              </a:lnSpc>
              <a:buNone/>
              <a:tabLst>
                <a:tab algn="l" pos="0"/>
              </a:tabLst>
              <a:defRPr lang="en-CA" sz="1300" b="0" u="none" strike="noStrike">
                <a:solidFill>
                  <a:schemeClr val="dk1"/>
                </a:solidFill>
                <a:effectLst/>
                <a:uFillTx/>
                <a:latin typeface="Calibri"/>
                <a:ea typeface="+mn-ea"/>
              </a:defRPr>
            </a:lvl1pPr>
          </a:lstStyle>
          <a:p>
            <a:pPr indent="0" algn="r" defTabSz="966960">
              <a:lnSpc>
                <a:spcPct val="100000"/>
              </a:lnSpc>
              <a:buNone/>
              <a:tabLst>
                <a:tab algn="l" pos="0"/>
              </a:tabLst>
            </a:pPr>
            <a:fld id="{9A2B6F46-077D-43CD-AFE5-24E5484DA30B}" type="slidenum">
              <a:rPr lang="en-CA" sz="1300" b="0" u="none" strike="noStrike">
                <a:solidFill>
                  <a:schemeClr val="dk1"/>
                </a:solidFill>
                <a:effectLst/>
                <a:uFillTx/>
                <a:latin typeface="Calibri"/>
                <a:ea typeface="+mn-ea"/>
              </a:rPr>
              <a:t>&lt;number&gt;</a:t>
            </a:fld>
            <a:endParaRPr lang="en-US" sz="1300" b="0" u="none" strike="noStrike">
              <a:solidFill>
                <a:srgbClr val="000000"/>
              </a:solidFill>
              <a:effectLst/>
              <a:uFillTx/>
              <a:latin typeface="Times New Roman"/>
            </a:endParaRPr>
          </a:p>
        </p:txBody>
      </p:sp>
      <p:sp>
        <p:nvSpPr>
          <p:cNvPr id="366" name="PlaceHolder 2"/>
          <p:cNvSpPr>
            <a:spLocks noGrp="1"/>
          </p:cNvSpPr>
          <p:nvPr>
            <p:ph type="sldImg"/>
          </p:nvPr>
        </p:nvSpPr>
        <p:spPr>
          <a:xfrm>
            <a:off x="1152360" y="34920"/>
            <a:ext cx="4440960" cy="3332880"/>
          </a:xfrm>
          <a:prstGeom prst="rect">
            <a:avLst/>
          </a:prstGeom>
          <a:ln w="0">
            <a:noFill/>
          </a:ln>
        </p:spPr>
      </p:sp>
      <p:sp>
        <p:nvSpPr>
          <p:cNvPr id="367" name="PlaceHolder 3"/>
          <p:cNvSpPr>
            <a:spLocks noGrp="1"/>
          </p:cNvSpPr>
          <p:nvPr>
            <p:ph type="body"/>
          </p:nvPr>
        </p:nvSpPr>
        <p:spPr>
          <a:xfrm>
            <a:off x="456840" y="3518640"/>
            <a:ext cx="5986800" cy="559620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de-DE" sz="2000" b="0" u="none" strike="noStrike">
                <a:solidFill>
                  <a:srgbClr val="000000"/>
                </a:solidFill>
                <a:effectLst/>
                <a:uFillTx/>
                <a:latin typeface="Arial"/>
              </a:rPr>
              <a:t>Sau khi kiểm thử chức năng xong rồi thì kiểm thử chất lượng (phi chức năng), vẫn do đội phát triển làm. Sau đó đến kiểm thử chấp thuận thì do người sử dụng, khách hàng thực hiện.</a:t>
            </a:r>
            <a:endParaRPr lang="en-US" sz="2000" b="0" u="none" strike="noStrike">
              <a:solidFill>
                <a:srgbClr val="000000"/>
              </a:solidFill>
              <a:effectLst/>
              <a:uFillTx/>
              <a:latin typeface="Arial"/>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1152360" y="853920"/>
            <a:ext cx="4552200" cy="3415680"/>
          </a:xfrm>
          <a:prstGeom prst="rect">
            <a:avLst/>
          </a:prstGeom>
          <a:ln w="0">
            <a:noFill/>
          </a:ln>
        </p:spPr>
      </p:sp>
      <p:sp>
        <p:nvSpPr>
          <p:cNvPr id="369"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Đây là cấp độ thấp nhất của kiểm thử và thường thực hiện cùng với quá trình coding</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Khi một đơn vị được cài đặt xong, chúng ta sẽ sử dụng các kỹ thuật kiểm thử nhằm sinh các ca kiểm thử và thực thi chúng nhằm phát hiện các lỗi (so với thiết kế và đặc tả)</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0" name="PlaceHolder 1"/>
          <p:cNvSpPr>
            <a:spLocks noGrp="1"/>
          </p:cNvSpPr>
          <p:nvPr>
            <p:ph type="sldImg"/>
          </p:nvPr>
        </p:nvSpPr>
        <p:spPr>
          <a:xfrm>
            <a:off x="1152360" y="853920"/>
            <a:ext cx="4552200" cy="3415680"/>
          </a:xfrm>
          <a:prstGeom prst="rect">
            <a:avLst/>
          </a:prstGeom>
          <a:ln w="0">
            <a:noFill/>
          </a:ln>
        </p:spPr>
      </p:sp>
      <p:sp>
        <p:nvSpPr>
          <p:cNvPr id="371"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Khi các đơn vị đã được kiểm thử, chúng ta sẽ ghép nối chúng thành các modun, ghép các modun thành các thành phần/hệ thống con, …</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Kiểm thử tích hợp nhằm phát hiện những lỗi liên quan đến việc ghép nối này</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Đối tượng của kiểm thử tích hợp là các hệ thống được ghép nối và chưa là HT hoàn chỉnh</a:t>
            </a:r>
            <a:endParaRPr lang="en-US" sz="2000" b="0" u="none" strike="noStrike">
              <a:solidFill>
                <a:srgbClr val="000000"/>
              </a:solidFill>
              <a:effectLst/>
              <a:uFillTx/>
              <a:latin typeface="Arial"/>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1152360" y="853920"/>
            <a:ext cx="4552200" cy="3415680"/>
          </a:xfrm>
          <a:prstGeom prst="rect">
            <a:avLst/>
          </a:prstGeom>
          <a:ln w="0">
            <a:noFill/>
          </a:ln>
        </p:spPr>
      </p:sp>
      <p:sp>
        <p:nvSpPr>
          <p:cNvPr id="373"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Khi ghép nối các HT con/thành phần thành HT hoàn chỉnh, chúng ta sẽ triển khai quá trình kiểm thử hệ thống</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Việc kiểm thử không chỉ giới hạn ở kiểm thử chức năng (như kiểm thử đơn vị và kiểm thử tích hợp) mà còn kiểm thử các yếu tố phi chức năng (dễ sử dụng, hiệu năng, an toàn, …)</a:t>
            </a:r>
            <a:endParaRPr lang="en-US" sz="2000" b="0" u="none" strike="noStrike">
              <a:solidFill>
                <a:srgbClr val="000000"/>
              </a:solidFill>
              <a:effectLst/>
              <a:uFillTx/>
              <a:latin typeface="Arial"/>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1152360" y="853920"/>
            <a:ext cx="4552200" cy="3415680"/>
          </a:xfrm>
          <a:prstGeom prst="rect">
            <a:avLst/>
          </a:prstGeom>
          <a:ln w="0">
            <a:noFill/>
          </a:ln>
        </p:spPr>
      </p:sp>
      <p:sp>
        <p:nvSpPr>
          <p:cNvPr id="375"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Nội hàm của kiểm thử chấp nhận tương tự như kiểm thử hệ thống nhưng khác ở chỗ:</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en-US" sz="2000" b="0" u="none" strike="noStrike">
                <a:solidFill>
                  <a:srgbClr val="000000"/>
                </a:solidFill>
                <a:effectLst/>
                <a:uFillTx/>
                <a:latin typeface="Arial"/>
              </a:rPr>
              <a:t>KT hệ thống do đội phát triển làm</a:t>
            </a:r>
            <a:endParaRPr lang="en-US" sz="2000" b="0" u="none" strike="noStrike">
              <a:solidFill>
                <a:srgbClr val="000000"/>
              </a:solidFill>
              <a:effectLst/>
              <a:uFillTx/>
              <a:latin typeface="Arial"/>
            </a:endParaRPr>
          </a:p>
          <a:p>
            <a:pPr marL="171360" indent="-171360">
              <a:lnSpc>
                <a:spcPct val="100000"/>
              </a:lnSpc>
              <a:buClr>
                <a:srgbClr val="000000"/>
              </a:buClr>
              <a:buFont typeface="OpenSymbol"/>
              <a:buChar char="-"/>
              <a:tabLst>
                <a:tab algn="l" pos="0"/>
              </a:tabLst>
            </a:pPr>
            <a:r>
              <a:rPr lang="en-US" sz="2000" b="0" u="none" strike="noStrike">
                <a:solidFill>
                  <a:srgbClr val="000000"/>
                </a:solidFill>
                <a:effectLst/>
                <a:uFillTx/>
                <a:latin typeface="Arial"/>
              </a:rPr>
              <a:t>KT chấp nhận do khách hàng làm</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PlaceHolder 1"/>
          <p:cNvSpPr>
            <a:spLocks noGrp="1"/>
          </p:cNvSpPr>
          <p:nvPr>
            <p:ph type="sldImg"/>
          </p:nvPr>
        </p:nvSpPr>
        <p:spPr>
          <a:xfrm>
            <a:off x="1152360" y="853920"/>
            <a:ext cx="4552200" cy="3415680"/>
          </a:xfrm>
          <a:prstGeom prst="rect">
            <a:avLst/>
          </a:prstGeom>
          <a:ln w="0">
            <a:noFill/>
          </a:ln>
        </p:spPr>
      </p:sp>
      <p:sp>
        <p:nvSpPr>
          <p:cNvPr id="377"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Kiểm thử là một quá trình phức tạp, lâu dài, tiêu tốn nhiều tài nguyên </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Thường thì phân bố 50% lập trình và 50% kiểm thử </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Trong thực tế, quá trình kiểm thử sẽ kết thúc khi một trong những vấn đề sau xảy ra:</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-Hết thời gian, hết ngân sách</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 Đạt mức độ bao phủ mong muốn</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 Đạt tần suất hỏng hóc mong muốn</a:t>
            </a:r>
            <a:endParaRPr lang="en-US" sz="2000" b="0" u="none" strike="noStrike">
              <a:solidFill>
                <a:srgbClr val="000000"/>
              </a:solidFill>
              <a:effectLst/>
              <a:uFillTx/>
              <a:latin typeface="Arial"/>
            </a:endParaRPr>
          </a:p>
          <a:p>
            <a:pPr indent="0">
              <a:lnSpc>
                <a:spcPct val="100000"/>
              </a:lnSpc>
              <a:buNone/>
              <a:tabLst>
                <a:tab algn="l" pos="0"/>
              </a:tabLst>
            </a:pPr>
            <a:endParaRPr lang="en-US" sz="2000" b="0" u="none" strike="noStrike">
              <a:solidFill>
                <a:srgbClr val="000000"/>
              </a:solidFill>
              <a:effectLst/>
              <a:uFillTx/>
              <a:latin typeface="Arial"/>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1152360" y="853920"/>
            <a:ext cx="4552200" cy="3415680"/>
          </a:xfrm>
          <a:prstGeom prst="rect">
            <a:avLst/>
          </a:prstGeom>
          <a:ln w="0">
            <a:noFill/>
          </a:ln>
        </p:spPr>
      </p:sp>
      <p:sp>
        <p:nvSpPr>
          <p:cNvPr id="379"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Khi chúng ta đã tiến hành kiểm thử và sau đó hệ thống/hệ thống con/modun/đơn vị bị thay đổi, chúng ta phải tiến hành kiểm thử lại (có thể phải sinh lại các ca kiểm thử). Quá trình kiểm thử lại này gọi là kiểm thử hồi quy</a:t>
            </a:r>
            <a:endParaRPr lang="en-US" sz="2000" b="0" u="none" strike="noStrike">
              <a:solidFill>
                <a:srgbClr val="000000"/>
              </a:solidFill>
              <a:effectLst/>
              <a:uFillTx/>
              <a:latin typeface="Arial"/>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1152360" y="853920"/>
            <a:ext cx="4552200" cy="3415680"/>
          </a:xfrm>
          <a:prstGeom prst="rect">
            <a:avLst/>
          </a:prstGeom>
          <a:ln w="0">
            <a:noFill/>
          </a:ln>
        </p:spPr>
      </p:sp>
      <p:sp>
        <p:nvSpPr>
          <p:cNvPr id="381" name="PlaceHolder 2"/>
          <p:cNvSpPr>
            <a:spLocks noGrp="1"/>
          </p:cNvSpPr>
          <p:nvPr>
            <p:ph type="body"/>
          </p:nvPr>
        </p:nvSpPr>
        <p:spPr>
          <a:xfrm>
            <a:off x="914400" y="4641840"/>
            <a:ext cx="5028480" cy="4114080"/>
          </a:xfrm>
          <a:prstGeom prst="rect">
            <a:avLst/>
          </a:prstGeom>
          <a:noFill/>
          <a:ln w="0">
            <a:noFill/>
          </a:ln>
        </p:spPr>
        <p:txBody>
          <a:bodyPr numCol="1" spcCol="0" lIns="90360" rIns="90360" tIns="44280" bIns="44280" anchor="t">
            <a:noAutofit/>
          </a:bodyPr>
          <a:p>
            <a:pPr indent="0">
              <a:lnSpc>
                <a:spcPct val="100000"/>
              </a:lnSpc>
              <a:buNone/>
              <a:tabLst>
                <a:tab algn="l" pos="0"/>
              </a:tabLst>
            </a:pPr>
            <a:r>
              <a:rPr lang="en-US" sz="2000" b="0" u="none" strike="noStrike">
                <a:solidFill>
                  <a:srgbClr val="000000"/>
                </a:solidFill>
                <a:effectLst/>
                <a:uFillTx/>
                <a:latin typeface="Arial"/>
              </a:rPr>
              <a:t>Vì kiểm thử tốn rất nhiều thời gian và nhất là việc chạy/thực thi các ca kiểm thử khá nhàm chán, tự động hóa một phần hoặc toàn bộ quá trình kiểm thử là mục tiêu ưu tiên của các công ty phát triển PM</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Đã có rất nhiều công cụ hỗ trợ việc này.</a:t>
            </a:r>
            <a:endParaRPr lang="en-US" sz="2000" b="0" u="none" strike="noStrike">
              <a:solidFill>
                <a:srgbClr val="000000"/>
              </a:solidFill>
              <a:effectLst/>
              <a:uFillTx/>
              <a:latin typeface="Arial"/>
            </a:endParaRPr>
          </a:p>
          <a:p>
            <a:pPr indent="0">
              <a:lnSpc>
                <a:spcPct val="100000"/>
              </a:lnSpc>
              <a:buNone/>
              <a:tabLst>
                <a:tab algn="l" pos="0"/>
              </a:tabLst>
            </a:pPr>
            <a:r>
              <a:rPr lang="en-US" sz="2000" b="0" u="none" strike="noStrike">
                <a:solidFill>
                  <a:srgbClr val="000000"/>
                </a:solidFill>
                <a:effectLst/>
                <a:uFillTx/>
                <a:latin typeface="Arial"/>
              </a:rPr>
              <a:t>Trên đây là một số công cụ</a:t>
            </a:r>
            <a:endParaRPr lang="en-US" sz="2000" b="0" u="none" strike="noStrike">
              <a:solidFill>
                <a:srgbClr val="000000"/>
              </a:solidFill>
              <a:effectLst/>
              <a:uFillTx/>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cxnSp>
        <p:nvCxnSpPr>
          <p:cNvPr id="2" name="Straight Connector 2"/>
          <p:cNvCxnSpPr/>
          <p:nvPr/>
        </p:nvCxnSpPr>
        <p:spPr>
          <a:xfrm>
            <a:off x="426600" y="1352160"/>
            <a:ext cx="8181720" cy="720"/>
          </a:xfrm>
          <a:prstGeom prst="straightConnector1">
            <a:avLst/>
          </a:prstGeom>
          <a:ln w="0">
            <a:solidFill>
              <a:srgbClr val="feb603"/>
            </a:solidFill>
          </a:ln>
        </p:spPr>
      </p:cxnSp>
      <p:sp>
        <p:nvSpPr>
          <p:cNvPr id="3" name="PlaceHolder 1"/>
          <p:cNvSpPr>
            <a:spLocks noGrp="1"/>
          </p:cNvSpPr>
          <p:nvPr>
            <p:ph type="title"/>
          </p:nvPr>
        </p:nvSpPr>
        <p:spPr>
          <a:xfrm>
            <a:off x="455400" y="21600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Click to </a:t>
            </a:r>
            <a:r>
              <a:rPr lang="en-US" sz="4200" b="0" u="none" strike="noStrike">
                <a:solidFill>
                  <a:srgbClr val="0070c0"/>
                </a:solidFill>
                <a:effectLst/>
                <a:uFillTx/>
                <a:latin typeface="Calibri"/>
              </a:rPr>
              <a:t>edit </a:t>
            </a:r>
            <a:r>
              <a:rPr lang="en-US" sz="4200" b="0" u="none" strike="noStrike">
                <a:solidFill>
                  <a:srgbClr val="0070c0"/>
                </a:solidFill>
                <a:effectLst/>
                <a:uFillTx/>
                <a:latin typeface="Calibri"/>
              </a:rPr>
              <a:t>Master </a:t>
            </a:r>
            <a:r>
              <a:rPr lang="en-US" sz="4200" b="0" u="none" strike="noStrike">
                <a:solidFill>
                  <a:srgbClr val="0070c0"/>
                </a:solidFill>
                <a:effectLst/>
                <a:uFillTx/>
                <a:latin typeface="Calibri"/>
              </a:rPr>
              <a:t>title </a:t>
            </a:r>
            <a:r>
              <a:rPr lang="en-US" sz="4200" b="0" u="none" strike="noStrike">
                <a:solidFill>
                  <a:srgbClr val="0070c0"/>
                </a:solidFill>
                <a:effectLst/>
                <a:uFillTx/>
                <a:latin typeface="Calibri"/>
              </a:rPr>
              <a:t>style</a:t>
            </a:r>
            <a:endParaRPr lang="en-US" sz="4200" b="0" u="none" strike="noStrike">
              <a:solidFill>
                <a:srgbClr val="000000"/>
              </a:solidFill>
              <a:effectLst/>
              <a:uFillTx/>
              <a:latin typeface="Arial"/>
            </a:endParaRPr>
          </a:p>
        </p:txBody>
      </p:sp>
      <p:sp>
        <p:nvSpPr>
          <p:cNvPr id="4" name="PlaceHolder 2"/>
          <p:cNvSpPr>
            <a:spLocks noGrp="1"/>
          </p:cNvSpPr>
          <p:nvPr>
            <p:ph type="dt" idx="1"/>
          </p:nvPr>
        </p:nvSpPr>
        <p:spPr>
          <a:xfrm>
            <a:off x="455400" y="6332760"/>
            <a:ext cx="2124000" cy="362880"/>
          </a:xfrm>
          <a:prstGeom prst="rect">
            <a:avLst/>
          </a:prstGeom>
          <a:noFill/>
          <a:ln w="0">
            <a:noFill/>
          </a:ln>
        </p:spPr>
        <p:txBody>
          <a:bodyPr lIns="86760" rIns="86760" tIns="43560" bIns="43560" anchor="ctr">
            <a:noAutofit/>
          </a:bodyPr>
          <a:lstStyle>
            <a:lvl1pPr indent="0">
              <a:lnSpc>
                <a:spcPct val="100000"/>
              </a:lnSpc>
              <a:buNone/>
              <a:tabLst>
                <a:tab algn="l" pos="0"/>
              </a:tabLst>
              <a:defRPr lang="en-US" sz="1100" b="0" u="none" strike="noStrike">
                <a:solidFill>
                  <a:schemeClr val="dk1">
                    <a:tint val="75000"/>
                  </a:schemeClr>
                </a:solidFill>
                <a:effectLst/>
                <a:uFillTx/>
                <a:latin typeface="Calibri"/>
              </a:defRPr>
            </a:lvl1pPr>
          </a:lstStyle>
          <a:p>
            <a:pPr indent="0">
              <a:lnSpc>
                <a:spcPct val="100000"/>
              </a:lnSpc>
              <a:buNone/>
              <a:tabLst>
                <a:tab algn="l" pos="0"/>
              </a:tabLst>
            </a:pPr>
            <a:r>
              <a:rPr lang="en-US" sz="1100" b="0" u="none" strike="noStrike">
                <a:solidFill>
                  <a:schemeClr val="dk1">
                    <a:tint val="75000"/>
                  </a:schemeClr>
                </a:solidFill>
                <a:effectLst/>
                <a:uFillTx/>
                <a:latin typeface="Calibri"/>
              </a:rPr>
              <a:t> </a:t>
            </a:r>
            <a:endParaRPr lang="en-US" sz="1100" b="0" u="none" strike="noStrike">
              <a:solidFill>
                <a:srgbClr val="000000"/>
              </a:solidFill>
              <a:effectLst/>
              <a:uFillTx/>
              <a:latin typeface="Times New Roman"/>
            </a:endParaRPr>
          </a:p>
        </p:txBody>
      </p:sp>
      <p:sp>
        <p:nvSpPr>
          <p:cNvPr id="5" name="PlaceHolder 3"/>
          <p:cNvSpPr>
            <a:spLocks noGrp="1"/>
          </p:cNvSpPr>
          <p:nvPr>
            <p:ph type="ftr" idx="2"/>
          </p:nvPr>
        </p:nvSpPr>
        <p:spPr>
          <a:xfrm>
            <a:off x="2343240" y="6332760"/>
            <a:ext cx="434268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 </a:t>
            </a:r>
            <a:endParaRPr lang="en-US" sz="1100" b="0" u="none" strike="noStrike">
              <a:solidFill>
                <a:srgbClr val="000000"/>
              </a:solidFill>
              <a:effectLst/>
              <a:uFillTx/>
              <a:latin typeface="Times New Roman"/>
            </a:endParaRPr>
          </a:p>
        </p:txBody>
      </p:sp>
      <p:sp>
        <p:nvSpPr>
          <p:cNvPr id="6" name="PlaceHolder 4"/>
          <p:cNvSpPr>
            <a:spLocks noGrp="1"/>
          </p:cNvSpPr>
          <p:nvPr>
            <p:ph type="sldNum" idx="3"/>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Calibri"/>
              </a:defRPr>
            </a:lvl1pPr>
          </a:lstStyle>
          <a:p>
            <a:pPr indent="0" algn="r">
              <a:lnSpc>
                <a:spcPct val="100000"/>
              </a:lnSpc>
              <a:buNone/>
              <a:tabLst>
                <a:tab algn="l" pos="0"/>
              </a:tabLst>
            </a:pPr>
            <a:fld id="{17C0D276-B550-45F5-BC13-E0B156D52F24}" type="slidenum">
              <a:rPr lang="en-US" sz="1100" b="0" u="none" strike="noStrike">
                <a:solidFill>
                  <a:schemeClr val="dk1">
                    <a:tint val="75000"/>
                  </a:schemeClr>
                </a:solidFill>
                <a:effectLst/>
                <a:uFillTx/>
                <a:latin typeface="Calibri"/>
              </a:rPr>
              <a:t>31</a:t>
            </a:fld>
            <a:endParaRPr lang="en-US" sz="11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dt" idx="4"/>
          </p:nvPr>
        </p:nvSpPr>
        <p:spPr>
          <a:xfrm>
            <a:off x="455400" y="6332760"/>
            <a:ext cx="2124000" cy="362880"/>
          </a:xfrm>
          <a:prstGeom prst="rect">
            <a:avLst/>
          </a:prstGeom>
          <a:noFill/>
          <a:ln w="0">
            <a:noFill/>
          </a:ln>
        </p:spPr>
        <p:txBody>
          <a:bodyPr lIns="86760" rIns="86760" tIns="43560" bIns="43560" anchor="ctr">
            <a:noAutofit/>
          </a:bodyPr>
          <a:lstStyle>
            <a:lvl1pPr indent="0">
              <a:lnSpc>
                <a:spcPct val="100000"/>
              </a:lnSpc>
              <a:buNone/>
              <a:tabLst>
                <a:tab algn="l" pos="0"/>
              </a:tabLst>
              <a:defRPr lang="en-US" sz="1100" b="0" u="none" strike="noStrike">
                <a:solidFill>
                  <a:schemeClr val="dk1">
                    <a:tint val="75000"/>
                  </a:schemeClr>
                </a:solidFill>
                <a:effectLst/>
                <a:uFillTx/>
                <a:latin typeface="Calibri"/>
              </a:defRPr>
            </a:lvl1pPr>
          </a:lstStyle>
          <a:p>
            <a:pPr indent="0">
              <a:lnSpc>
                <a:spcPct val="100000"/>
              </a:lnSpc>
              <a:buNone/>
              <a:tabLst>
                <a:tab algn="l" pos="0"/>
              </a:tabLst>
            </a:pPr>
            <a:r>
              <a:rPr lang="en-US" sz="1100" b="0" u="none" strike="noStrike">
                <a:solidFill>
                  <a:schemeClr val="dk1">
                    <a:tint val="75000"/>
                  </a:schemeClr>
                </a:solidFill>
                <a:effectLst/>
                <a:uFillTx/>
                <a:latin typeface="Calibri"/>
              </a:rPr>
              <a:t> </a:t>
            </a:r>
            <a:endParaRPr lang="en-US" sz="1100" b="0" u="none" strike="noStrike">
              <a:solidFill>
                <a:srgbClr val="000000"/>
              </a:solidFill>
              <a:effectLst/>
              <a:uFillTx/>
              <a:latin typeface="Times New Roman"/>
            </a:endParaRPr>
          </a:p>
        </p:txBody>
      </p:sp>
      <p:sp>
        <p:nvSpPr>
          <p:cNvPr id="8" name="PlaceHolder 2"/>
          <p:cNvSpPr>
            <a:spLocks noGrp="1"/>
          </p:cNvSpPr>
          <p:nvPr>
            <p:ph type="ftr" idx="5"/>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 </a:t>
            </a:r>
            <a:endParaRPr lang="en-US" sz="1100" b="0" u="none" strike="noStrike">
              <a:solidFill>
                <a:srgbClr val="000000"/>
              </a:solidFill>
              <a:effectLst/>
              <a:uFillTx/>
              <a:latin typeface="Times New Roman"/>
            </a:endParaRPr>
          </a:p>
        </p:txBody>
      </p:sp>
      <p:sp>
        <p:nvSpPr>
          <p:cNvPr id="9" name="PlaceHolder 3"/>
          <p:cNvSpPr>
            <a:spLocks noGrp="1"/>
          </p:cNvSpPr>
          <p:nvPr>
            <p:ph type="sldNum" idx="6"/>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Calibri"/>
              </a:defRPr>
            </a:lvl1pPr>
          </a:lstStyle>
          <a:p>
            <a:pPr indent="0" algn="r">
              <a:lnSpc>
                <a:spcPct val="100000"/>
              </a:lnSpc>
              <a:buNone/>
              <a:tabLst>
                <a:tab algn="l" pos="0"/>
              </a:tabLst>
            </a:pPr>
            <a:fld id="{5F3652AE-3C6C-4E67-ABBE-0989F526CF5E}" type="slidenum">
              <a:rPr lang="en-US" sz="1100" b="0" u="none" strike="noStrike">
                <a:solidFill>
                  <a:schemeClr val="dk1">
                    <a:tint val="75000"/>
                  </a:schemeClr>
                </a:solidFill>
                <a:effectLst/>
                <a:uFillTx/>
                <a:latin typeface="Calibri"/>
              </a:rPr>
              <a:t>31</a:t>
            </a:fld>
            <a:endParaRPr lang="en-US" sz="11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455400" y="272160"/>
            <a:ext cx="2995200" cy="1157040"/>
          </a:xfrm>
          <a:prstGeom prst="rect">
            <a:avLst/>
          </a:prstGeom>
          <a:noFill/>
          <a:ln w="9360">
            <a:noFill/>
          </a:ln>
        </p:spPr>
        <p:txBody>
          <a:bodyPr numCol="1" spcCol="0" lIns="86760" rIns="86760" tIns="43560" bIns="43560" anchor="b">
            <a:noAutofit/>
          </a:bodyPr>
          <a:p>
            <a:pPr indent="0">
              <a:lnSpc>
                <a:spcPct val="100000"/>
              </a:lnSpc>
              <a:buNone/>
              <a:tabLst>
                <a:tab algn="l" pos="0"/>
              </a:tabLst>
            </a:pPr>
            <a:r>
              <a:rPr lang="en-US" sz="1900" b="1" u="none" strike="noStrike">
                <a:solidFill>
                  <a:srgbClr val="0070c0"/>
                </a:solidFill>
                <a:effectLst/>
                <a:uFillTx/>
                <a:latin typeface="Calibri"/>
              </a:rPr>
              <a:t>Click to edit Master title style</a:t>
            </a:r>
            <a:endParaRPr lang="en-US" sz="1900" b="0" u="none" strike="noStrike">
              <a:solidFill>
                <a:srgbClr val="000000"/>
              </a:solidFill>
              <a:effectLst/>
              <a:uFillTx/>
              <a:latin typeface="Arial"/>
            </a:endParaRPr>
          </a:p>
        </p:txBody>
      </p:sp>
      <p:sp>
        <p:nvSpPr>
          <p:cNvPr id="11" name="PlaceHolder 2"/>
          <p:cNvSpPr>
            <a:spLocks noGrp="1"/>
          </p:cNvSpPr>
          <p:nvPr>
            <p:ph type="body"/>
          </p:nvPr>
        </p:nvSpPr>
        <p:spPr>
          <a:xfrm>
            <a:off x="3560040" y="272160"/>
            <a:ext cx="5089680" cy="583056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US" sz="3000" b="0" u="none" strike="noStrike">
              <a:solidFill>
                <a:srgbClr val="000000"/>
              </a:solidFill>
              <a:effectLst/>
              <a:uFillTx/>
              <a:latin typeface="Arial"/>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US" sz="27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US" sz="2300" b="0" u="none" strike="noStrike">
              <a:solidFill>
                <a:srgbClr val="000000"/>
              </a:solidFill>
              <a:effectLst/>
              <a:uFillTx/>
              <a:latin typeface="Arial"/>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US" sz="1900" b="0" u="none" strike="noStrike">
              <a:solidFill>
                <a:srgbClr val="000000"/>
              </a:solidFill>
              <a:effectLst/>
              <a:uFillTx/>
              <a:latin typeface="Arial"/>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US" sz="1900" b="0" u="none" strike="noStrike">
              <a:solidFill>
                <a:srgbClr val="000000"/>
              </a:solidFill>
              <a:effectLst/>
              <a:uFillTx/>
              <a:latin typeface="Arial"/>
            </a:endParaRPr>
          </a:p>
        </p:txBody>
      </p:sp>
      <p:sp>
        <p:nvSpPr>
          <p:cNvPr id="12" name="PlaceHolder 3"/>
          <p:cNvSpPr>
            <a:spLocks noGrp="1"/>
          </p:cNvSpPr>
          <p:nvPr>
            <p:ph type="body"/>
          </p:nvPr>
        </p:nvSpPr>
        <p:spPr>
          <a:xfrm>
            <a:off x="455400" y="1429920"/>
            <a:ext cx="2995200" cy="4672800"/>
          </a:xfrm>
          <a:prstGeom prst="rect">
            <a:avLst/>
          </a:prstGeom>
          <a:noFill/>
          <a:ln w="9360">
            <a:noFill/>
          </a:ln>
        </p:spPr>
        <p:txBody>
          <a:bodyPr numCol="1" spcCol="0" lIns="86760" rIns="86760" tIns="43560" bIns="43560" anchor="t">
            <a:noAutofit/>
          </a:bodyPr>
          <a:p>
            <a:pPr indent="0">
              <a:lnSpc>
                <a:spcPct val="100000"/>
              </a:lnSpc>
              <a:spcBef>
                <a:spcPts val="261"/>
              </a:spcBef>
              <a:buNone/>
              <a:tabLst>
                <a:tab algn="l" pos="0"/>
              </a:tabLst>
            </a:pPr>
            <a:r>
              <a:rPr lang="en-US" sz="1300" b="0" u="none" strike="noStrike">
                <a:solidFill>
                  <a:schemeClr val="dk1"/>
                </a:solidFill>
                <a:effectLst/>
                <a:uFillTx/>
                <a:latin typeface="Calibri"/>
              </a:rPr>
              <a:t>Click to edit Master text styles</a:t>
            </a:r>
            <a:endParaRPr lang="en-US" sz="1300" b="0" u="none" strike="noStrike">
              <a:solidFill>
                <a:srgbClr val="000000"/>
              </a:solidFill>
              <a:effectLst/>
              <a:uFillTx/>
              <a:latin typeface="Arial"/>
            </a:endParaRPr>
          </a:p>
        </p:txBody>
      </p:sp>
      <p:sp>
        <p:nvSpPr>
          <p:cNvPr id="13" name="PlaceHolder 4"/>
          <p:cNvSpPr>
            <a:spLocks noGrp="1"/>
          </p:cNvSpPr>
          <p:nvPr>
            <p:ph type="dt" idx="7"/>
          </p:nvPr>
        </p:nvSpPr>
        <p:spPr>
          <a:xfrm>
            <a:off x="455400" y="6332760"/>
            <a:ext cx="2124000" cy="362880"/>
          </a:xfrm>
          <a:prstGeom prst="rect">
            <a:avLst/>
          </a:prstGeom>
          <a:noFill/>
          <a:ln w="0">
            <a:noFill/>
          </a:ln>
        </p:spPr>
        <p:txBody>
          <a:bodyPr lIns="86760" rIns="86760" tIns="43560" bIns="43560" anchor="ctr">
            <a:noAutofit/>
          </a:bodyPr>
          <a:lstStyle>
            <a:lvl1pPr indent="0">
              <a:lnSpc>
                <a:spcPct val="100000"/>
              </a:lnSpc>
              <a:buNone/>
              <a:tabLst>
                <a:tab algn="l" pos="0"/>
              </a:tabLst>
              <a:defRPr lang="en-US" sz="1100" b="0" u="none" strike="noStrike">
                <a:solidFill>
                  <a:schemeClr val="dk1">
                    <a:tint val="75000"/>
                  </a:schemeClr>
                </a:solidFill>
                <a:effectLst/>
                <a:uFillTx/>
                <a:latin typeface="Calibri"/>
              </a:defRPr>
            </a:lvl1pPr>
          </a:lstStyle>
          <a:p>
            <a:pPr indent="0">
              <a:lnSpc>
                <a:spcPct val="100000"/>
              </a:lnSpc>
              <a:buNone/>
              <a:tabLst>
                <a:tab algn="l" pos="0"/>
              </a:tabLst>
            </a:pPr>
            <a:r>
              <a:rPr lang="en-US" sz="1100" b="0" u="none" strike="noStrike">
                <a:solidFill>
                  <a:schemeClr val="dk1">
                    <a:tint val="75000"/>
                  </a:schemeClr>
                </a:solidFill>
                <a:effectLst/>
                <a:uFillTx/>
                <a:latin typeface="Calibri"/>
              </a:rPr>
              <a:t> </a:t>
            </a:r>
            <a:endParaRPr lang="en-US" sz="1100" b="0" u="none" strike="noStrike">
              <a:solidFill>
                <a:srgbClr val="000000"/>
              </a:solidFill>
              <a:effectLst/>
              <a:uFillTx/>
              <a:latin typeface="Times New Roman"/>
            </a:endParaRPr>
          </a:p>
        </p:txBody>
      </p:sp>
      <p:sp>
        <p:nvSpPr>
          <p:cNvPr id="14" name="PlaceHolder 5"/>
          <p:cNvSpPr>
            <a:spLocks noGrp="1"/>
          </p:cNvSpPr>
          <p:nvPr>
            <p:ph type="ftr" idx="8"/>
          </p:nvPr>
        </p:nvSpPr>
        <p:spPr>
          <a:xfrm>
            <a:off x="2190600" y="6332760"/>
            <a:ext cx="449496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 </a:t>
            </a:r>
            <a:endParaRPr lang="en-US" sz="1100" b="0" u="none" strike="noStrike">
              <a:solidFill>
                <a:srgbClr val="000000"/>
              </a:solidFill>
              <a:effectLst/>
              <a:uFillTx/>
              <a:latin typeface="Times New Roman"/>
            </a:endParaRPr>
          </a:p>
        </p:txBody>
      </p:sp>
      <p:sp>
        <p:nvSpPr>
          <p:cNvPr id="15" name="PlaceHolder 6"/>
          <p:cNvSpPr>
            <a:spLocks noGrp="1"/>
          </p:cNvSpPr>
          <p:nvPr>
            <p:ph type="sldNum" idx="9"/>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Calibri"/>
              </a:defRPr>
            </a:lvl1pPr>
          </a:lstStyle>
          <a:p>
            <a:pPr indent="0" algn="r">
              <a:lnSpc>
                <a:spcPct val="100000"/>
              </a:lnSpc>
              <a:buNone/>
              <a:tabLst>
                <a:tab algn="l" pos="0"/>
              </a:tabLst>
            </a:pPr>
            <a:fld id="{FF97D5B0-9212-4E02-92DB-5ABD8B71EB34}" type="slidenum">
              <a:rPr lang="en-US" sz="1100" b="0" u="none" strike="noStrike">
                <a:solidFill>
                  <a:schemeClr val="dk1">
                    <a:tint val="75000"/>
                  </a:schemeClr>
                </a:solidFill>
                <a:effectLst/>
                <a:uFillTx/>
                <a:latin typeface="Calibri"/>
              </a:rPr>
              <a:t>31</a:t>
            </a:fld>
            <a:endParaRPr lang="en-US" sz="11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1784880" y="4782960"/>
            <a:ext cx="5463000" cy="563760"/>
          </a:xfrm>
          <a:prstGeom prst="rect">
            <a:avLst/>
          </a:prstGeom>
          <a:noFill/>
          <a:ln w="9360">
            <a:noFill/>
          </a:ln>
        </p:spPr>
        <p:txBody>
          <a:bodyPr numCol="1" spcCol="0" lIns="86760" rIns="86760" tIns="43560" bIns="43560" anchor="b">
            <a:noAutofit/>
          </a:bodyPr>
          <a:p>
            <a:pPr indent="0">
              <a:lnSpc>
                <a:spcPct val="100000"/>
              </a:lnSpc>
              <a:buNone/>
              <a:tabLst>
                <a:tab algn="l" pos="0"/>
              </a:tabLst>
            </a:pPr>
            <a:r>
              <a:rPr lang="en-US" sz="1900" b="1" u="none" strike="noStrike">
                <a:solidFill>
                  <a:srgbClr val="0070c0"/>
                </a:solidFill>
                <a:effectLst/>
                <a:uFillTx/>
                <a:latin typeface="Calibri"/>
              </a:rPr>
              <a:t>Click to </a:t>
            </a:r>
            <a:r>
              <a:rPr lang="en-US" sz="1900" b="1" u="none" strike="noStrike">
                <a:solidFill>
                  <a:srgbClr val="0070c0"/>
                </a:solidFill>
                <a:effectLst/>
                <a:uFillTx/>
                <a:latin typeface="Calibri"/>
              </a:rPr>
              <a:t>edit </a:t>
            </a:r>
            <a:r>
              <a:rPr lang="en-US" sz="1900" b="1" u="none" strike="noStrike">
                <a:solidFill>
                  <a:srgbClr val="0070c0"/>
                </a:solidFill>
                <a:effectLst/>
                <a:uFillTx/>
                <a:latin typeface="Calibri"/>
              </a:rPr>
              <a:t>Master </a:t>
            </a:r>
            <a:r>
              <a:rPr lang="en-US" sz="1900" b="1" u="none" strike="noStrike">
                <a:solidFill>
                  <a:srgbClr val="0070c0"/>
                </a:solidFill>
                <a:effectLst/>
                <a:uFillTx/>
                <a:latin typeface="Calibri"/>
              </a:rPr>
              <a:t>title style</a:t>
            </a:r>
            <a:endParaRPr lang="en-US" sz="1900" b="0" u="none" strike="noStrike">
              <a:solidFill>
                <a:srgbClr val="000000"/>
              </a:solidFill>
              <a:effectLst/>
              <a:uFillTx/>
              <a:latin typeface="Arial"/>
            </a:endParaRPr>
          </a:p>
        </p:txBody>
      </p:sp>
      <p:sp>
        <p:nvSpPr>
          <p:cNvPr id="17" name="PlaceHolder 2"/>
          <p:cNvSpPr>
            <a:spLocks noGrp="1"/>
          </p:cNvSpPr>
          <p:nvPr>
            <p:ph type="body"/>
          </p:nvPr>
        </p:nvSpPr>
        <p:spPr>
          <a:xfrm>
            <a:off x="1784880" y="610560"/>
            <a:ext cx="5463000" cy="4098960"/>
          </a:xfrm>
          <a:prstGeom prst="rect">
            <a:avLst/>
          </a:prstGeom>
          <a:noFill/>
          <a:ln w="0">
            <a:noFill/>
          </a:ln>
        </p:spPr>
        <p:txBody>
          <a:bodyPr lIns="90000" rIns="90000" tIns="45000" bIns="45000" anchor="t">
            <a:normAutofit/>
          </a:bodyPr>
          <a:p>
            <a:pPr indent="0">
              <a:lnSpc>
                <a:spcPct val="100000"/>
              </a:lnSpc>
              <a:buNone/>
              <a:tabLst>
                <a:tab algn="l" pos="0"/>
              </a:tabLst>
            </a:pPr>
            <a:r>
              <a:rPr lang="en-US" sz="3000" b="0" u="none" strike="noStrike">
                <a:solidFill>
                  <a:schemeClr val="dk1"/>
                </a:solidFill>
                <a:effectLst/>
                <a:uFillTx/>
                <a:latin typeface="Times New Roman"/>
              </a:rPr>
              <a:t>Click icon to add picture</a:t>
            </a:r>
            <a:endParaRPr lang="en-US" sz="3000" b="0" u="none" strike="noStrike">
              <a:solidFill>
                <a:srgbClr val="000000"/>
              </a:solidFill>
              <a:effectLst/>
              <a:uFillTx/>
              <a:latin typeface="Arial"/>
            </a:endParaRPr>
          </a:p>
        </p:txBody>
      </p:sp>
      <p:sp>
        <p:nvSpPr>
          <p:cNvPr id="18" name="PlaceHolder 3"/>
          <p:cNvSpPr>
            <a:spLocks noGrp="1"/>
          </p:cNvSpPr>
          <p:nvPr>
            <p:ph type="body"/>
          </p:nvPr>
        </p:nvSpPr>
        <p:spPr>
          <a:xfrm>
            <a:off x="1784880" y="5347440"/>
            <a:ext cx="5463000" cy="801000"/>
          </a:xfrm>
          <a:prstGeom prst="rect">
            <a:avLst/>
          </a:prstGeom>
          <a:noFill/>
          <a:ln w="9360">
            <a:noFill/>
          </a:ln>
        </p:spPr>
        <p:txBody>
          <a:bodyPr numCol="1" spcCol="0" lIns="86760" rIns="86760" tIns="43560" bIns="43560" anchor="t">
            <a:noAutofit/>
          </a:bodyPr>
          <a:p>
            <a:pPr indent="0">
              <a:lnSpc>
                <a:spcPct val="100000"/>
              </a:lnSpc>
              <a:spcBef>
                <a:spcPts val="261"/>
              </a:spcBef>
              <a:buNone/>
              <a:tabLst>
                <a:tab algn="l" pos="0"/>
              </a:tabLst>
            </a:pPr>
            <a:r>
              <a:rPr lang="en-US" sz="1300" b="0" u="none" strike="noStrike">
                <a:solidFill>
                  <a:schemeClr val="dk1"/>
                </a:solidFill>
                <a:effectLst/>
                <a:uFillTx/>
                <a:latin typeface="Calibri"/>
              </a:rPr>
              <a:t>Click to edit Master text styles</a:t>
            </a:r>
            <a:endParaRPr lang="en-US" sz="1300" b="0" u="none" strike="noStrike">
              <a:solidFill>
                <a:srgbClr val="000000"/>
              </a:solidFill>
              <a:effectLst/>
              <a:uFillTx/>
              <a:latin typeface="Arial"/>
            </a:endParaRPr>
          </a:p>
        </p:txBody>
      </p:sp>
      <p:sp>
        <p:nvSpPr>
          <p:cNvPr id="19" name="PlaceHolder 4"/>
          <p:cNvSpPr>
            <a:spLocks noGrp="1"/>
          </p:cNvSpPr>
          <p:nvPr>
            <p:ph type="dt" idx="10"/>
          </p:nvPr>
        </p:nvSpPr>
        <p:spPr>
          <a:xfrm>
            <a:off x="455400" y="6332760"/>
            <a:ext cx="2124000" cy="362880"/>
          </a:xfrm>
          <a:prstGeom prst="rect">
            <a:avLst/>
          </a:prstGeom>
          <a:noFill/>
          <a:ln w="0">
            <a:noFill/>
          </a:ln>
        </p:spPr>
        <p:txBody>
          <a:bodyPr lIns="86760" rIns="86760" tIns="43560" bIns="43560" anchor="ctr">
            <a:noAutofit/>
          </a:bodyPr>
          <a:lstStyle>
            <a:lvl1pPr indent="0">
              <a:lnSpc>
                <a:spcPct val="100000"/>
              </a:lnSpc>
              <a:buNone/>
              <a:tabLst>
                <a:tab algn="l" pos="0"/>
              </a:tabLst>
              <a:defRPr lang="en-US" sz="1100" b="0" u="none" strike="noStrike">
                <a:solidFill>
                  <a:schemeClr val="dk1">
                    <a:tint val="75000"/>
                  </a:schemeClr>
                </a:solidFill>
                <a:effectLst/>
                <a:uFillTx/>
                <a:latin typeface="Calibri"/>
              </a:defRPr>
            </a:lvl1pPr>
          </a:lstStyle>
          <a:p>
            <a:pPr indent="0">
              <a:lnSpc>
                <a:spcPct val="100000"/>
              </a:lnSpc>
              <a:buNone/>
              <a:tabLst>
                <a:tab algn="l" pos="0"/>
              </a:tabLst>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20" name="PlaceHolder 5"/>
          <p:cNvSpPr>
            <a:spLocks noGrp="1"/>
          </p:cNvSpPr>
          <p:nvPr>
            <p:ph type="ftr" idx="11"/>
          </p:nvPr>
        </p:nvSpPr>
        <p:spPr>
          <a:xfrm>
            <a:off x="2190600" y="6332760"/>
            <a:ext cx="449496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21" name="PlaceHolder 6"/>
          <p:cNvSpPr>
            <a:spLocks noGrp="1"/>
          </p:cNvSpPr>
          <p:nvPr>
            <p:ph type="sldNum" idx="12"/>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Calibri"/>
              </a:defRPr>
            </a:lvl1pPr>
          </a:lstStyle>
          <a:p>
            <a:pPr indent="0" algn="r">
              <a:lnSpc>
                <a:spcPct val="100000"/>
              </a:lnSpc>
              <a:buNone/>
              <a:tabLst>
                <a:tab algn="l" pos="0"/>
              </a:tabLst>
            </a:pPr>
            <a:fld id="{D01BD532-1FBE-4E72-A77E-E7472F82E672}"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682920" y="2122560"/>
            <a:ext cx="7739280" cy="14637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chemeClr val="accent6">
                    <a:lumMod val="50000"/>
                  </a:schemeClr>
                </a:solidFill>
                <a:effectLst/>
                <a:uFillTx/>
                <a:latin typeface="Calibri"/>
              </a:rPr>
              <a:t>Click to edit Master title style</a:t>
            </a:r>
            <a:endParaRPr lang="en-US" sz="4200" b="0" u="none" strike="noStrike">
              <a:solidFill>
                <a:srgbClr val="000000"/>
              </a:solidFill>
              <a:effectLst/>
              <a:uFillTx/>
              <a:latin typeface="Arial"/>
            </a:endParaRPr>
          </a:p>
        </p:txBody>
      </p:sp>
      <p:sp>
        <p:nvSpPr>
          <p:cNvPr id="23" name="PlaceHolder 2"/>
          <p:cNvSpPr>
            <a:spLocks noGrp="1"/>
          </p:cNvSpPr>
          <p:nvPr>
            <p:ph type="dt" idx="13"/>
          </p:nvPr>
        </p:nvSpPr>
        <p:spPr>
          <a:xfrm>
            <a:off x="455400" y="6332760"/>
            <a:ext cx="2124000" cy="362880"/>
          </a:xfrm>
          <a:prstGeom prst="rect">
            <a:avLst/>
          </a:prstGeom>
          <a:noFill/>
          <a:ln w="0">
            <a:noFill/>
          </a:ln>
        </p:spPr>
        <p:txBody>
          <a:bodyPr lIns="86760" rIns="86760" tIns="43560" bIns="43560" anchor="ctr">
            <a:noAutofit/>
          </a:bodyPr>
          <a:lstStyle>
            <a:lvl1pPr indent="0">
              <a:lnSpc>
                <a:spcPct val="100000"/>
              </a:lnSpc>
              <a:buNone/>
              <a:tabLst>
                <a:tab algn="l" pos="0"/>
              </a:tabLst>
              <a:defRPr lang="en-US" sz="1100" b="0" u="none" strike="noStrike">
                <a:solidFill>
                  <a:schemeClr val="dk1">
                    <a:tint val="75000"/>
                  </a:schemeClr>
                </a:solidFill>
                <a:effectLst/>
                <a:uFillTx/>
                <a:latin typeface="Calibri"/>
              </a:defRPr>
            </a:lvl1pPr>
          </a:lstStyle>
          <a:p>
            <a:pPr indent="0">
              <a:lnSpc>
                <a:spcPct val="100000"/>
              </a:lnSpc>
              <a:buNone/>
              <a:tabLst>
                <a:tab algn="l" pos="0"/>
              </a:tabLst>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24" name="PlaceHolder 3"/>
          <p:cNvSpPr>
            <a:spLocks noGrp="1"/>
          </p:cNvSpPr>
          <p:nvPr>
            <p:ph type="ftr" idx="14"/>
          </p:nvPr>
        </p:nvSpPr>
        <p:spPr>
          <a:xfrm>
            <a:off x="2266920" y="6332760"/>
            <a:ext cx="434268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25" name="PlaceHolder 4"/>
          <p:cNvSpPr>
            <a:spLocks noGrp="1"/>
          </p:cNvSpPr>
          <p:nvPr>
            <p:ph type="sldNum" idx="15"/>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Calibri"/>
              </a:defRPr>
            </a:lvl1pPr>
          </a:lstStyle>
          <a:p>
            <a:pPr indent="0" algn="r">
              <a:lnSpc>
                <a:spcPct val="100000"/>
              </a:lnSpc>
              <a:buNone/>
              <a:tabLst>
                <a:tab algn="l" pos="0"/>
              </a:tabLst>
            </a:pPr>
            <a:fld id="{0A2F6DD3-8DF4-4257-B73C-D28CEA8871D4}"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
        <p:nvSpPr>
          <p:cNvPr id="26" name="PlaceHolder 5"/>
          <p:cNvSpPr>
            <a:spLocks noGrp="1"/>
          </p:cNvSpPr>
          <p:nvPr>
            <p:ph type="body"/>
          </p:nvPr>
        </p:nvSpPr>
        <p:spPr>
          <a:xfrm>
            <a:off x="455040" y="1598760"/>
            <a:ext cx="8194320" cy="396180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GB" sz="3000" b="0" u="none" strike="noStrike">
                <a:solidFill>
                  <a:schemeClr val="dk1"/>
                </a:solidFill>
                <a:effectLst/>
                <a:uFillTx/>
                <a:latin typeface="Calibri"/>
              </a:rPr>
              <a:t>Click to edit the outline text format</a:t>
            </a:r>
            <a:endParaRPr lang="en-US" sz="30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GB" sz="2300" b="0" u="none" strike="noStrike">
                <a:solidFill>
                  <a:schemeClr val="dk1"/>
                </a:solidFill>
                <a:effectLst/>
                <a:uFillTx/>
                <a:latin typeface="Calibri"/>
              </a:rPr>
              <a:t>Second Outline Level</a:t>
            </a:r>
            <a:endParaRPr lang="en-US" sz="23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GB" sz="1900" b="0" u="none" strike="noStrike">
                <a:solidFill>
                  <a:schemeClr val="dk1"/>
                </a:solidFill>
                <a:effectLst/>
                <a:uFillTx/>
                <a:latin typeface="Calibri"/>
              </a:rPr>
              <a:t>Third Outline Level</a:t>
            </a:r>
            <a:endParaRPr lang="en-US" sz="19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GB" sz="1900" b="0" u="none" strike="noStrike">
                <a:solidFill>
                  <a:schemeClr val="dk1"/>
                </a:solidFill>
                <a:effectLst/>
                <a:uFillTx/>
                <a:latin typeface="Calibri"/>
              </a:rPr>
              <a:t>Fourth Outline Level</a:t>
            </a:r>
            <a:endParaRPr lang="en-US" sz="19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GB" sz="2000" b="0" u="none" strike="noStrike">
                <a:solidFill>
                  <a:schemeClr val="dk1"/>
                </a:solidFill>
                <a:effectLst/>
                <a:uFillTx/>
                <a:latin typeface="Calibri"/>
              </a:rPr>
              <a:t>Fifth Outline Level</a:t>
            </a:r>
            <a:endParaRPr lang="en-US"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GB" sz="2000" b="0" u="none" strike="noStrike">
                <a:solidFill>
                  <a:schemeClr val="dk1"/>
                </a:solidFill>
                <a:effectLst/>
                <a:uFillTx/>
                <a:latin typeface="Calibri"/>
              </a:rPr>
              <a:t>Sixth Outline Level</a:t>
            </a:r>
            <a:endParaRPr lang="en-US"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GB" sz="2000" b="0" u="none" strike="noStrike">
                <a:solidFill>
                  <a:schemeClr val="dk1"/>
                </a:solidFill>
                <a:effectLst/>
                <a:uFillTx/>
                <a:latin typeface="Calibri"/>
              </a:rPr>
              <a:t>Seventh Outline Level</a:t>
            </a:r>
            <a:endParaRPr lang="en-US" sz="2000" b="0" u="none" strike="noStrike">
              <a:solidFill>
                <a:srgbClr val="000000"/>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27" name="PlaceHolder 1"/>
          <p:cNvSpPr>
            <a:spLocks noGrp="1"/>
          </p:cNvSpPr>
          <p:nvPr>
            <p:ph type="title"/>
          </p:nvPr>
        </p:nvSpPr>
        <p:spPr>
          <a:xfrm>
            <a:off x="455400" y="27360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Click to edit Master title style</a:t>
            </a:r>
            <a:endParaRPr lang="en-US" sz="4200" b="0" u="none" strike="noStrike">
              <a:solidFill>
                <a:srgbClr val="000000"/>
              </a:solidFill>
              <a:effectLst/>
              <a:uFillTx/>
              <a:latin typeface="Arial"/>
            </a:endParaRPr>
          </a:p>
        </p:txBody>
      </p:sp>
      <p:sp>
        <p:nvSpPr>
          <p:cNvPr id="28" name="PlaceHolder 2"/>
          <p:cNvSpPr>
            <a:spLocks noGrp="1"/>
          </p:cNvSpPr>
          <p:nvPr>
            <p:ph type="body"/>
          </p:nvPr>
        </p:nvSpPr>
        <p:spPr>
          <a:xfrm>
            <a:off x="455400" y="1594440"/>
            <a:ext cx="8194680" cy="4508640"/>
          </a:xfrm>
          <a:prstGeom prst="rect">
            <a:avLst/>
          </a:prstGeom>
          <a:noFill/>
          <a:ln w="9360">
            <a:noFill/>
          </a:ln>
        </p:spPr>
        <p:txBody>
          <a:bodyPr numCol="1" spcCol="0" lIns="86760" rIns="86760" tIns="43560" bIns="43560" anchor="t" vert="eaVe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US" sz="3000" b="0" u="none" strike="noStrike">
              <a:solidFill>
                <a:srgbClr val="000000"/>
              </a:solidFill>
              <a:effectLst/>
              <a:uFillTx/>
              <a:latin typeface="Arial"/>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US" sz="27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US" sz="2300" b="0" u="none" strike="noStrike">
              <a:solidFill>
                <a:srgbClr val="000000"/>
              </a:solidFill>
              <a:effectLst/>
              <a:uFillTx/>
              <a:latin typeface="Arial"/>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US" sz="1900" b="0" u="none" strike="noStrike">
              <a:solidFill>
                <a:srgbClr val="000000"/>
              </a:solidFill>
              <a:effectLst/>
              <a:uFillTx/>
              <a:latin typeface="Arial"/>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US" sz="1900" b="0" u="none" strike="noStrike">
              <a:solidFill>
                <a:srgbClr val="000000"/>
              </a:solidFill>
              <a:effectLst/>
              <a:uFillTx/>
              <a:latin typeface="Arial"/>
            </a:endParaRPr>
          </a:p>
        </p:txBody>
      </p:sp>
      <p:sp>
        <p:nvSpPr>
          <p:cNvPr id="29" name="PlaceHolder 3"/>
          <p:cNvSpPr>
            <a:spLocks noGrp="1"/>
          </p:cNvSpPr>
          <p:nvPr>
            <p:ph type="dt" idx="16"/>
          </p:nvPr>
        </p:nvSpPr>
        <p:spPr>
          <a:xfrm>
            <a:off x="455400" y="6332760"/>
            <a:ext cx="2124000" cy="362880"/>
          </a:xfrm>
          <a:prstGeom prst="rect">
            <a:avLst/>
          </a:prstGeom>
          <a:noFill/>
          <a:ln w="0">
            <a:noFill/>
          </a:ln>
        </p:spPr>
        <p:txBody>
          <a:bodyPr lIns="86760" rIns="86760" tIns="43560" bIns="43560" anchor="ctr">
            <a:noAutofit/>
          </a:bodyPr>
          <a:lstStyle>
            <a:lvl1pPr indent="0">
              <a:lnSpc>
                <a:spcPct val="100000"/>
              </a:lnSpc>
              <a:buNone/>
              <a:tabLst>
                <a:tab algn="l" pos="0"/>
              </a:tabLst>
              <a:defRPr lang="en-US" sz="1100" b="0" u="none" strike="noStrike">
                <a:solidFill>
                  <a:schemeClr val="dk1">
                    <a:tint val="75000"/>
                  </a:schemeClr>
                </a:solidFill>
                <a:effectLst/>
                <a:uFillTx/>
                <a:latin typeface="Calibri"/>
              </a:defRPr>
            </a:lvl1pPr>
          </a:lstStyle>
          <a:p>
            <a:pPr indent="0">
              <a:lnSpc>
                <a:spcPct val="100000"/>
              </a:lnSpc>
              <a:buNone/>
              <a:tabLst>
                <a:tab algn="l" pos="0"/>
              </a:tabLst>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30" name="PlaceHolder 4"/>
          <p:cNvSpPr>
            <a:spLocks noGrp="1"/>
          </p:cNvSpPr>
          <p:nvPr>
            <p:ph type="ftr" idx="17"/>
          </p:nvPr>
        </p:nvSpPr>
        <p:spPr>
          <a:xfrm>
            <a:off x="2190600" y="6332760"/>
            <a:ext cx="449496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31" name="PlaceHolder 5"/>
          <p:cNvSpPr>
            <a:spLocks noGrp="1"/>
          </p:cNvSpPr>
          <p:nvPr>
            <p:ph type="sldNum" idx="18"/>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Calibri"/>
              </a:defRPr>
            </a:lvl1pPr>
          </a:lstStyle>
          <a:p>
            <a:pPr indent="0" algn="r">
              <a:lnSpc>
                <a:spcPct val="100000"/>
              </a:lnSpc>
              <a:buNone/>
              <a:tabLst>
                <a:tab algn="l" pos="0"/>
              </a:tabLst>
            </a:pPr>
            <a:fld id="{239DE1F4-180A-49D9-8626-65D865D5B575}"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32" name="PlaceHolder 1"/>
          <p:cNvSpPr>
            <a:spLocks noGrp="1"/>
          </p:cNvSpPr>
          <p:nvPr>
            <p:ph type="title"/>
          </p:nvPr>
        </p:nvSpPr>
        <p:spPr>
          <a:xfrm>
            <a:off x="6601680" y="273600"/>
            <a:ext cx="2048040" cy="5829120"/>
          </a:xfrm>
          <a:prstGeom prst="rect">
            <a:avLst/>
          </a:prstGeom>
          <a:noFill/>
          <a:ln w="9360">
            <a:noFill/>
          </a:ln>
        </p:spPr>
        <p:txBody>
          <a:bodyPr numCol="1" spcCol="0" lIns="86760" rIns="86760" tIns="43560" bIns="43560" anchor="ctr" vert="eaVert">
            <a:noAutofit/>
          </a:bodyPr>
          <a:p>
            <a:pPr indent="0" algn="ctr">
              <a:lnSpc>
                <a:spcPct val="100000"/>
              </a:lnSpc>
              <a:buNone/>
              <a:tabLst>
                <a:tab algn="l" pos="0"/>
              </a:tabLst>
            </a:pPr>
            <a:r>
              <a:rPr lang="en-US" sz="4200" b="0" u="none" strike="noStrike">
                <a:solidFill>
                  <a:srgbClr val="0070c0"/>
                </a:solidFill>
                <a:effectLst/>
                <a:uFillTx/>
                <a:latin typeface="Calibri"/>
              </a:rPr>
              <a:t>Click to edit Master title style</a:t>
            </a:r>
            <a:endParaRPr lang="en-US" sz="4200" b="0" u="none" strike="noStrike">
              <a:solidFill>
                <a:srgbClr val="000000"/>
              </a:solidFill>
              <a:effectLst/>
              <a:uFillTx/>
              <a:latin typeface="Arial"/>
            </a:endParaRPr>
          </a:p>
        </p:txBody>
      </p:sp>
      <p:sp>
        <p:nvSpPr>
          <p:cNvPr id="33" name="PlaceHolder 2"/>
          <p:cNvSpPr>
            <a:spLocks noGrp="1"/>
          </p:cNvSpPr>
          <p:nvPr>
            <p:ph type="body"/>
          </p:nvPr>
        </p:nvSpPr>
        <p:spPr>
          <a:xfrm>
            <a:off x="455400" y="273600"/>
            <a:ext cx="5994000" cy="5829120"/>
          </a:xfrm>
          <a:prstGeom prst="rect">
            <a:avLst/>
          </a:prstGeom>
          <a:noFill/>
          <a:ln w="9360">
            <a:noFill/>
          </a:ln>
        </p:spPr>
        <p:txBody>
          <a:bodyPr numCol="1" spcCol="0" lIns="86760" rIns="86760" tIns="43560" bIns="43560" anchor="t" vert="eaVe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US" sz="3000" b="0" u="none" strike="noStrike">
              <a:solidFill>
                <a:srgbClr val="000000"/>
              </a:solidFill>
              <a:effectLst/>
              <a:uFillTx/>
              <a:latin typeface="Arial"/>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US" sz="27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US" sz="2300" b="0" u="none" strike="noStrike">
              <a:solidFill>
                <a:srgbClr val="000000"/>
              </a:solidFill>
              <a:effectLst/>
              <a:uFillTx/>
              <a:latin typeface="Arial"/>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US" sz="1900" b="0" u="none" strike="noStrike">
              <a:solidFill>
                <a:srgbClr val="000000"/>
              </a:solidFill>
              <a:effectLst/>
              <a:uFillTx/>
              <a:latin typeface="Arial"/>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US" sz="1900" b="0" u="none" strike="noStrike">
              <a:solidFill>
                <a:srgbClr val="000000"/>
              </a:solidFill>
              <a:effectLst/>
              <a:uFillTx/>
              <a:latin typeface="Arial"/>
            </a:endParaRPr>
          </a:p>
        </p:txBody>
      </p:sp>
      <p:sp>
        <p:nvSpPr>
          <p:cNvPr id="34" name="PlaceHolder 3"/>
          <p:cNvSpPr>
            <a:spLocks noGrp="1"/>
          </p:cNvSpPr>
          <p:nvPr>
            <p:ph type="dt" idx="19"/>
          </p:nvPr>
        </p:nvSpPr>
        <p:spPr>
          <a:xfrm>
            <a:off x="455400" y="6332760"/>
            <a:ext cx="2124000" cy="362880"/>
          </a:xfrm>
          <a:prstGeom prst="rect">
            <a:avLst/>
          </a:prstGeom>
          <a:noFill/>
          <a:ln w="0">
            <a:noFill/>
          </a:ln>
        </p:spPr>
        <p:txBody>
          <a:bodyPr lIns="86760" rIns="86760" tIns="43560" bIns="43560" anchor="ctr">
            <a:noAutofit/>
          </a:bodyPr>
          <a:lstStyle>
            <a:lvl1pPr indent="0">
              <a:lnSpc>
                <a:spcPct val="100000"/>
              </a:lnSpc>
              <a:buNone/>
              <a:tabLst>
                <a:tab algn="l" pos="0"/>
              </a:tabLst>
              <a:defRPr lang="en-US" sz="1100" b="0" u="none" strike="noStrike">
                <a:solidFill>
                  <a:schemeClr val="dk1">
                    <a:tint val="75000"/>
                  </a:schemeClr>
                </a:solidFill>
                <a:effectLst/>
                <a:uFillTx/>
                <a:latin typeface="Calibri"/>
              </a:defRPr>
            </a:lvl1pPr>
          </a:lstStyle>
          <a:p>
            <a:pPr indent="0">
              <a:lnSpc>
                <a:spcPct val="100000"/>
              </a:lnSpc>
              <a:buNone/>
              <a:tabLst>
                <a:tab algn="l" pos="0"/>
              </a:tabLst>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35" name="PlaceHolder 4"/>
          <p:cNvSpPr>
            <a:spLocks noGrp="1"/>
          </p:cNvSpPr>
          <p:nvPr>
            <p:ph type="ftr" idx="20"/>
          </p:nvPr>
        </p:nvSpPr>
        <p:spPr>
          <a:xfrm>
            <a:off x="2190600" y="6332760"/>
            <a:ext cx="449496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36" name="PlaceHolder 5"/>
          <p:cNvSpPr>
            <a:spLocks noGrp="1"/>
          </p:cNvSpPr>
          <p:nvPr>
            <p:ph type="sldNum" idx="21"/>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Calibri"/>
              </a:defRPr>
            </a:lvl1pPr>
          </a:lstStyle>
          <a:p>
            <a:pPr indent="0" algn="r">
              <a:lnSpc>
                <a:spcPct val="100000"/>
              </a:lnSpc>
              <a:buNone/>
              <a:tabLst>
                <a:tab algn="l" pos="0"/>
              </a:tabLst>
            </a:pPr>
            <a:fld id="{3300357A-F0DA-4FE3-B7A3-8A614D4C2010}"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AndObj" preserve="1">
  <p:cSld name="Title, Text, and Content">
    <p:bg>
      <p:bgPr>
        <a:solidFill>
          <a:srgbClr val="ffffff"/>
        </a:solidFill>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667080" y="305280"/>
            <a:ext cx="7770960" cy="91332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Click to edit Master title style</a:t>
            </a:r>
            <a:endParaRPr lang="en-US" sz="4200" b="0" u="none" strike="noStrike">
              <a:solidFill>
                <a:srgbClr val="000000"/>
              </a:solidFill>
              <a:effectLst/>
              <a:uFillTx/>
              <a:latin typeface="Arial"/>
            </a:endParaRPr>
          </a:p>
        </p:txBody>
      </p:sp>
      <p:sp>
        <p:nvSpPr>
          <p:cNvPr id="38" name="PlaceHolder 2"/>
          <p:cNvSpPr>
            <a:spLocks noGrp="1"/>
          </p:cNvSpPr>
          <p:nvPr>
            <p:ph type="body"/>
          </p:nvPr>
        </p:nvSpPr>
        <p:spPr>
          <a:xfrm>
            <a:off x="986400" y="1670040"/>
            <a:ext cx="3809160" cy="411480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US" sz="3000" b="0" u="none" strike="noStrike">
              <a:solidFill>
                <a:srgbClr val="000000"/>
              </a:solidFill>
              <a:effectLst/>
              <a:uFillTx/>
              <a:latin typeface="Arial"/>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US" sz="27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US" sz="2300" b="0" u="none" strike="noStrike">
              <a:solidFill>
                <a:srgbClr val="000000"/>
              </a:solidFill>
              <a:effectLst/>
              <a:uFillTx/>
              <a:latin typeface="Arial"/>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US" sz="1900" b="0" u="none" strike="noStrike">
              <a:solidFill>
                <a:srgbClr val="000000"/>
              </a:solidFill>
              <a:effectLst/>
              <a:uFillTx/>
              <a:latin typeface="Arial"/>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US" sz="1900" b="0" u="none" strike="noStrike">
              <a:solidFill>
                <a:srgbClr val="000000"/>
              </a:solidFill>
              <a:effectLst/>
              <a:uFillTx/>
              <a:latin typeface="Arial"/>
            </a:endParaRPr>
          </a:p>
        </p:txBody>
      </p:sp>
      <p:sp>
        <p:nvSpPr>
          <p:cNvPr id="39" name="PlaceHolder 3"/>
          <p:cNvSpPr>
            <a:spLocks noGrp="1"/>
          </p:cNvSpPr>
          <p:nvPr>
            <p:ph type="body"/>
          </p:nvPr>
        </p:nvSpPr>
        <p:spPr>
          <a:xfrm>
            <a:off x="4948200" y="1670040"/>
            <a:ext cx="3809160" cy="411480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US" sz="3000" b="0" u="none" strike="noStrike">
              <a:solidFill>
                <a:srgbClr val="000000"/>
              </a:solidFill>
              <a:effectLst/>
              <a:uFillTx/>
              <a:latin typeface="Arial"/>
            </a:endParaRPr>
          </a:p>
          <a:p>
            <a:pPr marL="706320" lvl="1" indent="-271800">
              <a:lnSpc>
                <a:spcPct val="100000"/>
              </a:lnSpc>
              <a:spcBef>
                <a:spcPts val="541"/>
              </a:spcBef>
              <a:buClr>
                <a:srgbClr val="750b3d"/>
              </a:buClr>
              <a:buFont typeface="Arial"/>
              <a:buChar char="–"/>
            </a:pPr>
            <a:r>
              <a:rPr lang="en-US" sz="2700" b="0" u="none" strike="noStrike">
                <a:solidFill>
                  <a:schemeClr val="accent2">
                    <a:lumMod val="50000"/>
                  </a:schemeClr>
                </a:solidFill>
                <a:effectLst/>
                <a:uFillTx/>
                <a:latin typeface="Calibri"/>
              </a:rPr>
              <a:t>Second level</a:t>
            </a:r>
            <a:endParaRPr lang="en-US" sz="27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US" sz="2300" b="0" u="none" strike="noStrike">
              <a:solidFill>
                <a:srgbClr val="000000"/>
              </a:solidFill>
              <a:effectLst/>
              <a:uFillTx/>
              <a:latin typeface="Arial"/>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US" sz="1900" b="0" u="none" strike="noStrike">
              <a:solidFill>
                <a:srgbClr val="000000"/>
              </a:solidFill>
              <a:effectLst/>
              <a:uFillTx/>
              <a:latin typeface="Arial"/>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US" sz="1900" b="0" u="none" strike="noStrike">
              <a:solidFill>
                <a:srgbClr val="000000"/>
              </a:solidFill>
              <a:effectLst/>
              <a:uFillTx/>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cxnSp>
        <p:nvCxnSpPr>
          <p:cNvPr id="40" name="Straight Connector 3"/>
          <p:cNvCxnSpPr/>
          <p:nvPr/>
        </p:nvCxnSpPr>
        <p:spPr>
          <a:xfrm>
            <a:off x="426600" y="1352160"/>
            <a:ext cx="8181720" cy="720"/>
          </a:xfrm>
          <a:prstGeom prst="straightConnector1">
            <a:avLst/>
          </a:prstGeom>
          <a:ln w="0">
            <a:solidFill>
              <a:srgbClr val="feb80a"/>
            </a:solidFill>
          </a:ln>
        </p:spPr>
      </p:cxnSp>
      <p:sp>
        <p:nvSpPr>
          <p:cNvPr id="41"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rmAutofit/>
          </a:bodyPr>
          <a:p>
            <a:pPr indent="0" algn="ctr">
              <a:lnSpc>
                <a:spcPct val="100000"/>
              </a:lnSpc>
              <a:buNone/>
              <a:tabLst>
                <a:tab algn="l" pos="0"/>
              </a:tabLst>
            </a:pPr>
            <a:r>
              <a:rPr lang="en-US" sz="4200" b="0" u="none" strike="noStrike">
                <a:solidFill>
                  <a:srgbClr val="0070c0"/>
                </a:solidFill>
                <a:effectLst/>
                <a:uFillTx/>
                <a:latin typeface="Calibri"/>
              </a:rPr>
              <a:t>Click to edit Master title style</a:t>
            </a:r>
            <a:endParaRPr lang="en-US" sz="4200" b="0" u="none" strike="noStrike">
              <a:solidFill>
                <a:srgbClr val="000000"/>
              </a:solidFill>
              <a:effectLst/>
              <a:uFillTx/>
              <a:latin typeface="Arial"/>
            </a:endParaRPr>
          </a:p>
        </p:txBody>
      </p:sp>
      <p:sp>
        <p:nvSpPr>
          <p:cNvPr id="42" name="PlaceHolder 2"/>
          <p:cNvSpPr>
            <a:spLocks noGrp="1"/>
          </p:cNvSpPr>
          <p:nvPr>
            <p:ph type="body"/>
          </p:nvPr>
        </p:nvSpPr>
        <p:spPr>
          <a:xfrm>
            <a:off x="455400" y="1594440"/>
            <a:ext cx="8194680" cy="4508640"/>
          </a:xfrm>
          <a:prstGeom prst="rect">
            <a:avLst/>
          </a:prstGeom>
          <a:noFill/>
          <a:ln w="9360">
            <a:noFill/>
          </a:ln>
        </p:spPr>
        <p:txBody>
          <a:bodyPr numCol="1" spcCol="0" lIns="86760" rIns="86760" tIns="43560" bIns="43560" anchor="t">
            <a:norm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Click to edit Master text styles</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Second level</a:t>
            </a:r>
            <a:endParaRPr lang="en-US" sz="27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Third level</a:t>
            </a:r>
            <a:endParaRPr lang="en-US" sz="2300" b="0" u="none" strike="noStrike">
              <a:solidFill>
                <a:srgbClr val="000000"/>
              </a:solidFill>
              <a:effectLst/>
              <a:uFillTx/>
              <a:latin typeface="Arial"/>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Fourth level</a:t>
            </a:r>
            <a:endParaRPr lang="en-US" sz="1900" b="0" u="none" strike="noStrike">
              <a:solidFill>
                <a:srgbClr val="000000"/>
              </a:solidFill>
              <a:effectLst/>
              <a:uFillTx/>
              <a:latin typeface="Arial"/>
            </a:endParaRPr>
          </a:p>
          <a:p>
            <a:pPr marL="1955880" lvl="4"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Fifth level</a:t>
            </a:r>
            <a:endParaRPr lang="en-US" sz="1900" b="0" u="none" strike="noStrike">
              <a:solidFill>
                <a:srgbClr val="000000"/>
              </a:solidFill>
              <a:effectLst/>
              <a:uFillTx/>
              <a:latin typeface="Arial"/>
            </a:endParaRPr>
          </a:p>
        </p:txBody>
      </p:sp>
      <p:sp>
        <p:nvSpPr>
          <p:cNvPr id="43" name="PlaceHolder 3"/>
          <p:cNvSpPr>
            <a:spLocks noGrp="1"/>
          </p:cNvSpPr>
          <p:nvPr>
            <p:ph type="dt" idx="22"/>
          </p:nvPr>
        </p:nvSpPr>
        <p:spPr>
          <a:xfrm>
            <a:off x="455400" y="6332760"/>
            <a:ext cx="2124000" cy="362880"/>
          </a:xfrm>
          <a:prstGeom prst="rect">
            <a:avLst/>
          </a:prstGeom>
          <a:noFill/>
          <a:ln w="0">
            <a:noFill/>
          </a:ln>
        </p:spPr>
        <p:txBody>
          <a:bodyPr lIns="86760" rIns="86760" tIns="43560" bIns="43560" anchor="ctr">
            <a:noAutofit/>
          </a:bodyPr>
          <a:lstStyle>
            <a:lvl1pPr indent="0">
              <a:lnSpc>
                <a:spcPct val="100000"/>
              </a:lnSpc>
              <a:buNone/>
              <a:tabLst>
                <a:tab algn="l" pos="0"/>
              </a:tabLst>
              <a:defRPr lang="en-US" sz="1100" b="0" u="none" strike="noStrike">
                <a:solidFill>
                  <a:schemeClr val="dk1">
                    <a:tint val="75000"/>
                  </a:schemeClr>
                </a:solidFill>
                <a:effectLst/>
                <a:uFillTx/>
                <a:latin typeface="Calibri"/>
              </a:defRPr>
            </a:lvl1pPr>
          </a:lstStyle>
          <a:p>
            <a:pPr indent="0">
              <a:lnSpc>
                <a:spcPct val="100000"/>
              </a:lnSpc>
              <a:buNone/>
              <a:tabLst>
                <a:tab algn="l" pos="0"/>
              </a:tabLst>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44" name="PlaceHolder 4"/>
          <p:cNvSpPr>
            <a:spLocks noGrp="1"/>
          </p:cNvSpPr>
          <p:nvPr>
            <p:ph type="ftr" idx="23"/>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45" name="PlaceHolder 5"/>
          <p:cNvSpPr>
            <a:spLocks noGrp="1"/>
          </p:cNvSpPr>
          <p:nvPr>
            <p:ph type="sldNum" idx="24"/>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Arial"/>
              </a:defRPr>
            </a:lvl1pPr>
          </a:lstStyle>
          <a:p>
            <a:pPr indent="0" algn="r">
              <a:lnSpc>
                <a:spcPct val="100000"/>
              </a:lnSpc>
              <a:buNone/>
              <a:tabLst>
                <a:tab algn="l" pos="0"/>
              </a:tabLst>
            </a:pPr>
            <a:fld id="{DEEF22AD-3EC5-420C-8A0F-327FFBABBD71}" type="slidenum">
              <a:rPr lang="en-US" sz="1100" b="0" u="none" strike="noStrike">
                <a:solidFill>
                  <a:schemeClr val="dk1">
                    <a:tint val="75000"/>
                  </a:schemeClr>
                </a:solidFill>
                <a:effectLst/>
                <a:uFillTx/>
                <a:latin typeface="Arial"/>
              </a:rPr>
              <a:t>&lt;number&gt;</a:t>
            </a:fld>
            <a:endParaRPr lang="en-US" sz="1100" b="0" u="none" strike="noStrike">
              <a:solidFill>
                <a:srgbClr val="000000"/>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46" name="PlaceHolder 1"/>
          <p:cNvSpPr>
            <a:spLocks noGrp="1"/>
          </p:cNvSpPr>
          <p:nvPr>
            <p:ph type="title"/>
          </p:nvPr>
        </p:nvSpPr>
        <p:spPr>
          <a:xfrm>
            <a:off x="719280" y="4390560"/>
            <a:ext cx="7739280" cy="1356480"/>
          </a:xfrm>
          <a:prstGeom prst="rect">
            <a:avLst/>
          </a:prstGeom>
          <a:noFill/>
          <a:ln w="9360">
            <a:noFill/>
          </a:ln>
        </p:spPr>
        <p:txBody>
          <a:bodyPr numCol="1" spcCol="0" lIns="86760" rIns="86760" tIns="43560" bIns="43560" anchor="t">
            <a:noAutofit/>
          </a:bodyPr>
          <a:p>
            <a:pPr indent="0">
              <a:lnSpc>
                <a:spcPct val="100000"/>
              </a:lnSpc>
              <a:buNone/>
              <a:tabLst>
                <a:tab algn="l" pos="0"/>
              </a:tabLst>
            </a:pPr>
            <a:r>
              <a:rPr lang="en-US" sz="3800" b="1" u="none" strike="noStrike" cap="all">
                <a:solidFill>
                  <a:srgbClr val="0070c0"/>
                </a:solidFill>
                <a:effectLst/>
                <a:uFillTx/>
                <a:latin typeface="Calibri"/>
              </a:rPr>
              <a:t>Click to edit Master title style</a:t>
            </a:r>
            <a:endParaRPr lang="en-US" sz="3800" b="0" u="none" strike="noStrike">
              <a:solidFill>
                <a:srgbClr val="000000"/>
              </a:solidFill>
              <a:effectLst/>
              <a:uFillTx/>
              <a:latin typeface="Arial"/>
            </a:endParaRPr>
          </a:p>
        </p:txBody>
      </p:sp>
      <p:sp>
        <p:nvSpPr>
          <p:cNvPr id="47" name="PlaceHolder 2"/>
          <p:cNvSpPr>
            <a:spLocks noGrp="1"/>
          </p:cNvSpPr>
          <p:nvPr>
            <p:ph type="body"/>
          </p:nvPr>
        </p:nvSpPr>
        <p:spPr>
          <a:xfrm>
            <a:off x="719280" y="2895840"/>
            <a:ext cx="7739280" cy="1494000"/>
          </a:xfrm>
          <a:prstGeom prst="rect">
            <a:avLst/>
          </a:prstGeom>
          <a:noFill/>
          <a:ln w="9360">
            <a:noFill/>
          </a:ln>
        </p:spPr>
        <p:txBody>
          <a:bodyPr numCol="1" spcCol="0" lIns="86760" rIns="86760" tIns="43560" bIns="43560" anchor="b">
            <a:noAutofit/>
          </a:bodyPr>
          <a:p>
            <a:pPr indent="0">
              <a:lnSpc>
                <a:spcPct val="100000"/>
              </a:lnSpc>
              <a:spcBef>
                <a:spcPts val="380"/>
              </a:spcBef>
              <a:buNone/>
              <a:tabLst>
                <a:tab algn="l" pos="0"/>
              </a:tabLst>
            </a:pPr>
            <a:r>
              <a:rPr lang="en-US" sz="1900" b="0" u="none" strike="noStrike">
                <a:solidFill>
                  <a:schemeClr val="dk1">
                    <a:tint val="75000"/>
                  </a:schemeClr>
                </a:solidFill>
                <a:effectLst/>
                <a:uFillTx/>
                <a:latin typeface="Calibri"/>
              </a:rPr>
              <a:t>Click to edit Master text styles</a:t>
            </a:r>
            <a:endParaRPr lang="en-US" sz="1900" b="0" u="none" strike="noStrike">
              <a:solidFill>
                <a:srgbClr val="000000"/>
              </a:solidFill>
              <a:effectLst/>
              <a:uFillTx/>
              <a:latin typeface="Arial"/>
            </a:endParaRPr>
          </a:p>
        </p:txBody>
      </p:sp>
      <p:sp>
        <p:nvSpPr>
          <p:cNvPr id="48" name="PlaceHolder 3"/>
          <p:cNvSpPr>
            <a:spLocks noGrp="1"/>
          </p:cNvSpPr>
          <p:nvPr>
            <p:ph type="dt" idx="25"/>
          </p:nvPr>
        </p:nvSpPr>
        <p:spPr>
          <a:xfrm>
            <a:off x="455400" y="6332760"/>
            <a:ext cx="2124000" cy="362880"/>
          </a:xfrm>
          <a:prstGeom prst="rect">
            <a:avLst/>
          </a:prstGeom>
          <a:noFill/>
          <a:ln w="0">
            <a:noFill/>
          </a:ln>
        </p:spPr>
        <p:txBody>
          <a:bodyPr lIns="86760" rIns="86760" tIns="43560" bIns="43560" anchor="ctr">
            <a:noAutofit/>
          </a:bodyPr>
          <a:lstStyle>
            <a:lvl1pPr indent="0">
              <a:lnSpc>
                <a:spcPct val="100000"/>
              </a:lnSpc>
              <a:buNone/>
              <a:tabLst>
                <a:tab algn="l" pos="0"/>
              </a:tabLst>
              <a:defRPr lang="en-US" sz="1100" b="0" u="none" strike="noStrike">
                <a:solidFill>
                  <a:schemeClr val="dk1">
                    <a:tint val="75000"/>
                  </a:schemeClr>
                </a:solidFill>
                <a:effectLst/>
                <a:uFillTx/>
                <a:latin typeface="Calibri"/>
              </a:defRPr>
            </a:lvl1pPr>
          </a:lstStyle>
          <a:p>
            <a:pPr indent="0">
              <a:lnSpc>
                <a:spcPct val="100000"/>
              </a:lnSpc>
              <a:buNone/>
              <a:tabLst>
                <a:tab algn="l" pos="0"/>
              </a:tabLst>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49" name="PlaceHolder 4"/>
          <p:cNvSpPr>
            <a:spLocks noGrp="1"/>
          </p:cNvSpPr>
          <p:nvPr>
            <p:ph type="ftr" idx="26"/>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50" name="PlaceHolder 5"/>
          <p:cNvSpPr>
            <a:spLocks noGrp="1"/>
          </p:cNvSpPr>
          <p:nvPr>
            <p:ph type="sldNum" idx="27"/>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Calibri"/>
              </a:defRPr>
            </a:lvl1pPr>
          </a:lstStyle>
          <a:p>
            <a:pPr indent="0" algn="r">
              <a:lnSpc>
                <a:spcPct val="100000"/>
              </a:lnSpc>
              <a:buNone/>
              <a:tabLst>
                <a:tab algn="l" pos="0"/>
              </a:tabLst>
            </a:pPr>
            <a:fld id="{F72625BF-52B6-40BB-A7B0-AAE768A0278A}"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cxnSp>
        <p:nvCxnSpPr>
          <p:cNvPr id="51" name="Straight Connector 4"/>
          <p:cNvCxnSpPr/>
          <p:nvPr/>
        </p:nvCxnSpPr>
        <p:spPr>
          <a:xfrm>
            <a:off x="426600" y="1352160"/>
            <a:ext cx="8181720" cy="720"/>
          </a:xfrm>
          <a:prstGeom prst="straightConnector1">
            <a:avLst/>
          </a:prstGeom>
          <a:ln w="0">
            <a:solidFill>
              <a:srgbClr val="feb603"/>
            </a:solidFill>
          </a:ln>
        </p:spPr>
      </p:cxnSp>
      <p:sp>
        <p:nvSpPr>
          <p:cNvPr id="52" name="PlaceHolder 1"/>
          <p:cNvSpPr>
            <a:spLocks noGrp="1"/>
          </p:cNvSpPr>
          <p:nvPr>
            <p:ph type="title"/>
          </p:nvPr>
        </p:nvSpPr>
        <p:spPr>
          <a:xfrm>
            <a:off x="455400" y="27360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Click to edit Master title style</a:t>
            </a:r>
            <a:endParaRPr lang="en-US" sz="4200" b="0" u="none" strike="noStrike">
              <a:solidFill>
                <a:srgbClr val="000000"/>
              </a:solidFill>
              <a:effectLst/>
              <a:uFillTx/>
              <a:latin typeface="Arial"/>
            </a:endParaRPr>
          </a:p>
        </p:txBody>
      </p:sp>
      <p:sp>
        <p:nvSpPr>
          <p:cNvPr id="53" name="PlaceHolder 2"/>
          <p:cNvSpPr>
            <a:spLocks noGrp="1"/>
          </p:cNvSpPr>
          <p:nvPr>
            <p:ph type="body"/>
          </p:nvPr>
        </p:nvSpPr>
        <p:spPr>
          <a:xfrm>
            <a:off x="455400" y="1594440"/>
            <a:ext cx="4021200" cy="4508640"/>
          </a:xfrm>
          <a:prstGeom prst="rect">
            <a:avLst/>
          </a:prstGeom>
          <a:noFill/>
          <a:ln w="9360">
            <a:noFill/>
          </a:ln>
        </p:spPr>
        <p:txBody>
          <a:bodyPr numCol="1" spcCol="0" lIns="86760" rIns="86760" tIns="43560" bIns="43560" anchor="t">
            <a:noAutofit/>
          </a:bodyPr>
          <a:p>
            <a:pPr marL="326160" indent="-326160">
              <a:lnSpc>
                <a:spcPct val="100000"/>
              </a:lnSpc>
              <a:spcBef>
                <a:spcPts val="541"/>
              </a:spcBef>
              <a:buClr>
                <a:srgbClr val="000000"/>
              </a:buClr>
              <a:buFont typeface="Arial"/>
              <a:buChar char="•"/>
            </a:pPr>
            <a:r>
              <a:rPr lang="en-US" sz="2700" b="0" u="none" strike="noStrike">
                <a:solidFill>
                  <a:schemeClr val="dk1"/>
                </a:solidFill>
                <a:effectLst/>
                <a:uFillTx/>
                <a:latin typeface="Calibri"/>
              </a:rPr>
              <a:t>Click to edit Master text styles</a:t>
            </a:r>
            <a:endParaRPr lang="en-US" sz="2700" b="0" u="none" strike="noStrike">
              <a:solidFill>
                <a:srgbClr val="000000"/>
              </a:solidFill>
              <a:effectLst/>
              <a:uFillTx/>
              <a:latin typeface="Arial"/>
            </a:endParaRPr>
          </a:p>
          <a:p>
            <a:pPr marL="706320" lvl="1" indent="-271800">
              <a:lnSpc>
                <a:spcPct val="100000"/>
              </a:lnSpc>
              <a:spcBef>
                <a:spcPts val="459"/>
              </a:spcBef>
              <a:buClr>
                <a:srgbClr val="750b3d"/>
              </a:buClr>
              <a:buFont typeface="Arial"/>
              <a:buChar char="–"/>
            </a:pPr>
            <a:r>
              <a:rPr lang="en-US" sz="2300" b="0" u="none" strike="noStrike">
                <a:solidFill>
                  <a:schemeClr val="accent2">
                    <a:lumMod val="50000"/>
                  </a:schemeClr>
                </a:solidFill>
                <a:effectLst/>
                <a:uFillTx/>
                <a:latin typeface="Calibri"/>
              </a:rPr>
              <a:t>Second level</a:t>
            </a:r>
            <a:endParaRPr lang="en-US" sz="2300" b="0" u="none" strike="noStrike">
              <a:solidFill>
                <a:srgbClr val="000000"/>
              </a:solidFill>
              <a:effectLst/>
              <a:uFillTx/>
              <a:latin typeface="Arial"/>
            </a:endParaRPr>
          </a:p>
          <a:p>
            <a:pPr marL="1086480" lvl="2"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Third level</a:t>
            </a:r>
            <a:endParaRPr lang="en-US" sz="1900" b="0" u="none" strike="noStrike">
              <a:solidFill>
                <a:srgbClr val="000000"/>
              </a:solidFill>
              <a:effectLst/>
              <a:uFillTx/>
              <a:latin typeface="Arial"/>
            </a:endParaRPr>
          </a:p>
          <a:p>
            <a:pPr marL="1521360" lvl="3"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Fourth level</a:t>
            </a:r>
            <a:endParaRPr lang="en-US" sz="1700" b="0" u="none" strike="noStrike">
              <a:solidFill>
                <a:srgbClr val="000000"/>
              </a:solidFill>
              <a:effectLst/>
              <a:uFillTx/>
              <a:latin typeface="Arial"/>
            </a:endParaRPr>
          </a:p>
          <a:p>
            <a:pPr marL="1955880" lvl="4"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Fifth level</a:t>
            </a:r>
            <a:endParaRPr lang="en-US" sz="1700" b="0" u="none" strike="noStrike">
              <a:solidFill>
                <a:srgbClr val="000000"/>
              </a:solidFill>
              <a:effectLst/>
              <a:uFillTx/>
              <a:latin typeface="Arial"/>
            </a:endParaRPr>
          </a:p>
        </p:txBody>
      </p:sp>
      <p:sp>
        <p:nvSpPr>
          <p:cNvPr id="54" name="PlaceHolder 3"/>
          <p:cNvSpPr>
            <a:spLocks noGrp="1"/>
          </p:cNvSpPr>
          <p:nvPr>
            <p:ph type="body"/>
          </p:nvPr>
        </p:nvSpPr>
        <p:spPr>
          <a:xfrm>
            <a:off x="4628880" y="1594440"/>
            <a:ext cx="4021200" cy="4508640"/>
          </a:xfrm>
          <a:prstGeom prst="rect">
            <a:avLst/>
          </a:prstGeom>
          <a:noFill/>
          <a:ln w="9360">
            <a:noFill/>
          </a:ln>
        </p:spPr>
        <p:txBody>
          <a:bodyPr numCol="1" spcCol="0" lIns="86760" rIns="86760" tIns="43560" bIns="43560" anchor="t">
            <a:noAutofit/>
          </a:bodyPr>
          <a:p>
            <a:pPr marL="326160" indent="-326160">
              <a:lnSpc>
                <a:spcPct val="100000"/>
              </a:lnSpc>
              <a:spcBef>
                <a:spcPts val="541"/>
              </a:spcBef>
              <a:buClr>
                <a:srgbClr val="000000"/>
              </a:buClr>
              <a:buFont typeface="Arial"/>
              <a:buChar char="•"/>
            </a:pPr>
            <a:r>
              <a:rPr lang="en-US" sz="2700" b="0" u="none" strike="noStrike">
                <a:solidFill>
                  <a:schemeClr val="dk1"/>
                </a:solidFill>
                <a:effectLst/>
                <a:uFillTx/>
                <a:latin typeface="Calibri"/>
              </a:rPr>
              <a:t>Click to edit Master text styles</a:t>
            </a:r>
            <a:endParaRPr lang="en-US" sz="2700" b="0" u="none" strike="noStrike">
              <a:solidFill>
                <a:srgbClr val="000000"/>
              </a:solidFill>
              <a:effectLst/>
              <a:uFillTx/>
              <a:latin typeface="Arial"/>
            </a:endParaRPr>
          </a:p>
          <a:p>
            <a:pPr marL="706320" lvl="1" indent="-271800">
              <a:lnSpc>
                <a:spcPct val="100000"/>
              </a:lnSpc>
              <a:spcBef>
                <a:spcPts val="459"/>
              </a:spcBef>
              <a:buClr>
                <a:srgbClr val="750b3d"/>
              </a:buClr>
              <a:buFont typeface="Arial"/>
              <a:buChar char="–"/>
            </a:pPr>
            <a:r>
              <a:rPr lang="en-US" sz="2300" b="0" u="none" strike="noStrike">
                <a:solidFill>
                  <a:schemeClr val="accent2">
                    <a:lumMod val="50000"/>
                  </a:schemeClr>
                </a:solidFill>
                <a:effectLst/>
                <a:uFillTx/>
                <a:latin typeface="Calibri"/>
              </a:rPr>
              <a:t>Second level</a:t>
            </a:r>
            <a:endParaRPr lang="en-US" sz="2300" b="0" u="none" strike="noStrike">
              <a:solidFill>
                <a:srgbClr val="000000"/>
              </a:solidFill>
              <a:effectLst/>
              <a:uFillTx/>
              <a:latin typeface="Arial"/>
            </a:endParaRPr>
          </a:p>
          <a:p>
            <a:pPr marL="1086480" lvl="2"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Third level</a:t>
            </a:r>
            <a:endParaRPr lang="en-US" sz="1900" b="0" u="none" strike="noStrike">
              <a:solidFill>
                <a:srgbClr val="000000"/>
              </a:solidFill>
              <a:effectLst/>
              <a:uFillTx/>
              <a:latin typeface="Arial"/>
            </a:endParaRPr>
          </a:p>
          <a:p>
            <a:pPr marL="1521360" lvl="3"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Fourth level</a:t>
            </a:r>
            <a:endParaRPr lang="en-US" sz="1700" b="0" u="none" strike="noStrike">
              <a:solidFill>
                <a:srgbClr val="000000"/>
              </a:solidFill>
              <a:effectLst/>
              <a:uFillTx/>
              <a:latin typeface="Arial"/>
            </a:endParaRPr>
          </a:p>
          <a:p>
            <a:pPr marL="1955880" lvl="4"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Fifth level</a:t>
            </a:r>
            <a:endParaRPr lang="en-US" sz="1700" b="0" u="none" strike="noStrike">
              <a:solidFill>
                <a:srgbClr val="000000"/>
              </a:solidFill>
              <a:effectLst/>
              <a:uFillTx/>
              <a:latin typeface="Arial"/>
            </a:endParaRPr>
          </a:p>
        </p:txBody>
      </p:sp>
      <p:sp>
        <p:nvSpPr>
          <p:cNvPr id="55" name="PlaceHolder 4"/>
          <p:cNvSpPr>
            <a:spLocks noGrp="1"/>
          </p:cNvSpPr>
          <p:nvPr>
            <p:ph type="dt" idx="28"/>
          </p:nvPr>
        </p:nvSpPr>
        <p:spPr>
          <a:xfrm>
            <a:off x="455400" y="6332760"/>
            <a:ext cx="2124000" cy="362880"/>
          </a:xfrm>
          <a:prstGeom prst="rect">
            <a:avLst/>
          </a:prstGeom>
          <a:noFill/>
          <a:ln w="0">
            <a:noFill/>
          </a:ln>
        </p:spPr>
        <p:txBody>
          <a:bodyPr lIns="86760" rIns="86760" tIns="43560" bIns="43560" anchor="ctr">
            <a:noAutofit/>
          </a:bodyPr>
          <a:lstStyle>
            <a:lvl1pPr indent="0">
              <a:lnSpc>
                <a:spcPct val="100000"/>
              </a:lnSpc>
              <a:buNone/>
              <a:tabLst>
                <a:tab algn="l" pos="0"/>
              </a:tabLst>
              <a:defRPr lang="en-US" sz="1100" b="0" u="none" strike="noStrike">
                <a:solidFill>
                  <a:schemeClr val="dk1">
                    <a:tint val="75000"/>
                  </a:schemeClr>
                </a:solidFill>
                <a:effectLst/>
                <a:uFillTx/>
                <a:latin typeface="Calibri"/>
              </a:defRPr>
            </a:lvl1pPr>
          </a:lstStyle>
          <a:p>
            <a:pPr indent="0">
              <a:lnSpc>
                <a:spcPct val="100000"/>
              </a:lnSpc>
              <a:buNone/>
              <a:tabLst>
                <a:tab algn="l" pos="0"/>
              </a:tabLst>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56" name="PlaceHolder 5"/>
          <p:cNvSpPr>
            <a:spLocks noGrp="1"/>
          </p:cNvSpPr>
          <p:nvPr>
            <p:ph type="ftr" idx="29"/>
          </p:nvPr>
        </p:nvSpPr>
        <p:spPr>
          <a:xfrm>
            <a:off x="2266920" y="6332760"/>
            <a:ext cx="434268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57" name="PlaceHolder 6"/>
          <p:cNvSpPr>
            <a:spLocks noGrp="1"/>
          </p:cNvSpPr>
          <p:nvPr>
            <p:ph type="sldNum" idx="30"/>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Calibri"/>
              </a:defRPr>
            </a:lvl1pPr>
          </a:lstStyle>
          <a:p>
            <a:pPr indent="0" algn="r">
              <a:lnSpc>
                <a:spcPct val="100000"/>
              </a:lnSpc>
              <a:buNone/>
              <a:tabLst>
                <a:tab algn="l" pos="0"/>
              </a:tabLst>
            </a:pPr>
            <a:fld id="{1D462B00-77BC-42FA-A656-F1FF7CEAB7B6}"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cxnSp>
        <p:nvCxnSpPr>
          <p:cNvPr id="58" name="Straight Connector 6"/>
          <p:cNvCxnSpPr/>
          <p:nvPr/>
        </p:nvCxnSpPr>
        <p:spPr>
          <a:xfrm>
            <a:off x="426600" y="1352160"/>
            <a:ext cx="8181720" cy="720"/>
          </a:xfrm>
          <a:prstGeom prst="straightConnector1">
            <a:avLst/>
          </a:prstGeom>
          <a:ln w="0">
            <a:solidFill>
              <a:srgbClr val="feb603"/>
            </a:solidFill>
          </a:ln>
        </p:spPr>
      </p:cxnSp>
      <p:sp>
        <p:nvSpPr>
          <p:cNvPr id="59" name="PlaceHolder 1"/>
          <p:cNvSpPr>
            <a:spLocks noGrp="1"/>
          </p:cNvSpPr>
          <p:nvPr>
            <p:ph type="title"/>
          </p:nvPr>
        </p:nvSpPr>
        <p:spPr>
          <a:xfrm>
            <a:off x="455400" y="27360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Click to edit Master title style</a:t>
            </a:r>
            <a:endParaRPr lang="en-US" sz="4200" b="0" u="none" strike="noStrike">
              <a:solidFill>
                <a:srgbClr val="000000"/>
              </a:solidFill>
              <a:effectLst/>
              <a:uFillTx/>
              <a:latin typeface="Arial"/>
            </a:endParaRPr>
          </a:p>
        </p:txBody>
      </p:sp>
      <p:sp>
        <p:nvSpPr>
          <p:cNvPr id="60" name="PlaceHolder 2"/>
          <p:cNvSpPr>
            <a:spLocks noGrp="1"/>
          </p:cNvSpPr>
          <p:nvPr>
            <p:ph type="body"/>
          </p:nvPr>
        </p:nvSpPr>
        <p:spPr>
          <a:xfrm>
            <a:off x="455400" y="1529280"/>
            <a:ext cx="4022640" cy="636840"/>
          </a:xfrm>
          <a:prstGeom prst="rect">
            <a:avLst/>
          </a:prstGeom>
          <a:noFill/>
          <a:ln w="9360">
            <a:noFill/>
          </a:ln>
        </p:spPr>
        <p:txBody>
          <a:bodyPr numCol="1" spcCol="0" lIns="86760" rIns="86760" tIns="43560" bIns="43560" anchor="b">
            <a:noAutofit/>
          </a:bodyPr>
          <a:p>
            <a:pPr indent="0">
              <a:lnSpc>
                <a:spcPct val="100000"/>
              </a:lnSpc>
              <a:spcBef>
                <a:spcPts val="459"/>
              </a:spcBef>
              <a:buNone/>
              <a:tabLst>
                <a:tab algn="l" pos="0"/>
              </a:tabLst>
            </a:pPr>
            <a:r>
              <a:rPr lang="en-US" sz="2300" b="1" u="none" strike="noStrike">
                <a:solidFill>
                  <a:schemeClr val="dk1"/>
                </a:solidFill>
                <a:effectLst/>
                <a:uFillTx/>
                <a:latin typeface="Calibri"/>
              </a:rPr>
              <a:t>Click to edit Master text styles</a:t>
            </a:r>
            <a:endParaRPr lang="en-US" sz="2300" b="0" u="none" strike="noStrike">
              <a:solidFill>
                <a:srgbClr val="000000"/>
              </a:solidFill>
              <a:effectLst/>
              <a:uFillTx/>
              <a:latin typeface="Arial"/>
            </a:endParaRPr>
          </a:p>
        </p:txBody>
      </p:sp>
      <p:sp>
        <p:nvSpPr>
          <p:cNvPr id="61" name="PlaceHolder 3"/>
          <p:cNvSpPr>
            <a:spLocks noGrp="1"/>
          </p:cNvSpPr>
          <p:nvPr>
            <p:ph type="body"/>
          </p:nvPr>
        </p:nvSpPr>
        <p:spPr>
          <a:xfrm>
            <a:off x="455400" y="2166840"/>
            <a:ext cx="4022640" cy="3935880"/>
          </a:xfrm>
          <a:prstGeom prst="rect">
            <a:avLst/>
          </a:prstGeom>
          <a:noFill/>
          <a:ln w="9360">
            <a:noFill/>
          </a:ln>
        </p:spPr>
        <p:txBody>
          <a:bodyPr numCol="1" spcCol="0" lIns="86760" rIns="86760" tIns="43560" bIns="43560" anchor="t">
            <a:noAutofit/>
          </a:bodyPr>
          <a:p>
            <a:pPr marL="326160" indent="-326160">
              <a:lnSpc>
                <a:spcPct val="100000"/>
              </a:lnSpc>
              <a:spcBef>
                <a:spcPts val="459"/>
              </a:spcBef>
              <a:buClr>
                <a:srgbClr val="000000"/>
              </a:buClr>
              <a:buFont typeface="Arial"/>
              <a:buChar char="•"/>
            </a:pPr>
            <a:r>
              <a:rPr lang="en-US" sz="2300" b="0" u="none" strike="noStrike">
                <a:solidFill>
                  <a:schemeClr val="dk1"/>
                </a:solidFill>
                <a:effectLst/>
                <a:uFillTx/>
                <a:latin typeface="Calibri"/>
              </a:rPr>
              <a:t>Click to edit Master text styles</a:t>
            </a:r>
            <a:endParaRPr lang="en-US" sz="2300" b="0" u="none" strike="noStrike">
              <a:solidFill>
                <a:srgbClr val="000000"/>
              </a:solidFill>
              <a:effectLst/>
              <a:uFillTx/>
              <a:latin typeface="Arial"/>
            </a:endParaRPr>
          </a:p>
          <a:p>
            <a:pPr marL="706320" lvl="1" indent="-271800">
              <a:lnSpc>
                <a:spcPct val="100000"/>
              </a:lnSpc>
              <a:spcBef>
                <a:spcPts val="380"/>
              </a:spcBef>
              <a:buClr>
                <a:srgbClr val="750b3d"/>
              </a:buClr>
              <a:buFont typeface="Arial"/>
              <a:buChar char="–"/>
            </a:pPr>
            <a:r>
              <a:rPr lang="en-US" sz="1900" b="0" u="none" strike="noStrike">
                <a:solidFill>
                  <a:schemeClr val="accent2">
                    <a:lumMod val="50000"/>
                  </a:schemeClr>
                </a:solidFill>
                <a:effectLst/>
                <a:uFillTx/>
                <a:latin typeface="Calibri"/>
              </a:rPr>
              <a:t>Second level</a:t>
            </a:r>
            <a:endParaRPr lang="en-US" sz="1900" b="0" u="none" strike="noStrike">
              <a:solidFill>
                <a:srgbClr val="000000"/>
              </a:solidFill>
              <a:effectLst/>
              <a:uFillTx/>
              <a:latin typeface="Arial"/>
            </a:endParaRPr>
          </a:p>
          <a:p>
            <a:pPr marL="1086480" lvl="2"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Third level</a:t>
            </a:r>
            <a:endParaRPr lang="en-US" sz="1700" b="0" u="none" strike="noStrike">
              <a:solidFill>
                <a:srgbClr val="000000"/>
              </a:solidFill>
              <a:effectLst/>
              <a:uFillTx/>
              <a:latin typeface="Arial"/>
            </a:endParaRPr>
          </a:p>
          <a:p>
            <a:pPr marL="1521360" lvl="3" indent="-217440">
              <a:lnSpc>
                <a:spcPct val="100000"/>
              </a:lnSpc>
              <a:spcBef>
                <a:spcPts val="300"/>
              </a:spcBef>
              <a:buClr>
                <a:srgbClr val="000000"/>
              </a:buClr>
              <a:buFont typeface="Arial"/>
              <a:buChar char="–"/>
            </a:pPr>
            <a:r>
              <a:rPr lang="en-US" sz="1500" b="0" u="none" strike="noStrike">
                <a:solidFill>
                  <a:schemeClr val="dk1"/>
                </a:solidFill>
                <a:effectLst/>
                <a:uFillTx/>
                <a:latin typeface="Calibri"/>
              </a:rPr>
              <a:t>Fourth level</a:t>
            </a:r>
            <a:endParaRPr lang="en-US" sz="1500" b="0" u="none" strike="noStrike">
              <a:solidFill>
                <a:srgbClr val="000000"/>
              </a:solidFill>
              <a:effectLst/>
              <a:uFillTx/>
              <a:latin typeface="Arial"/>
            </a:endParaRPr>
          </a:p>
          <a:p>
            <a:pPr marL="1955880" lvl="4" indent="-217440">
              <a:lnSpc>
                <a:spcPct val="100000"/>
              </a:lnSpc>
              <a:spcBef>
                <a:spcPts val="300"/>
              </a:spcBef>
              <a:buClr>
                <a:srgbClr val="000000"/>
              </a:buClr>
              <a:buFont typeface="Arial"/>
              <a:buChar char="»"/>
            </a:pPr>
            <a:r>
              <a:rPr lang="en-US" sz="1500" b="0" u="none" strike="noStrike">
                <a:solidFill>
                  <a:schemeClr val="dk1"/>
                </a:solidFill>
                <a:effectLst/>
                <a:uFillTx/>
                <a:latin typeface="Calibri"/>
              </a:rPr>
              <a:t>Fifth level</a:t>
            </a:r>
            <a:endParaRPr lang="en-US" sz="1500" b="0" u="none" strike="noStrike">
              <a:solidFill>
                <a:srgbClr val="000000"/>
              </a:solidFill>
              <a:effectLst/>
              <a:uFillTx/>
              <a:latin typeface="Arial"/>
            </a:endParaRPr>
          </a:p>
        </p:txBody>
      </p:sp>
      <p:sp>
        <p:nvSpPr>
          <p:cNvPr id="62" name="PlaceHolder 4"/>
          <p:cNvSpPr>
            <a:spLocks noGrp="1"/>
          </p:cNvSpPr>
          <p:nvPr>
            <p:ph type="body"/>
          </p:nvPr>
        </p:nvSpPr>
        <p:spPr>
          <a:xfrm>
            <a:off x="4625640" y="1529280"/>
            <a:ext cx="4024080" cy="636840"/>
          </a:xfrm>
          <a:prstGeom prst="rect">
            <a:avLst/>
          </a:prstGeom>
          <a:noFill/>
          <a:ln w="9360">
            <a:noFill/>
          </a:ln>
        </p:spPr>
        <p:txBody>
          <a:bodyPr numCol="1" spcCol="0" lIns="86760" rIns="86760" tIns="43560" bIns="43560" anchor="b">
            <a:noAutofit/>
          </a:bodyPr>
          <a:p>
            <a:pPr indent="0">
              <a:lnSpc>
                <a:spcPct val="100000"/>
              </a:lnSpc>
              <a:spcBef>
                <a:spcPts val="459"/>
              </a:spcBef>
              <a:buNone/>
              <a:tabLst>
                <a:tab algn="l" pos="0"/>
              </a:tabLst>
            </a:pPr>
            <a:r>
              <a:rPr lang="en-US" sz="2300" b="1" u="none" strike="noStrike">
                <a:solidFill>
                  <a:schemeClr val="dk1"/>
                </a:solidFill>
                <a:effectLst/>
                <a:uFillTx/>
                <a:latin typeface="Calibri"/>
              </a:rPr>
              <a:t>Click to edit Master text styles</a:t>
            </a:r>
            <a:endParaRPr lang="en-US" sz="2300" b="0" u="none" strike="noStrike">
              <a:solidFill>
                <a:srgbClr val="000000"/>
              </a:solidFill>
              <a:effectLst/>
              <a:uFillTx/>
              <a:latin typeface="Arial"/>
            </a:endParaRPr>
          </a:p>
        </p:txBody>
      </p:sp>
      <p:sp>
        <p:nvSpPr>
          <p:cNvPr id="63" name="PlaceHolder 5"/>
          <p:cNvSpPr>
            <a:spLocks noGrp="1"/>
          </p:cNvSpPr>
          <p:nvPr>
            <p:ph type="body"/>
          </p:nvPr>
        </p:nvSpPr>
        <p:spPr>
          <a:xfrm>
            <a:off x="4625640" y="2166840"/>
            <a:ext cx="4024080" cy="3935880"/>
          </a:xfrm>
          <a:prstGeom prst="rect">
            <a:avLst/>
          </a:prstGeom>
          <a:noFill/>
          <a:ln w="9360">
            <a:noFill/>
          </a:ln>
        </p:spPr>
        <p:txBody>
          <a:bodyPr numCol="1" spcCol="0" lIns="86760" rIns="86760" tIns="43560" bIns="43560" anchor="t">
            <a:noAutofit/>
          </a:bodyPr>
          <a:p>
            <a:pPr marL="326160" indent="-326160">
              <a:lnSpc>
                <a:spcPct val="100000"/>
              </a:lnSpc>
              <a:spcBef>
                <a:spcPts val="459"/>
              </a:spcBef>
              <a:buClr>
                <a:srgbClr val="000000"/>
              </a:buClr>
              <a:buFont typeface="Arial"/>
              <a:buChar char="•"/>
            </a:pPr>
            <a:r>
              <a:rPr lang="en-US" sz="2300" b="0" u="none" strike="noStrike">
                <a:solidFill>
                  <a:schemeClr val="dk1"/>
                </a:solidFill>
                <a:effectLst/>
                <a:uFillTx/>
                <a:latin typeface="Calibri"/>
              </a:rPr>
              <a:t>Click to edit Master text styles</a:t>
            </a:r>
            <a:endParaRPr lang="en-US" sz="2300" b="0" u="none" strike="noStrike">
              <a:solidFill>
                <a:srgbClr val="000000"/>
              </a:solidFill>
              <a:effectLst/>
              <a:uFillTx/>
              <a:latin typeface="Arial"/>
            </a:endParaRPr>
          </a:p>
          <a:p>
            <a:pPr marL="706320" lvl="1" indent="-271800">
              <a:lnSpc>
                <a:spcPct val="100000"/>
              </a:lnSpc>
              <a:spcBef>
                <a:spcPts val="380"/>
              </a:spcBef>
              <a:buClr>
                <a:srgbClr val="750b3d"/>
              </a:buClr>
              <a:buFont typeface="Arial"/>
              <a:buChar char="–"/>
            </a:pPr>
            <a:r>
              <a:rPr lang="en-US" sz="1900" b="0" u="none" strike="noStrike">
                <a:solidFill>
                  <a:schemeClr val="accent2">
                    <a:lumMod val="50000"/>
                  </a:schemeClr>
                </a:solidFill>
                <a:effectLst/>
                <a:uFillTx/>
                <a:latin typeface="Calibri"/>
              </a:rPr>
              <a:t>Second level</a:t>
            </a:r>
            <a:endParaRPr lang="en-US" sz="1900" b="0" u="none" strike="noStrike">
              <a:solidFill>
                <a:srgbClr val="000000"/>
              </a:solidFill>
              <a:effectLst/>
              <a:uFillTx/>
              <a:latin typeface="Arial"/>
            </a:endParaRPr>
          </a:p>
          <a:p>
            <a:pPr marL="1086480" lvl="2" indent="-217440">
              <a:lnSpc>
                <a:spcPct val="100000"/>
              </a:lnSpc>
              <a:spcBef>
                <a:spcPts val="340"/>
              </a:spcBef>
              <a:buClr>
                <a:srgbClr val="000000"/>
              </a:buClr>
              <a:buFont typeface="Arial"/>
              <a:buChar char="•"/>
            </a:pPr>
            <a:r>
              <a:rPr lang="en-US" sz="1700" b="0" u="none" strike="noStrike">
                <a:solidFill>
                  <a:schemeClr val="dk1"/>
                </a:solidFill>
                <a:effectLst/>
                <a:uFillTx/>
                <a:latin typeface="Calibri"/>
              </a:rPr>
              <a:t>Third level</a:t>
            </a:r>
            <a:endParaRPr lang="en-US" sz="1700" b="0" u="none" strike="noStrike">
              <a:solidFill>
                <a:srgbClr val="000000"/>
              </a:solidFill>
              <a:effectLst/>
              <a:uFillTx/>
              <a:latin typeface="Arial"/>
            </a:endParaRPr>
          </a:p>
          <a:p>
            <a:pPr marL="1521360" lvl="3" indent="-217440">
              <a:lnSpc>
                <a:spcPct val="100000"/>
              </a:lnSpc>
              <a:spcBef>
                <a:spcPts val="300"/>
              </a:spcBef>
              <a:buClr>
                <a:srgbClr val="000000"/>
              </a:buClr>
              <a:buFont typeface="Arial"/>
              <a:buChar char="–"/>
            </a:pPr>
            <a:r>
              <a:rPr lang="en-US" sz="1500" b="0" u="none" strike="noStrike">
                <a:solidFill>
                  <a:schemeClr val="dk1"/>
                </a:solidFill>
                <a:effectLst/>
                <a:uFillTx/>
                <a:latin typeface="Calibri"/>
              </a:rPr>
              <a:t>Fourth level</a:t>
            </a:r>
            <a:endParaRPr lang="en-US" sz="1500" b="0" u="none" strike="noStrike">
              <a:solidFill>
                <a:srgbClr val="000000"/>
              </a:solidFill>
              <a:effectLst/>
              <a:uFillTx/>
              <a:latin typeface="Arial"/>
            </a:endParaRPr>
          </a:p>
          <a:p>
            <a:pPr marL="1955880" lvl="4" indent="-217440">
              <a:lnSpc>
                <a:spcPct val="100000"/>
              </a:lnSpc>
              <a:spcBef>
                <a:spcPts val="300"/>
              </a:spcBef>
              <a:buClr>
                <a:srgbClr val="000000"/>
              </a:buClr>
              <a:buFont typeface="Arial"/>
              <a:buChar char="»"/>
            </a:pPr>
            <a:r>
              <a:rPr lang="en-US" sz="1500" b="0" u="none" strike="noStrike">
                <a:solidFill>
                  <a:schemeClr val="dk1"/>
                </a:solidFill>
                <a:effectLst/>
                <a:uFillTx/>
                <a:latin typeface="Calibri"/>
              </a:rPr>
              <a:t>Fifth level</a:t>
            </a:r>
            <a:endParaRPr lang="en-US" sz="1500" b="0" u="none" strike="noStrike">
              <a:solidFill>
                <a:srgbClr val="000000"/>
              </a:solidFill>
              <a:effectLst/>
              <a:uFillTx/>
              <a:latin typeface="Arial"/>
            </a:endParaRPr>
          </a:p>
        </p:txBody>
      </p:sp>
      <p:sp>
        <p:nvSpPr>
          <p:cNvPr id="64" name="PlaceHolder 6"/>
          <p:cNvSpPr>
            <a:spLocks noGrp="1"/>
          </p:cNvSpPr>
          <p:nvPr>
            <p:ph type="dt" idx="31"/>
          </p:nvPr>
        </p:nvSpPr>
        <p:spPr>
          <a:xfrm>
            <a:off x="455400" y="6332760"/>
            <a:ext cx="2124000" cy="362880"/>
          </a:xfrm>
          <a:prstGeom prst="rect">
            <a:avLst/>
          </a:prstGeom>
          <a:noFill/>
          <a:ln w="0">
            <a:noFill/>
          </a:ln>
        </p:spPr>
        <p:txBody>
          <a:bodyPr lIns="86760" rIns="86760" tIns="43560" bIns="43560" anchor="ctr">
            <a:noAutofit/>
          </a:bodyPr>
          <a:lstStyle>
            <a:lvl1pPr indent="0">
              <a:lnSpc>
                <a:spcPct val="100000"/>
              </a:lnSpc>
              <a:buNone/>
              <a:tabLst>
                <a:tab algn="l" pos="0"/>
              </a:tabLst>
              <a:defRPr lang="en-US" sz="1100" b="0" u="none" strike="noStrike">
                <a:solidFill>
                  <a:schemeClr val="dk1">
                    <a:tint val="75000"/>
                  </a:schemeClr>
                </a:solidFill>
                <a:effectLst/>
                <a:uFillTx/>
                <a:latin typeface="Calibri"/>
              </a:defRPr>
            </a:lvl1pPr>
          </a:lstStyle>
          <a:p>
            <a:pPr indent="0">
              <a:lnSpc>
                <a:spcPct val="100000"/>
              </a:lnSpc>
              <a:buNone/>
              <a:tabLst>
                <a:tab algn="l" pos="0"/>
              </a:tabLst>
            </a:pPr>
            <a:r>
              <a:rPr lang="en-US" sz="1100" b="0" u="none" strike="noStrike">
                <a:solidFill>
                  <a:schemeClr val="dk1">
                    <a:tint val="75000"/>
                  </a:schemeClr>
                </a:solidFill>
                <a:effectLst/>
                <a:uFillTx/>
                <a:latin typeface="Calibri"/>
              </a:rPr>
              <a:t>&lt;date/time&gt;</a:t>
            </a:r>
            <a:endParaRPr lang="en-US" sz="1100" b="0" u="none" strike="noStrike">
              <a:solidFill>
                <a:srgbClr val="000000"/>
              </a:solidFill>
              <a:effectLst/>
              <a:uFillTx/>
              <a:latin typeface="Times New Roman"/>
            </a:endParaRPr>
          </a:p>
        </p:txBody>
      </p:sp>
      <p:sp>
        <p:nvSpPr>
          <p:cNvPr id="65" name="PlaceHolder 7"/>
          <p:cNvSpPr>
            <a:spLocks noGrp="1"/>
          </p:cNvSpPr>
          <p:nvPr>
            <p:ph type="ftr" idx="32"/>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&lt;footer&gt;</a:t>
            </a:r>
            <a:endParaRPr lang="en-US" sz="1100" b="0" u="none" strike="noStrike">
              <a:solidFill>
                <a:srgbClr val="000000"/>
              </a:solidFill>
              <a:effectLst/>
              <a:uFillTx/>
              <a:latin typeface="Times New Roman"/>
            </a:endParaRPr>
          </a:p>
        </p:txBody>
      </p:sp>
      <p:sp>
        <p:nvSpPr>
          <p:cNvPr id="66" name="PlaceHolder 8"/>
          <p:cNvSpPr>
            <a:spLocks noGrp="1"/>
          </p:cNvSpPr>
          <p:nvPr>
            <p:ph type="sldNum" idx="33"/>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Calibri"/>
              </a:defRPr>
            </a:lvl1pPr>
          </a:lstStyle>
          <a:p>
            <a:pPr indent="0" algn="r">
              <a:lnSpc>
                <a:spcPct val="100000"/>
              </a:lnSpc>
              <a:buNone/>
              <a:tabLst>
                <a:tab algn="l" pos="0"/>
              </a:tabLst>
            </a:pPr>
            <a:fld id="{11723133-8D2B-4040-81A1-C63F684C6554}" type="slidenum">
              <a:rPr lang="en-US" sz="1100" b="0" u="none" strike="noStrike">
                <a:solidFill>
                  <a:schemeClr val="dk1">
                    <a:tint val="75000"/>
                  </a:schemeClr>
                </a:solidFill>
                <a:effectLst/>
                <a:uFillTx/>
                <a:latin typeface="Calibri"/>
              </a:rPr>
              <a:t>&lt;number&gt;</a:t>
            </a:fld>
            <a:endParaRPr lang="en-US" sz="11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wmf"/><Relationship Id="rId2" Type="http://schemas.openxmlformats.org/officeDocument/2006/relationships/slideLayout" Target="../slideLayouts/slideLayout5.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jpeg"/><Relationship Id="rId2" Type="http://schemas.openxmlformats.org/officeDocument/2006/relationships/slideLayout" Target="../slideLayouts/slideLayout9.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9.xml"/><Relationship Id="rId3"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3.jpeg"/><Relationship Id="rId2" Type="http://schemas.openxmlformats.org/officeDocument/2006/relationships/slideLayout" Target="../slideLayouts/slideLayout9.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image" Target="../media/image4.jpeg"/><Relationship Id="rId2" Type="http://schemas.openxmlformats.org/officeDocument/2006/relationships/slideLayout" Target="../slideLayouts/slideLayout9.xml"/><Relationship Id="rId3"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png"/><Relationship Id="rId3" Type="http://schemas.openxmlformats.org/officeDocument/2006/relationships/slideLayout" Target="../slideLayouts/slideLayout11.xml"/><Relationship Id="rId4"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9.xml"/><Relationship Id="rId3"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9.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9.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 name="PlaceHolder 1"/>
          <p:cNvSpPr>
            <a:spLocks noGrp="1"/>
          </p:cNvSpPr>
          <p:nvPr>
            <p:ph type="title"/>
          </p:nvPr>
        </p:nvSpPr>
        <p:spPr>
          <a:xfrm>
            <a:off x="682920" y="2122560"/>
            <a:ext cx="7739280" cy="14637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chemeClr val="accent6">
                    <a:lumMod val="50000"/>
                  </a:schemeClr>
                </a:solidFill>
                <a:effectLst/>
                <a:uFillTx/>
                <a:latin typeface="Calibri"/>
              </a:rPr>
              <a:t>Công nghệ phần mềm</a:t>
            </a:r>
            <a:endParaRPr lang="en-US" sz="4200" b="0" u="none" strike="noStrike">
              <a:solidFill>
                <a:srgbClr val="000000"/>
              </a:solidFill>
              <a:effectLst/>
              <a:uFillTx/>
              <a:latin typeface="Arial"/>
            </a:endParaRPr>
          </a:p>
        </p:txBody>
      </p:sp>
      <p:sp>
        <p:nvSpPr>
          <p:cNvPr id="74" name="PlaceHolder 2"/>
          <p:cNvSpPr>
            <a:spLocks noGrp="1"/>
          </p:cNvSpPr>
          <p:nvPr>
            <p:ph type="subTitle"/>
          </p:nvPr>
        </p:nvSpPr>
        <p:spPr>
          <a:xfrm>
            <a:off x="1365840" y="3871800"/>
            <a:ext cx="6373440" cy="1745280"/>
          </a:xfrm>
          <a:prstGeom prst="rect">
            <a:avLst/>
          </a:prstGeom>
          <a:noFill/>
          <a:ln w="9360">
            <a:noFill/>
          </a:ln>
        </p:spPr>
        <p:txBody>
          <a:bodyPr numCol="1" spcCol="0" lIns="86760" rIns="86760" tIns="43560" bIns="43560" anchor="t">
            <a:noAutofit/>
          </a:bodyPr>
          <a:p>
            <a:pPr indent="0" algn="ctr">
              <a:lnSpc>
                <a:spcPct val="100000"/>
              </a:lnSpc>
              <a:spcBef>
                <a:spcPts val="601"/>
              </a:spcBef>
              <a:buNone/>
              <a:tabLst>
                <a:tab algn="l" pos="0"/>
              </a:tabLst>
            </a:pPr>
            <a:r>
              <a:rPr lang="en-GB" sz="3000" b="1" u="none" strike="noStrike">
                <a:solidFill>
                  <a:srgbClr val="c00000"/>
                </a:solidFill>
                <a:effectLst/>
                <a:uFillTx/>
                <a:latin typeface="Calibri"/>
              </a:rPr>
              <a:t>Tổng quan về kiểm thử và đảm bảo chất lượng phần mềm</a:t>
            </a:r>
            <a:endParaRPr lang="en-US" sz="3000" b="0" u="none" strike="noStrike">
              <a:solidFill>
                <a:srgbClr val="000000"/>
              </a:solidFill>
              <a:effectLst/>
              <a:uFillTx/>
              <a:latin typeface="Arial"/>
            </a:endParaRPr>
          </a:p>
        </p:txBody>
      </p:sp>
      <p:pic>
        <p:nvPicPr>
          <p:cNvPr id="75" name="Picture 4" descr="C:\Users\hoangta\AppData\Local\Microsoft\Windows\Temporary Internet Files\Content.IE5\E9MDPTKA\MCBD06929_0000[1].wmf"/>
          <p:cNvPicPr/>
          <p:nvPr/>
        </p:nvPicPr>
        <p:blipFill>
          <a:blip r:embed="rId1"/>
          <a:stretch/>
        </p:blipFill>
        <p:spPr>
          <a:xfrm>
            <a:off x="2952720" y="5192280"/>
            <a:ext cx="3795120" cy="109332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PlaceHolder 1"/>
          <p:cNvSpPr>
            <a:spLocks noGrp="1"/>
          </p:cNvSpPr>
          <p:nvPr>
            <p:ph type="title"/>
          </p:nvPr>
        </p:nvSpPr>
        <p:spPr>
          <a:xfrm>
            <a:off x="426960" y="213480"/>
            <a:ext cx="8194680" cy="1137960"/>
          </a:xfrm>
          <a:prstGeom prst="rect">
            <a:avLst/>
          </a:prstGeom>
          <a:noFill/>
          <a:ln w="9360">
            <a:noFill/>
          </a:ln>
        </p:spPr>
        <p:txBody>
          <a:bodyPr numCol="1" spcCol="0" lIns="90360" rIns="90360" tIns="44280" bIns="44280" anchor="ctr">
            <a:noAutofit/>
          </a:bodyPr>
          <a:p>
            <a:pPr indent="0" algn="ctr">
              <a:lnSpc>
                <a:spcPct val="100000"/>
              </a:lnSpc>
              <a:buNone/>
              <a:tabLst>
                <a:tab algn="l" pos="0"/>
              </a:tabLst>
            </a:pPr>
            <a:r>
              <a:rPr lang="en-GB" sz="4200" b="0" u="none" strike="noStrike">
                <a:solidFill>
                  <a:srgbClr val="0070c0"/>
                </a:solidFill>
                <a:effectLst/>
                <a:uFillTx/>
                <a:latin typeface="Calibri"/>
              </a:rPr>
              <a:t>Nội dung</a:t>
            </a:r>
            <a:endParaRPr lang="en-US" sz="4200" b="0" u="none" strike="noStrike">
              <a:solidFill>
                <a:srgbClr val="000000"/>
              </a:solidFill>
              <a:effectLst/>
              <a:uFillTx/>
              <a:latin typeface="Arial"/>
            </a:endParaRPr>
          </a:p>
        </p:txBody>
      </p:sp>
      <p:sp>
        <p:nvSpPr>
          <p:cNvPr id="77" name="PlaceHolder 2"/>
          <p:cNvSpPr>
            <a:spLocks noGrp="1"/>
          </p:cNvSpPr>
          <p:nvPr>
            <p:ph/>
          </p:nvPr>
        </p:nvSpPr>
        <p:spPr>
          <a:xfrm>
            <a:off x="455400" y="1594440"/>
            <a:ext cx="8194680" cy="4508640"/>
          </a:xfrm>
          <a:prstGeom prst="rect">
            <a:avLst/>
          </a:prstGeom>
          <a:noFill/>
          <a:ln w="9360">
            <a:noFill/>
          </a:ln>
        </p:spPr>
        <p:txBody>
          <a:bodyPr numCol="1" spcCol="0" lIns="90360" rIns="90360" tIns="44280" bIns="44280" anchor="t">
            <a:normAutofit/>
          </a:bodyPr>
          <a:p>
            <a:pPr marL="326160" indent="-326160">
              <a:lnSpc>
                <a:spcPct val="90000"/>
              </a:lnSpc>
              <a:spcBef>
                <a:spcPts val="601"/>
              </a:spcBef>
              <a:buClr>
                <a:srgbClr val="000000"/>
              </a:buClr>
              <a:buFont typeface="Arial"/>
              <a:buChar char="•"/>
            </a:pPr>
            <a:r>
              <a:rPr lang="en-US" sz="3000" b="0" u="none" strike="noStrike">
                <a:solidFill>
                  <a:schemeClr val="dk1"/>
                </a:solidFill>
                <a:effectLst/>
                <a:uFillTx/>
                <a:latin typeface="Calibri"/>
              </a:rPr>
              <a:t>Kiểm chứng và thẩm định</a:t>
            </a:r>
            <a:endParaRPr lang="en-US" sz="3000" b="0" u="none" strike="noStrike">
              <a:solidFill>
                <a:srgbClr val="000000"/>
              </a:solidFill>
              <a:effectLst/>
              <a:uFillTx/>
              <a:latin typeface="Arial"/>
            </a:endParaRPr>
          </a:p>
          <a:p>
            <a:pPr marL="326160" indent="-326160">
              <a:lnSpc>
                <a:spcPct val="90000"/>
              </a:lnSpc>
              <a:spcBef>
                <a:spcPts val="601"/>
              </a:spcBef>
              <a:buClr>
                <a:srgbClr val="000000"/>
              </a:buClr>
              <a:buFont typeface="Arial"/>
              <a:buChar char="•"/>
            </a:pPr>
            <a:r>
              <a:rPr lang="en-US" sz="3000" b="0" u="none" strike="noStrike">
                <a:solidFill>
                  <a:schemeClr val="dk1"/>
                </a:solidFill>
                <a:effectLst/>
                <a:uFillTx/>
                <a:latin typeface="Calibri"/>
              </a:rPr>
              <a:t>Đảm bảo chất lượng</a:t>
            </a:r>
            <a:endParaRPr lang="en-US" sz="3000" b="0" u="none" strike="noStrike">
              <a:solidFill>
                <a:srgbClr val="000000"/>
              </a:solidFill>
              <a:effectLst/>
              <a:uFillTx/>
              <a:latin typeface="Arial"/>
            </a:endParaRPr>
          </a:p>
          <a:p>
            <a:pPr marL="326160" indent="-326160">
              <a:lnSpc>
                <a:spcPct val="90000"/>
              </a:lnSpc>
              <a:spcBef>
                <a:spcPts val="601"/>
              </a:spcBef>
              <a:buClr>
                <a:srgbClr val="000000"/>
              </a:buClr>
              <a:buFont typeface="Arial"/>
              <a:buChar char="•"/>
            </a:pPr>
            <a:r>
              <a:rPr lang="en-US" sz="3000" b="0" u="none" strike="noStrike">
                <a:solidFill>
                  <a:schemeClr val="dk1"/>
                </a:solidFill>
                <a:effectLst/>
                <a:uFillTx/>
                <a:latin typeface="Calibri"/>
              </a:rPr>
              <a:t>Quy trình kiểm thử</a:t>
            </a:r>
            <a:endParaRPr lang="en-US" sz="3000" b="0" u="none" strike="noStrike">
              <a:solidFill>
                <a:srgbClr val="000000"/>
              </a:solidFill>
              <a:effectLst/>
              <a:uFillTx/>
              <a:latin typeface="Arial"/>
            </a:endParaRPr>
          </a:p>
          <a:p>
            <a:pPr marL="326160" indent="-326160">
              <a:lnSpc>
                <a:spcPct val="90000"/>
              </a:lnSpc>
              <a:spcBef>
                <a:spcPts val="601"/>
              </a:spcBef>
              <a:buClr>
                <a:srgbClr val="000000"/>
              </a:buClr>
              <a:buFont typeface="Arial"/>
              <a:buChar char="•"/>
            </a:pPr>
            <a:r>
              <a:rPr lang="en-US" sz="3000" b="0" u="none" strike="noStrike">
                <a:solidFill>
                  <a:schemeClr val="dk1"/>
                </a:solidFill>
                <a:effectLst/>
                <a:uFillTx/>
                <a:latin typeface="Calibri"/>
              </a:rPr>
              <a:t>Ca kiểm thử</a:t>
            </a:r>
            <a:endParaRPr lang="en-US" sz="3000" b="0" u="none" strike="noStrike">
              <a:solidFill>
                <a:srgbClr val="000000"/>
              </a:solidFill>
              <a:effectLst/>
              <a:uFillTx/>
              <a:latin typeface="Arial"/>
            </a:endParaRPr>
          </a:p>
          <a:p>
            <a:pPr marL="326160" indent="-326160">
              <a:lnSpc>
                <a:spcPct val="90000"/>
              </a:lnSpc>
              <a:spcBef>
                <a:spcPts val="601"/>
              </a:spcBef>
              <a:buClr>
                <a:srgbClr val="000000"/>
              </a:buClr>
              <a:buFont typeface="Arial"/>
              <a:buChar char="•"/>
            </a:pPr>
            <a:r>
              <a:rPr lang="en-US" sz="3000" b="0" u="none" strike="noStrike">
                <a:solidFill>
                  <a:schemeClr val="dk1"/>
                </a:solidFill>
                <a:effectLst/>
                <a:uFillTx/>
                <a:latin typeface="Calibri"/>
              </a:rPr>
              <a:t>Mô tả bài toán kiểm thử qua biểu đồ Venn</a:t>
            </a:r>
            <a:endParaRPr lang="en-US" sz="3000" b="0" u="none" strike="noStrike">
              <a:solidFill>
                <a:srgbClr val="000000"/>
              </a:solidFill>
              <a:effectLst/>
              <a:uFillTx/>
              <a:latin typeface="Arial"/>
            </a:endParaRPr>
          </a:p>
          <a:p>
            <a:pPr marL="326160" indent="-326160">
              <a:lnSpc>
                <a:spcPct val="90000"/>
              </a:lnSpc>
              <a:spcBef>
                <a:spcPts val="601"/>
              </a:spcBef>
              <a:buClr>
                <a:srgbClr val="000000"/>
              </a:buClr>
              <a:buFont typeface="Arial"/>
              <a:buChar char="•"/>
            </a:pPr>
            <a:r>
              <a:rPr lang="en-US" sz="3000" b="0" u="none" strike="noStrike">
                <a:solidFill>
                  <a:schemeClr val="dk1"/>
                </a:solidFill>
                <a:effectLst/>
                <a:uFillTx/>
                <a:latin typeface="Calibri"/>
              </a:rPr>
              <a:t>Kiểm thử hộp đen và kiểm thử hộp trắng</a:t>
            </a:r>
            <a:endParaRPr lang="en-US" sz="3000" b="0" u="none" strike="noStrike">
              <a:solidFill>
                <a:srgbClr val="000000"/>
              </a:solidFill>
              <a:effectLst/>
              <a:uFillTx/>
              <a:latin typeface="Arial"/>
            </a:endParaRPr>
          </a:p>
          <a:p>
            <a:pPr marL="326160" indent="-326160">
              <a:lnSpc>
                <a:spcPct val="90000"/>
              </a:lnSpc>
              <a:spcBef>
                <a:spcPts val="601"/>
              </a:spcBef>
              <a:buClr>
                <a:srgbClr val="000000"/>
              </a:buClr>
              <a:buFont typeface="Arial"/>
              <a:buChar char="•"/>
            </a:pPr>
            <a:r>
              <a:rPr lang="en-US" sz="3000" b="0" u="none" strike="noStrike">
                <a:solidFill>
                  <a:schemeClr val="dk1"/>
                </a:solidFill>
                <a:effectLst/>
                <a:uFillTx/>
                <a:latin typeface="Calibri"/>
              </a:rPr>
              <a:t>Một số công cụ hỗ trợ kiểm thử</a:t>
            </a:r>
            <a:endParaRPr lang="en-US" sz="3000" b="0" u="none" strike="noStrike">
              <a:solidFill>
                <a:srgbClr val="000000"/>
              </a:solidFill>
              <a:effectLst/>
              <a:uFillTx/>
              <a:latin typeface="Arial"/>
            </a:endParaRPr>
          </a:p>
          <a:p>
            <a:pPr indent="0">
              <a:lnSpc>
                <a:spcPct val="90000"/>
              </a:lnSpc>
              <a:spcBef>
                <a:spcPts val="601"/>
              </a:spcBef>
              <a:buNone/>
              <a:tabLst>
                <a:tab algn="l" pos="0"/>
              </a:tabLst>
            </a:pPr>
            <a:endParaRPr lang="en-US" sz="3000" b="0" u="none" strike="noStrike">
              <a:solidFill>
                <a:srgbClr val="000000"/>
              </a:solidFill>
              <a:effectLst/>
              <a:uFillTx/>
              <a:latin typeface="Arial"/>
            </a:endParaRPr>
          </a:p>
        </p:txBody>
      </p:sp>
      <p:sp>
        <p:nvSpPr>
          <p:cNvPr id="78" name="PlaceHolder 3"/>
          <p:cNvSpPr>
            <a:spLocks noGrp="1"/>
          </p:cNvSpPr>
          <p:nvPr>
            <p:ph type="ftr" idx="37"/>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79" name="PlaceHolder 4"/>
          <p:cNvSpPr>
            <a:spLocks noGrp="1"/>
          </p:cNvSpPr>
          <p:nvPr>
            <p:ph type="sldNum" idx="38"/>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Arial"/>
              </a:defRPr>
            </a:lvl1pPr>
          </a:lstStyle>
          <a:p>
            <a:pPr indent="0" algn="r">
              <a:lnSpc>
                <a:spcPct val="100000"/>
              </a:lnSpc>
              <a:buNone/>
              <a:tabLst>
                <a:tab algn="l" pos="0"/>
              </a:tabLst>
            </a:pPr>
            <a:fld id="{04528FEE-1132-497B-827A-B17C8DEAD8DD}" type="slidenum">
              <a:rPr lang="en-US" sz="1100" b="0" u="none" strike="noStrike">
                <a:solidFill>
                  <a:schemeClr val="dk1">
                    <a:tint val="75000"/>
                  </a:schemeClr>
                </a:solidFill>
                <a:effectLst/>
                <a:uFillTx/>
                <a:latin typeface="Arial"/>
              </a:rPr>
              <a:t>2</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rmAutofit fontScale="85000" lnSpcReduction="9999"/>
          </a:bodyPr>
          <a:p>
            <a:pPr indent="0" algn="ctr">
              <a:lnSpc>
                <a:spcPct val="100000"/>
              </a:lnSpc>
              <a:buNone/>
              <a:tabLst>
                <a:tab algn="l" pos="0"/>
              </a:tabLst>
            </a:pPr>
            <a:r>
              <a:rPr lang="en-CA" sz="4200" b="0" u="none" strike="noStrike">
                <a:solidFill>
                  <a:srgbClr val="0070c0"/>
                </a:solidFill>
                <a:effectLst/>
                <a:uFillTx/>
                <a:latin typeface="Calibri"/>
              </a:rPr>
              <a:t>Yêu cầu khách hàng và đặc tả yêu cầu</a:t>
            </a:r>
            <a:endParaRPr lang="en-US" sz="4200" b="0" u="none" strike="noStrike">
              <a:solidFill>
                <a:srgbClr val="000000"/>
              </a:solidFill>
              <a:effectLst/>
              <a:uFillTx/>
              <a:latin typeface="Arial"/>
            </a:endParaRPr>
          </a:p>
        </p:txBody>
      </p:sp>
      <p:sp>
        <p:nvSpPr>
          <p:cNvPr id="81" name="PlaceHolder 2"/>
          <p:cNvSpPr>
            <a:spLocks noGrp="1"/>
          </p:cNvSpPr>
          <p:nvPr>
            <p:ph/>
          </p:nvPr>
        </p:nvSpPr>
        <p:spPr>
          <a:xfrm>
            <a:off x="670320" y="1701720"/>
            <a:ext cx="7739280" cy="4690440"/>
          </a:xfrm>
          <a:prstGeom prst="rect">
            <a:avLst/>
          </a:prstGeom>
          <a:noFill/>
          <a:ln w="9360">
            <a:noFill/>
          </a:ln>
        </p:spPr>
        <p:txBody>
          <a:bodyPr numCol="1" spcCol="0" lIns="86760" rIns="86760" tIns="43560" bIns="43560" anchor="t">
            <a:normAutofit/>
          </a:bodyPr>
          <a:p>
            <a:pPr marL="326160" indent="-326160">
              <a:lnSpc>
                <a:spcPct val="100000"/>
              </a:lnSpc>
              <a:spcBef>
                <a:spcPts val="641"/>
              </a:spcBef>
              <a:buClr>
                <a:srgbClr val="000000"/>
              </a:buClr>
              <a:buFont typeface="Arial"/>
              <a:buChar char="•"/>
            </a:pPr>
            <a:r>
              <a:rPr lang="en-US" sz="3200" b="1" u="none" strike="noStrike">
                <a:solidFill>
                  <a:schemeClr val="dk1"/>
                </a:solidFill>
                <a:effectLst/>
                <a:uFillTx/>
                <a:latin typeface="Calibri"/>
              </a:rPr>
              <a:t>PM được phát triển để phục vụ yêu cầu KH</a:t>
            </a:r>
            <a:endParaRPr lang="en-US" sz="3200" b="0" u="none" strike="noStrike">
              <a:solidFill>
                <a:srgbClr val="000000"/>
              </a:solidFill>
              <a:effectLst/>
              <a:uFillTx/>
              <a:latin typeface="Arial"/>
            </a:endParaRPr>
          </a:p>
          <a:p>
            <a:pPr marL="326160" indent="-326160">
              <a:lnSpc>
                <a:spcPct val="100000"/>
              </a:lnSpc>
              <a:spcBef>
                <a:spcPts val="641"/>
              </a:spcBef>
              <a:buClr>
                <a:srgbClr val="000000"/>
              </a:buClr>
              <a:buFont typeface="Arial"/>
              <a:buChar char="•"/>
            </a:pPr>
            <a:r>
              <a:rPr lang="en-US" sz="3200" b="1" u="none" strike="noStrike">
                <a:solidFill>
                  <a:schemeClr val="dk1"/>
                </a:solidFill>
                <a:effectLst/>
                <a:uFillTx/>
                <a:latin typeface="Calibri"/>
              </a:rPr>
              <a:t>Yêu cầu khách hàng được biểu diễn bằng đặc tả yêu cầu</a:t>
            </a:r>
            <a:endParaRPr lang="en-US" sz="3200" b="0" u="none" strike="noStrike">
              <a:solidFill>
                <a:srgbClr val="000000"/>
              </a:solidFill>
              <a:effectLst/>
              <a:uFillTx/>
              <a:latin typeface="Arial"/>
            </a:endParaRPr>
          </a:p>
          <a:p>
            <a:pPr marL="326160" indent="-326160">
              <a:lnSpc>
                <a:spcPct val="100000"/>
              </a:lnSpc>
              <a:spcBef>
                <a:spcPts val="641"/>
              </a:spcBef>
              <a:buClr>
                <a:srgbClr val="002060"/>
              </a:buClr>
              <a:buFont typeface="Arial"/>
              <a:buChar char="•"/>
            </a:pPr>
            <a:r>
              <a:rPr lang="en-US" sz="3200" b="1" u="none" strike="noStrike">
                <a:solidFill>
                  <a:srgbClr val="002060"/>
                </a:solidFill>
                <a:effectLst/>
                <a:uFillTx/>
                <a:latin typeface="Calibri"/>
              </a:rPr>
              <a:t>Thất bại = PM không đáp ứng đúng như đặc tả</a:t>
            </a:r>
            <a:endParaRPr lang="en-US" sz="3200" b="0" u="none" strike="noStrike">
              <a:solidFill>
                <a:srgbClr val="000000"/>
              </a:solidFill>
              <a:effectLst/>
              <a:uFillTx/>
              <a:latin typeface="Arial"/>
            </a:endParaRPr>
          </a:p>
          <a:p>
            <a:pPr marL="706320" lvl="1" indent="-271800">
              <a:lnSpc>
                <a:spcPct val="100000"/>
              </a:lnSpc>
              <a:spcBef>
                <a:spcPts val="561"/>
              </a:spcBef>
              <a:buClr>
                <a:srgbClr val="0070c0"/>
              </a:buClr>
              <a:buFont typeface="Arial"/>
              <a:buChar char="–"/>
            </a:pPr>
            <a:r>
              <a:rPr lang="en-CA" sz="2800" b="0" u="none" strike="noStrike">
                <a:solidFill>
                  <a:srgbClr val="0070c0"/>
                </a:solidFill>
                <a:effectLst/>
                <a:uFillTx/>
                <a:latin typeface="Calibri"/>
              </a:rPr>
              <a:t>Đặc tả sai?</a:t>
            </a:r>
            <a:endParaRPr lang="en-US" sz="2800" b="0" u="none" strike="noStrike">
              <a:solidFill>
                <a:srgbClr val="000000"/>
              </a:solidFill>
              <a:effectLst/>
              <a:uFillTx/>
              <a:latin typeface="Arial"/>
            </a:endParaRPr>
          </a:p>
          <a:p>
            <a:pPr marL="706320" lvl="1" indent="-271800">
              <a:lnSpc>
                <a:spcPct val="100000"/>
              </a:lnSpc>
              <a:spcBef>
                <a:spcPts val="561"/>
              </a:spcBef>
              <a:buClr>
                <a:srgbClr val="0070c0"/>
              </a:buClr>
              <a:buFont typeface="Arial"/>
              <a:buChar char="–"/>
            </a:pPr>
            <a:r>
              <a:rPr lang="en-CA" sz="2800" b="0" u="none" strike="noStrike">
                <a:solidFill>
                  <a:srgbClr val="0070c0"/>
                </a:solidFill>
                <a:effectLst/>
                <a:uFillTx/>
                <a:latin typeface="Calibri"/>
              </a:rPr>
              <a:t>Thiết kế sai?</a:t>
            </a:r>
            <a:endParaRPr lang="en-US" sz="2800" b="0" u="none" strike="noStrike">
              <a:solidFill>
                <a:srgbClr val="000000"/>
              </a:solidFill>
              <a:effectLst/>
              <a:uFillTx/>
              <a:latin typeface="Arial"/>
            </a:endParaRPr>
          </a:p>
          <a:p>
            <a:pPr marL="706320" lvl="1" indent="-271800">
              <a:lnSpc>
                <a:spcPct val="100000"/>
              </a:lnSpc>
              <a:spcBef>
                <a:spcPts val="561"/>
              </a:spcBef>
              <a:buClr>
                <a:srgbClr val="0070c0"/>
              </a:buClr>
              <a:buFont typeface="Arial"/>
              <a:buChar char="–"/>
            </a:pPr>
            <a:r>
              <a:rPr lang="en-CA" sz="2800" b="0" u="none" strike="noStrike">
                <a:solidFill>
                  <a:srgbClr val="0070c0"/>
                </a:solidFill>
                <a:effectLst/>
                <a:uFillTx/>
                <a:latin typeface="Calibri"/>
              </a:rPr>
              <a:t>Cài đặt sai?</a:t>
            </a:r>
            <a:endParaRPr lang="en-US" sz="2800" b="0" u="none" strike="noStrike">
              <a:solidFill>
                <a:srgbClr val="000000"/>
              </a:solidFill>
              <a:effectLst/>
              <a:uFillTx/>
              <a:latin typeface="Arial"/>
            </a:endParaRPr>
          </a:p>
        </p:txBody>
      </p:sp>
      <p:sp>
        <p:nvSpPr>
          <p:cNvPr id="82" name="PlaceHolder 3"/>
          <p:cNvSpPr>
            <a:spLocks noGrp="1"/>
          </p:cNvSpPr>
          <p:nvPr>
            <p:ph type="ftr" idx="39"/>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83" name="PlaceHolder 4"/>
          <p:cNvSpPr>
            <a:spLocks noGrp="1"/>
          </p:cNvSpPr>
          <p:nvPr>
            <p:ph type="sldNum" idx="40"/>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813D7CFA-69AC-46B4-95BC-8D8525676079}" type="slidenum">
              <a:rPr lang="en-CA" sz="1200" b="0" u="none" strike="noStrike">
                <a:solidFill>
                  <a:srgbClr val="898989"/>
                </a:solidFill>
                <a:effectLst/>
                <a:uFillTx/>
                <a:latin typeface="Calibri"/>
              </a:rPr>
              <a:t>3</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CA" sz="4200" b="0" u="none" strike="noStrike">
                <a:solidFill>
                  <a:srgbClr val="0070c0"/>
                </a:solidFill>
                <a:effectLst/>
                <a:uFillTx/>
                <a:latin typeface="Calibri"/>
              </a:rPr>
              <a:t>Verification and Validation</a:t>
            </a:r>
            <a:endParaRPr lang="en-US" sz="4200" b="0" u="none" strike="noStrike">
              <a:solidFill>
                <a:srgbClr val="000000"/>
              </a:solidFill>
              <a:effectLst/>
              <a:uFillTx/>
              <a:latin typeface="Arial"/>
            </a:endParaRPr>
          </a:p>
        </p:txBody>
      </p:sp>
      <p:sp>
        <p:nvSpPr>
          <p:cNvPr id="85" name="PlaceHolder 2"/>
          <p:cNvSpPr>
            <a:spLocks noGrp="1"/>
          </p:cNvSpPr>
          <p:nvPr>
            <p:ph/>
          </p:nvPr>
        </p:nvSpPr>
        <p:spPr>
          <a:xfrm>
            <a:off x="670320" y="1701720"/>
            <a:ext cx="7739280" cy="46904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1" u="none" strike="noStrike">
                <a:solidFill>
                  <a:schemeClr val="dk1"/>
                </a:solidFill>
                <a:effectLst/>
                <a:uFillTx/>
                <a:latin typeface="Calibri"/>
              </a:rPr>
              <a:t>Verification (kiểm chứng)</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1" u="none" strike="noStrike">
                <a:solidFill>
                  <a:srgbClr val="0070c0"/>
                </a:solidFill>
                <a:effectLst/>
                <a:uFillTx/>
                <a:latin typeface="Calibri"/>
              </a:rPr>
              <a:t> Kiểm tra sản phẩm có được cài đặt đúng thiết kế không?</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1" u="none" strike="noStrike">
                <a:solidFill>
                  <a:srgbClr val="0070c0"/>
                </a:solidFill>
                <a:effectLst/>
                <a:uFillTx/>
                <a:latin typeface="Calibri"/>
              </a:rPr>
              <a:t>Phát hiện lỗi lập trình so với thiết kế</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1" u="none" strike="noStrike">
                <a:solidFill>
                  <a:schemeClr val="dk1"/>
                </a:solidFill>
                <a:effectLst/>
                <a:uFillTx/>
                <a:latin typeface="Calibri"/>
              </a:rPr>
              <a:t>Validation (Thẩm định)</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1" u="none" strike="noStrike">
                <a:solidFill>
                  <a:srgbClr val="0070c0"/>
                </a:solidFill>
                <a:effectLst/>
                <a:uFillTx/>
                <a:latin typeface="Calibri"/>
              </a:rPr>
              <a:t>Kiểm tra xem sản phẩm có đáp ứng yêu cầu KH không? (chức năng và phi chức năng)</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1" u="none" strike="noStrike">
                <a:solidFill>
                  <a:srgbClr val="0070c0"/>
                </a:solidFill>
                <a:effectLst/>
                <a:uFillTx/>
                <a:latin typeface="Calibri"/>
              </a:rPr>
              <a:t>Tìm lỗi phân tích thiết kế</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1" u="none" strike="noStrike">
                <a:solidFill>
                  <a:schemeClr val="dk1"/>
                </a:solidFill>
                <a:effectLst/>
                <a:uFillTx/>
                <a:latin typeface="Calibri"/>
              </a:rPr>
              <a:t>Verification -&gt; Validation (V&amp;V)</a:t>
            </a:r>
            <a:endParaRPr lang="en-US" sz="3000" b="0" u="none" strike="noStrike">
              <a:solidFill>
                <a:srgbClr val="000000"/>
              </a:solidFill>
              <a:effectLst/>
              <a:uFillTx/>
              <a:latin typeface="Arial"/>
            </a:endParaRPr>
          </a:p>
        </p:txBody>
      </p:sp>
      <p:sp>
        <p:nvSpPr>
          <p:cNvPr id="86" name="PlaceHolder 3"/>
          <p:cNvSpPr>
            <a:spLocks noGrp="1"/>
          </p:cNvSpPr>
          <p:nvPr>
            <p:ph type="ftr" idx="41"/>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87" name="PlaceHolder 4"/>
          <p:cNvSpPr>
            <a:spLocks noGrp="1"/>
          </p:cNvSpPr>
          <p:nvPr>
            <p:ph type="sldNum" idx="42"/>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49CA1425-87F6-4E24-95F1-6453E6F59D8E}" type="slidenum">
              <a:rPr lang="en-CA" sz="1200" b="0" u="none" strike="noStrike">
                <a:solidFill>
                  <a:srgbClr val="898989"/>
                </a:solidFill>
                <a:effectLst/>
                <a:uFillTx/>
                <a:latin typeface="Calibri"/>
              </a:rPr>
              <a:t>3</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V&amp;V: tĩnh và động</a:t>
            </a:r>
            <a:endParaRPr lang="en-US" sz="4200" b="0" u="none" strike="noStrike">
              <a:solidFill>
                <a:srgbClr val="000000"/>
              </a:solidFill>
              <a:effectLst/>
              <a:uFillTx/>
              <a:latin typeface="Arial"/>
            </a:endParaRPr>
          </a:p>
        </p:txBody>
      </p:sp>
      <p:sp>
        <p:nvSpPr>
          <p:cNvPr id="89" name="PlaceHolder 2"/>
          <p:cNvSpPr>
            <a:spLocks noGrp="1"/>
          </p:cNvSpPr>
          <p:nvPr>
            <p:ph/>
          </p:nvPr>
        </p:nvSpPr>
        <p:spPr>
          <a:xfrm>
            <a:off x="455400" y="1594440"/>
            <a:ext cx="8194680" cy="45086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V&amp;V tĩnh: </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Không thực thi/chạy chương trình</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Xét duyệt yêu cầu, thiết kế, mã nguồn</a:t>
            </a:r>
            <a:endParaRPr lang="en-US" sz="2700" b="0" u="none" strike="noStrike">
              <a:solidFill>
                <a:srgbClr val="000000"/>
              </a:solidFill>
              <a:effectLst/>
              <a:uFillTx/>
              <a:latin typeface="Arial"/>
            </a:endParaRPr>
          </a:p>
          <a:p>
            <a:pPr marL="706320" lvl="1" indent="-271800">
              <a:lnSpc>
                <a:spcPct val="90000"/>
              </a:lnSpc>
              <a:spcBef>
                <a:spcPts val="541"/>
              </a:spcBef>
              <a:buClr>
                <a:srgbClr val="0070c0"/>
              </a:buClr>
              <a:buFont typeface="Arial"/>
              <a:buChar char="–"/>
            </a:pPr>
            <a:r>
              <a:rPr lang="en-US" sz="2700" b="0" u="none" strike="noStrike">
                <a:solidFill>
                  <a:srgbClr val="0070c0"/>
                </a:solidFill>
                <a:effectLst/>
                <a:uFillTx/>
                <a:latin typeface="Calibri"/>
              </a:rPr>
              <a:t>Tiến hành ở mọi giai đoạn phát triển PM</a:t>
            </a:r>
            <a:endParaRPr lang="en-US" sz="2700" b="0" u="none" strike="noStrike">
              <a:solidFill>
                <a:srgbClr val="000000"/>
              </a:solidFill>
              <a:effectLst/>
              <a:uFillTx/>
              <a:latin typeface="Arial"/>
            </a:endParaRPr>
          </a:p>
          <a:p>
            <a:pPr marL="706320" lvl="1" indent="-271800">
              <a:lnSpc>
                <a:spcPct val="90000"/>
              </a:lnSpc>
              <a:spcBef>
                <a:spcPts val="541"/>
              </a:spcBef>
              <a:buClr>
                <a:srgbClr val="0070c0"/>
              </a:buClr>
              <a:buFont typeface="Arial"/>
              <a:buChar char="–"/>
            </a:pPr>
            <a:r>
              <a:rPr lang="en-US" sz="2700" b="0" u="none" strike="noStrike">
                <a:solidFill>
                  <a:srgbClr val="0070c0"/>
                </a:solidFill>
                <a:effectLst/>
                <a:uFillTx/>
                <a:latin typeface="Calibri"/>
              </a:rPr>
              <a:t>Khó đánh giá tính hiệu quả của PM</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V&amp;V động (Kiểm thử PM)</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Thực thi/chạy chương trình</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Là cách duy kiểm tra các yêu cầu phi chức năng</a:t>
            </a:r>
            <a:endParaRPr lang="en-US" sz="2700" b="0" u="none" strike="noStrike">
              <a:solidFill>
                <a:srgbClr val="000000"/>
              </a:solidFill>
              <a:effectLst/>
              <a:uFillTx/>
              <a:latin typeface="Arial"/>
            </a:endParaRPr>
          </a:p>
        </p:txBody>
      </p:sp>
      <p:sp>
        <p:nvSpPr>
          <p:cNvPr id="90" name="PlaceHolder 3"/>
          <p:cNvSpPr>
            <a:spLocks noGrp="1"/>
          </p:cNvSpPr>
          <p:nvPr>
            <p:ph type="ftr" idx="43"/>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91" name="PlaceHolder 4"/>
          <p:cNvSpPr>
            <a:spLocks noGrp="1"/>
          </p:cNvSpPr>
          <p:nvPr>
            <p:ph type="sldNum" idx="44"/>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Arial"/>
              </a:defRPr>
            </a:lvl1pPr>
          </a:lstStyle>
          <a:p>
            <a:pPr indent="0" algn="r">
              <a:lnSpc>
                <a:spcPct val="100000"/>
              </a:lnSpc>
              <a:buNone/>
              <a:tabLst>
                <a:tab algn="l" pos="0"/>
              </a:tabLst>
            </a:pPr>
            <a:fld id="{2A77E4C7-708C-4506-BB62-21FDBBDD8EC6}" type="slidenum">
              <a:rPr lang="en-US" sz="1100" b="0" u="none" strike="noStrike">
                <a:solidFill>
                  <a:schemeClr val="dk1">
                    <a:tint val="75000"/>
                  </a:schemeClr>
                </a:solidFill>
                <a:effectLst/>
                <a:uFillTx/>
                <a:latin typeface="Arial"/>
              </a:rPr>
              <a:t>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CA" sz="4200" b="0" u="none" strike="noStrike">
                <a:solidFill>
                  <a:srgbClr val="0070c0"/>
                </a:solidFill>
                <a:effectLst/>
                <a:uFillTx/>
                <a:latin typeface="Calibri"/>
              </a:rPr>
              <a:t>Chất lượng và độ tin cậy</a:t>
            </a:r>
            <a:endParaRPr lang="en-US" sz="4200" b="0" u="none" strike="noStrike">
              <a:solidFill>
                <a:srgbClr val="000000"/>
              </a:solidFill>
              <a:effectLst/>
              <a:uFillTx/>
              <a:latin typeface="Arial"/>
            </a:endParaRPr>
          </a:p>
        </p:txBody>
      </p:sp>
      <p:sp>
        <p:nvSpPr>
          <p:cNvPr id="93" name="PlaceHolder 2"/>
          <p:cNvSpPr>
            <a:spLocks noGrp="1"/>
          </p:cNvSpPr>
          <p:nvPr>
            <p:ph/>
          </p:nvPr>
        </p:nvSpPr>
        <p:spPr>
          <a:xfrm>
            <a:off x="670320" y="1701720"/>
            <a:ext cx="7739280" cy="4690440"/>
          </a:xfrm>
          <a:prstGeom prst="rect">
            <a:avLst/>
          </a:prstGeom>
          <a:noFill/>
          <a:ln w="9360">
            <a:noFill/>
          </a:ln>
        </p:spPr>
        <p:txBody>
          <a:bodyPr numCol="1" spcCol="0" lIns="86760" rIns="86760" tIns="43560" bIns="43560" anchor="t">
            <a:normAutofit fontScale="85000" lnSpcReduction="19999"/>
          </a:bodyPr>
          <a:p>
            <a:pPr marL="326160" indent="-326160">
              <a:lnSpc>
                <a:spcPct val="100000"/>
              </a:lnSpc>
              <a:spcBef>
                <a:spcPts val="601"/>
              </a:spcBef>
              <a:buClr>
                <a:srgbClr val="000000"/>
              </a:buClr>
              <a:buFont typeface="Arial"/>
              <a:buChar char="•"/>
            </a:pPr>
            <a:r>
              <a:rPr lang="en-US" sz="3000" b="1" u="none" strike="noStrike">
                <a:solidFill>
                  <a:schemeClr val="dk1"/>
                </a:solidFill>
                <a:effectLst/>
                <a:uFillTx/>
                <a:latin typeface="Calibri"/>
              </a:rPr>
              <a:t>Chất lượng = sự thỏa mãn của sp so với đặc tả</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1" u="none" strike="noStrike">
                <a:solidFill>
                  <a:schemeClr val="dk1"/>
                </a:solidFill>
                <a:effectLst/>
                <a:uFillTx/>
                <a:latin typeface="Calibri"/>
              </a:rPr>
              <a:t>Chất lượng PM = “độ tốt, độ tuyệt hảo”</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1" u="none" strike="noStrike">
                <a:solidFill>
                  <a:srgbClr val="0070c0"/>
                </a:solidFill>
                <a:effectLst/>
                <a:uFillTx/>
                <a:latin typeface="Calibri"/>
              </a:rPr>
              <a:t> Tính đúng đắn (đúng đặc tả)</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1" u="none" strike="noStrike">
                <a:solidFill>
                  <a:srgbClr val="0070c0"/>
                </a:solidFill>
                <a:effectLst/>
                <a:uFillTx/>
                <a:latin typeface="Calibri"/>
              </a:rPr>
              <a:t> Tính hiệu quả</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1" u="none" strike="noStrike">
                <a:solidFill>
                  <a:srgbClr val="0070c0"/>
                </a:solidFill>
                <a:effectLst/>
                <a:uFillTx/>
                <a:latin typeface="Calibri"/>
              </a:rPr>
              <a:t> Độ tin cậy</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1" u="none" strike="noStrike">
                <a:solidFill>
                  <a:srgbClr val="0070c0"/>
                </a:solidFill>
                <a:effectLst/>
                <a:uFillTx/>
                <a:latin typeface="Calibri"/>
              </a:rPr>
              <a:t> Khả kiểm thử</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1" u="none" strike="noStrike">
                <a:solidFill>
                  <a:srgbClr val="0070c0"/>
                </a:solidFill>
                <a:effectLst/>
                <a:uFillTx/>
                <a:latin typeface="Calibri"/>
              </a:rPr>
              <a:t> Dề học, dề sử dụng</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1" u="none" strike="noStrike">
                <a:solidFill>
                  <a:srgbClr val="0070c0"/>
                </a:solidFill>
                <a:effectLst/>
                <a:uFillTx/>
                <a:latin typeface="Calibri"/>
              </a:rPr>
              <a:t> Dễ bảo trì</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1" u="none" strike="noStrike">
                <a:solidFill>
                  <a:srgbClr val="0070c0"/>
                </a:solidFill>
                <a:effectLst/>
                <a:uFillTx/>
                <a:latin typeface="Calibri"/>
              </a:rPr>
              <a:t> …</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1" u="none" strike="noStrike">
                <a:solidFill>
                  <a:schemeClr val="dk1"/>
                </a:solidFill>
                <a:effectLst/>
                <a:uFillTx/>
                <a:latin typeface="Calibri"/>
              </a:rPr>
              <a:t>Độ tin cậy chỉ là một yếu tố để đánh giá chất lượng SP</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1" u="none" strike="noStrike">
                <a:solidFill>
                  <a:srgbClr val="0070c0"/>
                </a:solidFill>
                <a:effectLst/>
                <a:uFillTx/>
                <a:latin typeface="Calibri"/>
              </a:rPr>
              <a:t> Là độ đo quan trọng</a:t>
            </a:r>
            <a:endParaRPr lang="en-US" sz="2700" b="0" u="none" strike="noStrike">
              <a:solidFill>
                <a:srgbClr val="000000"/>
              </a:solidFill>
              <a:effectLst/>
              <a:uFillTx/>
              <a:latin typeface="Arial"/>
            </a:endParaRPr>
          </a:p>
        </p:txBody>
      </p:sp>
      <p:sp>
        <p:nvSpPr>
          <p:cNvPr id="94" name="PlaceHolder 3"/>
          <p:cNvSpPr>
            <a:spLocks noGrp="1"/>
          </p:cNvSpPr>
          <p:nvPr>
            <p:ph type="ftr" idx="45"/>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95" name="PlaceHolder 4"/>
          <p:cNvSpPr>
            <a:spLocks noGrp="1"/>
          </p:cNvSpPr>
          <p:nvPr>
            <p:ph type="sldNum" idx="46"/>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DC458DB7-5498-47D7-B41B-769EFB7DEA67}" type="slidenum">
              <a:rPr lang="en-CA" sz="1200" b="0" u="none" strike="noStrike">
                <a:solidFill>
                  <a:srgbClr val="898989"/>
                </a:solidFill>
                <a:effectLst/>
                <a:uFillTx/>
                <a:latin typeface="Calibri"/>
              </a:rPr>
              <a:t>6</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CA" sz="4200" b="0" u="none" strike="noStrike">
                <a:solidFill>
                  <a:srgbClr val="0070c0"/>
                </a:solidFill>
                <a:effectLst/>
                <a:uFillTx/>
                <a:latin typeface="Calibri"/>
              </a:rPr>
              <a:t>Kiểm thử PM</a:t>
            </a:r>
            <a:endParaRPr lang="en-US" sz="4200" b="0" u="none" strike="noStrike">
              <a:solidFill>
                <a:srgbClr val="000000"/>
              </a:solidFill>
              <a:effectLst/>
              <a:uFillTx/>
              <a:latin typeface="Arial"/>
            </a:endParaRPr>
          </a:p>
        </p:txBody>
      </p:sp>
      <p:sp>
        <p:nvSpPr>
          <p:cNvPr id="97" name="PlaceHolder 2"/>
          <p:cNvSpPr>
            <a:spLocks noGrp="1"/>
          </p:cNvSpPr>
          <p:nvPr>
            <p:ph/>
          </p:nvPr>
        </p:nvSpPr>
        <p:spPr>
          <a:xfrm>
            <a:off x="455400" y="1594440"/>
            <a:ext cx="8194680" cy="45086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c00000"/>
              </a:buClr>
              <a:buFont typeface="Arial"/>
              <a:buChar char="•"/>
            </a:pPr>
            <a:r>
              <a:rPr lang="en-CA" sz="3000" b="0" u="none" strike="noStrike">
                <a:solidFill>
                  <a:srgbClr val="c00000"/>
                </a:solidFill>
                <a:effectLst/>
                <a:uFillTx/>
                <a:latin typeface="Calibri"/>
              </a:rPr>
              <a:t>Là hoạt động chủ chốt nhằm đánh giá chất lượng</a:t>
            </a:r>
            <a:endParaRPr lang="en-US" sz="3000" b="0" u="none" strike="noStrike">
              <a:solidFill>
                <a:srgbClr val="000000"/>
              </a:solidFill>
              <a:effectLst/>
              <a:uFillTx/>
              <a:latin typeface="Arial"/>
            </a:endParaRPr>
          </a:p>
          <a:p>
            <a:pPr marL="326160" indent="-326160">
              <a:lnSpc>
                <a:spcPct val="100000"/>
              </a:lnSpc>
              <a:spcBef>
                <a:spcPts val="601"/>
              </a:spcBef>
              <a:buClr>
                <a:srgbClr val="c00000"/>
              </a:buClr>
              <a:buFont typeface="Arial"/>
              <a:buChar char="•"/>
            </a:pPr>
            <a:r>
              <a:rPr lang="en-CA" sz="3000" b="0" u="none" strike="noStrike">
                <a:solidFill>
                  <a:srgbClr val="c00000"/>
                </a:solidFill>
                <a:effectLst/>
                <a:uFillTx/>
                <a:latin typeface="Calibri"/>
              </a:rPr>
              <a:t>Có thể chỉ ra lỗi, không thể khẳng định không còn lỗi</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CA" sz="2700" b="0" u="none" strike="noStrike">
                <a:solidFill>
                  <a:srgbClr val="0070c0"/>
                </a:solidFill>
                <a:effectLst/>
                <a:uFillTx/>
                <a:latin typeface="Calibri"/>
              </a:rPr>
              <a:t>Có thể khẳng định hết lỗi bằng kiểm thử vét cạn, nhưng cách này không khả thi trên thực tế</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CA" sz="3000" b="0" u="none" strike="noStrike">
                <a:solidFill>
                  <a:schemeClr val="dk1"/>
                </a:solidFill>
                <a:effectLst/>
                <a:uFillTx/>
                <a:latin typeface="Calibri"/>
              </a:rPr>
              <a:t>Một kiểm thử thành công là một kiểm thử phát hiện ra lỗi</a:t>
            </a:r>
            <a:endParaRPr lang="en-US" sz="3000" b="0" u="none" strike="noStrike">
              <a:solidFill>
                <a:srgbClr val="000000"/>
              </a:solidFill>
              <a:effectLst/>
              <a:uFillTx/>
              <a:latin typeface="Arial"/>
            </a:endParaRPr>
          </a:p>
          <a:p>
            <a:pPr indent="0">
              <a:lnSpc>
                <a:spcPct val="100000"/>
              </a:lnSpc>
              <a:spcBef>
                <a:spcPts val="601"/>
              </a:spcBef>
              <a:buNone/>
              <a:tabLst>
                <a:tab algn="l" pos="0"/>
              </a:tabLst>
            </a:pPr>
            <a:endParaRPr lang="en-US" sz="3000" b="0" u="none" strike="noStrike">
              <a:solidFill>
                <a:srgbClr val="000000"/>
              </a:solidFill>
              <a:effectLst/>
              <a:uFillTx/>
              <a:latin typeface="Arial"/>
            </a:endParaRPr>
          </a:p>
        </p:txBody>
      </p:sp>
      <p:sp>
        <p:nvSpPr>
          <p:cNvPr id="98" name="PlaceHolder 3"/>
          <p:cNvSpPr>
            <a:spLocks noGrp="1"/>
          </p:cNvSpPr>
          <p:nvPr>
            <p:ph type="ftr" idx="47"/>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99" name="PlaceHolder 4"/>
          <p:cNvSpPr>
            <a:spLocks noGrp="1"/>
          </p:cNvSpPr>
          <p:nvPr>
            <p:ph type="sldNum" idx="48"/>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E7D00342-657E-42A5-9BD5-333A49F25CEC}" type="slidenum">
              <a:rPr lang="en-CA" sz="1200" b="0" u="none" strike="noStrike">
                <a:solidFill>
                  <a:srgbClr val="898989"/>
                </a:solidFill>
                <a:effectLst/>
                <a:uFillTx/>
                <a:latin typeface="Calibri"/>
              </a:rPr>
              <a:t>6</a:t>
            </a:fld>
            <a:endParaRPr lang="en-US" sz="1200" b="0" u="none" strike="noStrike">
              <a:solidFill>
                <a:srgbClr val="000000"/>
              </a:solidFill>
              <a:effectLst/>
              <a:uFillTx/>
              <a:latin typeface="Times New Roman"/>
            </a:endParaRPr>
          </a:p>
        </p:txBody>
      </p:sp>
      <p:sp>
        <p:nvSpPr>
          <p:cNvPr id="100" name="Text Box 4"/>
          <p:cNvSpPr/>
          <p:nvPr/>
        </p:nvSpPr>
        <p:spPr>
          <a:xfrm>
            <a:off x="287640" y="6552720"/>
            <a:ext cx="1316160" cy="274320"/>
          </a:xfrm>
          <a:prstGeom prst="rect">
            <a:avLst/>
          </a:prstGeom>
          <a:noFill/>
          <a:ln w="0">
            <a:noFill/>
          </a:ln>
        </p:spPr>
        <p:style>
          <a:lnRef idx="0"/>
          <a:fillRef idx="0"/>
          <a:effectRef idx="0"/>
          <a:fontRef idx="minor"/>
        </p:style>
        <p:txBody>
          <a:bodyPr wrap="none" lIns="91080" rIns="91080" tIns="45360" bIns="45360" anchor="t">
            <a:spAutoFit/>
          </a:bodyPr>
          <a:p>
            <a:pPr marL="343080" indent="-343080">
              <a:lnSpc>
                <a:spcPct val="100000"/>
              </a:lnSpc>
              <a:tabLst>
                <a:tab algn="l" pos="0"/>
              </a:tabLst>
            </a:pPr>
            <a:r>
              <a:rPr lang="en-CA" sz="1200" b="0" u="none" strike="noStrike">
                <a:solidFill>
                  <a:schemeClr val="dk2"/>
                </a:solidFill>
                <a:effectLst/>
                <a:uFillTx/>
                <a:latin typeface="Calibri"/>
              </a:rPr>
              <a:t>©Ian Sommerville</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CA" sz="4200" b="0" u="none" strike="noStrike">
                <a:solidFill>
                  <a:srgbClr val="0070c0"/>
                </a:solidFill>
                <a:effectLst/>
                <a:uFillTx/>
                <a:latin typeface="Calibri"/>
              </a:rPr>
              <a:t>Các hoạt động kiểm thử</a:t>
            </a:r>
            <a:endParaRPr lang="en-US" sz="4200" b="0" u="none" strike="noStrike">
              <a:solidFill>
                <a:srgbClr val="000000"/>
              </a:solidFill>
              <a:effectLst/>
              <a:uFillTx/>
              <a:latin typeface="Arial"/>
            </a:endParaRPr>
          </a:p>
        </p:txBody>
      </p:sp>
      <p:sp>
        <p:nvSpPr>
          <p:cNvPr id="102" name="PlaceHolder 2"/>
          <p:cNvSpPr>
            <a:spLocks noGrp="1"/>
          </p:cNvSpPr>
          <p:nvPr>
            <p:ph type="ftr" idx="49"/>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03" name="PlaceHolder 3"/>
          <p:cNvSpPr>
            <a:spLocks noGrp="1"/>
          </p:cNvSpPr>
          <p:nvPr>
            <p:ph type="sldNum" idx="50"/>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FE9EAF37-0372-4E9F-B410-FA2F644C8844}" type="slidenum">
              <a:rPr lang="en-CA" sz="1200" b="0" u="none" strike="noStrike">
                <a:solidFill>
                  <a:srgbClr val="898989"/>
                </a:solidFill>
                <a:effectLst/>
                <a:uFillTx/>
                <a:latin typeface="Calibri"/>
              </a:rPr>
              <a:t>6</a:t>
            </a:fld>
            <a:endParaRPr lang="en-US" sz="1200" b="0" u="none" strike="noStrike">
              <a:solidFill>
                <a:srgbClr val="000000"/>
              </a:solidFill>
              <a:effectLst/>
              <a:uFillTx/>
              <a:latin typeface="Times New Roman"/>
            </a:endParaRPr>
          </a:p>
        </p:txBody>
      </p:sp>
      <p:sp>
        <p:nvSpPr>
          <p:cNvPr id="104" name="Rectangle 4"/>
          <p:cNvSpPr/>
          <p:nvPr/>
        </p:nvSpPr>
        <p:spPr>
          <a:xfrm>
            <a:off x="606960" y="1910520"/>
            <a:ext cx="1213560" cy="454680"/>
          </a:xfrm>
          <a:prstGeom prst="rect">
            <a:avLst/>
          </a:prstGeom>
          <a:solidFill>
            <a:schemeClr val="bg1"/>
          </a:solidFill>
          <a:ln w="9525">
            <a:solidFill>
              <a:srgbClr val="000000"/>
            </a:solidFill>
            <a:miter/>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300" b="0" u="none" strike="noStrike">
                <a:solidFill>
                  <a:schemeClr val="dk1"/>
                </a:solidFill>
                <a:effectLst/>
                <a:uFillTx/>
                <a:latin typeface="Calibri"/>
              </a:rPr>
              <a:t>Xác định</a:t>
            </a:r>
            <a:endParaRPr lang="en-US" sz="2300" b="0" u="none" strike="noStrike">
              <a:solidFill>
                <a:srgbClr val="000000"/>
              </a:solidFill>
              <a:effectLst/>
              <a:uFillTx/>
              <a:latin typeface="Arial"/>
            </a:endParaRPr>
          </a:p>
        </p:txBody>
      </p:sp>
      <p:sp>
        <p:nvSpPr>
          <p:cNvPr id="105" name="Rectangle 5"/>
          <p:cNvSpPr/>
          <p:nvPr/>
        </p:nvSpPr>
        <p:spPr>
          <a:xfrm>
            <a:off x="1441800" y="2859480"/>
            <a:ext cx="1213560" cy="454680"/>
          </a:xfrm>
          <a:prstGeom prst="rect">
            <a:avLst/>
          </a:prstGeom>
          <a:solidFill>
            <a:schemeClr val="bg1"/>
          </a:solidFill>
          <a:ln w="9525">
            <a:solidFill>
              <a:srgbClr val="000000"/>
            </a:solidFill>
            <a:miter/>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300" b="0" u="none" strike="noStrike">
                <a:solidFill>
                  <a:schemeClr val="dk1"/>
                </a:solidFill>
                <a:effectLst/>
                <a:uFillTx/>
                <a:latin typeface="Calibri"/>
              </a:rPr>
              <a:t>Thiết kế</a:t>
            </a:r>
            <a:endParaRPr lang="en-US" sz="2300" b="0" u="none" strike="noStrike">
              <a:solidFill>
                <a:srgbClr val="000000"/>
              </a:solidFill>
              <a:effectLst/>
              <a:uFillTx/>
              <a:latin typeface="Arial"/>
            </a:endParaRPr>
          </a:p>
        </p:txBody>
      </p:sp>
      <p:sp>
        <p:nvSpPr>
          <p:cNvPr id="106" name="Rectangle 6"/>
          <p:cNvSpPr/>
          <p:nvPr/>
        </p:nvSpPr>
        <p:spPr>
          <a:xfrm>
            <a:off x="2352240" y="3694680"/>
            <a:ext cx="1213560" cy="454680"/>
          </a:xfrm>
          <a:prstGeom prst="rect">
            <a:avLst/>
          </a:prstGeom>
          <a:solidFill>
            <a:schemeClr val="bg1"/>
          </a:solidFill>
          <a:ln w="9525">
            <a:solidFill>
              <a:srgbClr val="000000"/>
            </a:solidFill>
            <a:miter/>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300" b="0" u="none" strike="noStrike">
                <a:solidFill>
                  <a:schemeClr val="dk1"/>
                </a:solidFill>
                <a:effectLst/>
                <a:uFillTx/>
                <a:latin typeface="Calibri"/>
              </a:rPr>
              <a:t>Xây dựng</a:t>
            </a:r>
            <a:endParaRPr lang="en-US" sz="2300" b="0" u="none" strike="noStrike">
              <a:solidFill>
                <a:srgbClr val="000000"/>
              </a:solidFill>
              <a:effectLst/>
              <a:uFillTx/>
              <a:latin typeface="Arial"/>
            </a:endParaRPr>
          </a:p>
        </p:txBody>
      </p:sp>
      <p:sp>
        <p:nvSpPr>
          <p:cNvPr id="107" name="Rectangle 7"/>
          <p:cNvSpPr/>
          <p:nvPr/>
        </p:nvSpPr>
        <p:spPr>
          <a:xfrm>
            <a:off x="3263040" y="4390560"/>
            <a:ext cx="1213560" cy="454680"/>
          </a:xfrm>
          <a:prstGeom prst="rect">
            <a:avLst/>
          </a:prstGeom>
          <a:solidFill>
            <a:schemeClr val="bg1"/>
          </a:solidFill>
          <a:ln w="9525">
            <a:solidFill>
              <a:srgbClr val="000000"/>
            </a:solidFill>
            <a:miter/>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300" b="0" u="none" strike="noStrike">
                <a:solidFill>
                  <a:schemeClr val="dk1"/>
                </a:solidFill>
                <a:effectLst/>
                <a:uFillTx/>
                <a:latin typeface="Calibri"/>
              </a:rPr>
              <a:t>Chạy</a:t>
            </a:r>
            <a:endParaRPr lang="en-US" sz="2300" b="0" u="none" strike="noStrike">
              <a:solidFill>
                <a:srgbClr val="000000"/>
              </a:solidFill>
              <a:effectLst/>
              <a:uFillTx/>
              <a:latin typeface="Arial"/>
            </a:endParaRPr>
          </a:p>
        </p:txBody>
      </p:sp>
      <p:sp>
        <p:nvSpPr>
          <p:cNvPr id="108" name="Rectangle 8"/>
          <p:cNvSpPr/>
          <p:nvPr/>
        </p:nvSpPr>
        <p:spPr>
          <a:xfrm>
            <a:off x="4325400" y="5276160"/>
            <a:ext cx="1213560" cy="454680"/>
          </a:xfrm>
          <a:prstGeom prst="rect">
            <a:avLst/>
          </a:prstGeom>
          <a:solidFill>
            <a:schemeClr val="bg1"/>
          </a:solidFill>
          <a:ln w="9525">
            <a:solidFill>
              <a:srgbClr val="000000"/>
            </a:solidFill>
            <a:miter/>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300" b="0" u="none" strike="noStrike">
                <a:solidFill>
                  <a:schemeClr val="dk1"/>
                </a:solidFill>
                <a:effectLst/>
                <a:uFillTx/>
                <a:latin typeface="Calibri"/>
              </a:rPr>
              <a:t>So sánh</a:t>
            </a:r>
            <a:endParaRPr lang="en-US" sz="2300" b="0" u="none" strike="noStrike">
              <a:solidFill>
                <a:srgbClr val="000000"/>
              </a:solidFill>
              <a:effectLst/>
              <a:uFillTx/>
              <a:latin typeface="Arial"/>
            </a:endParaRPr>
          </a:p>
        </p:txBody>
      </p:sp>
      <p:sp>
        <p:nvSpPr>
          <p:cNvPr id="109" name="Line 9"/>
          <p:cNvSpPr/>
          <p:nvPr/>
        </p:nvSpPr>
        <p:spPr>
          <a:xfrm>
            <a:off x="1371960" y="2362680"/>
            <a:ext cx="524880" cy="496800"/>
          </a:xfrm>
          <a:prstGeom prst="line">
            <a:avLst/>
          </a:prstGeom>
          <a:ln w="28575">
            <a:solidFill>
              <a:srgbClr val="000000"/>
            </a:solidFill>
            <a:round/>
            <a:tailEnd len="med" type="triangle" w="med"/>
          </a:ln>
        </p:spPr>
        <p:style>
          <a:lnRef idx="0"/>
          <a:fillRef idx="0"/>
          <a:effectRef idx="0"/>
          <a:fontRef idx="minor"/>
        </p:style>
        <p:txBody>
          <a:bodyPr lIns="91080" rIns="91080" tIns="45360" bIns="45360" anchor="t">
            <a:noAutofit/>
          </a:bodyPr>
          <a:p>
            <a:endParaRPr lang="vi-VN" sz="2400" b="0" u="none" strike="noStrike">
              <a:solidFill>
                <a:schemeClr val="dk1"/>
              </a:solidFill>
              <a:effectLst/>
              <a:uFillTx/>
              <a:latin typeface="Times New Roman"/>
            </a:endParaRPr>
          </a:p>
        </p:txBody>
      </p:sp>
      <p:sp>
        <p:nvSpPr>
          <p:cNvPr id="110" name="Line 10"/>
          <p:cNvSpPr/>
          <p:nvPr/>
        </p:nvSpPr>
        <p:spPr>
          <a:xfrm>
            <a:off x="2356920" y="3299040"/>
            <a:ext cx="526320" cy="420840"/>
          </a:xfrm>
          <a:prstGeom prst="line">
            <a:avLst/>
          </a:prstGeom>
          <a:ln w="28575">
            <a:solidFill>
              <a:srgbClr val="000000"/>
            </a:solidFill>
            <a:round/>
            <a:tailEnd len="med" type="triangle" w="med"/>
          </a:ln>
        </p:spPr>
        <p:style>
          <a:lnRef idx="0"/>
          <a:fillRef idx="0"/>
          <a:effectRef idx="0"/>
          <a:fontRef idx="minor"/>
        </p:style>
        <p:txBody>
          <a:bodyPr lIns="91080" rIns="91080" tIns="45360" bIns="45360" anchor="t">
            <a:noAutofit/>
          </a:bodyPr>
          <a:p>
            <a:endParaRPr lang="vi-VN" sz="2400" b="0" u="none" strike="noStrike">
              <a:solidFill>
                <a:schemeClr val="dk1"/>
              </a:solidFill>
              <a:effectLst/>
              <a:uFillTx/>
              <a:latin typeface="Times New Roman"/>
            </a:endParaRPr>
          </a:p>
        </p:txBody>
      </p:sp>
      <p:sp>
        <p:nvSpPr>
          <p:cNvPr id="111" name="Line 11"/>
          <p:cNvSpPr/>
          <p:nvPr/>
        </p:nvSpPr>
        <p:spPr>
          <a:xfrm>
            <a:off x="3408120" y="4173840"/>
            <a:ext cx="309960" cy="216720"/>
          </a:xfrm>
          <a:prstGeom prst="line">
            <a:avLst/>
          </a:prstGeom>
          <a:ln w="28575">
            <a:solidFill>
              <a:srgbClr val="000000"/>
            </a:solidFill>
            <a:round/>
            <a:tailEnd len="med" type="triangle" w="med"/>
          </a:ln>
        </p:spPr>
        <p:style>
          <a:lnRef idx="0"/>
          <a:fillRef idx="0"/>
          <a:effectRef idx="0"/>
          <a:fontRef idx="minor"/>
        </p:style>
        <p:txBody>
          <a:bodyPr lIns="91080" rIns="91080" tIns="45360" bIns="45360" anchor="t">
            <a:noAutofit/>
          </a:bodyPr>
          <a:p>
            <a:endParaRPr lang="vi-VN" sz="2400" b="0" u="none" strike="noStrike">
              <a:solidFill>
                <a:schemeClr val="dk1"/>
              </a:solidFill>
              <a:effectLst/>
              <a:uFillTx/>
              <a:latin typeface="Times New Roman"/>
            </a:endParaRPr>
          </a:p>
        </p:txBody>
      </p:sp>
      <p:sp>
        <p:nvSpPr>
          <p:cNvPr id="112" name="Line 12"/>
          <p:cNvSpPr/>
          <p:nvPr/>
        </p:nvSpPr>
        <p:spPr>
          <a:xfrm>
            <a:off x="4178160" y="4855320"/>
            <a:ext cx="526320" cy="420840"/>
          </a:xfrm>
          <a:prstGeom prst="line">
            <a:avLst/>
          </a:prstGeom>
          <a:ln w="28575">
            <a:solidFill>
              <a:srgbClr val="000000"/>
            </a:solidFill>
            <a:round/>
            <a:tailEnd len="med" type="triangle" w="med"/>
          </a:ln>
        </p:spPr>
        <p:style>
          <a:lnRef idx="0"/>
          <a:fillRef idx="0"/>
          <a:effectRef idx="0"/>
          <a:fontRef idx="minor"/>
        </p:style>
        <p:txBody>
          <a:bodyPr lIns="91080" rIns="91080" tIns="45360" bIns="45360" anchor="t">
            <a:noAutofit/>
          </a:bodyPr>
          <a:p>
            <a:endParaRPr lang="vi-VN" sz="2400" b="0" u="none" strike="noStrike">
              <a:solidFill>
                <a:schemeClr val="dk1"/>
              </a:solidFill>
              <a:effectLst/>
              <a:uFillTx/>
              <a:latin typeface="Times New Roman"/>
            </a:endParaRPr>
          </a:p>
        </p:txBody>
      </p:sp>
      <p:sp>
        <p:nvSpPr>
          <p:cNvPr id="113" name="Text Box 13"/>
          <p:cNvSpPr/>
          <p:nvPr/>
        </p:nvSpPr>
        <p:spPr>
          <a:xfrm>
            <a:off x="1947600" y="1910520"/>
            <a:ext cx="7157520" cy="796680"/>
          </a:xfrm>
          <a:prstGeom prst="rect">
            <a:avLst/>
          </a:prstGeom>
          <a:noFill/>
          <a:ln w="0">
            <a:noFill/>
          </a:ln>
        </p:spPr>
        <p:style>
          <a:lnRef idx="0"/>
          <a:fillRef idx="0"/>
          <a:effectRef idx="0"/>
          <a:fontRef idx="minor"/>
        </p:style>
        <p:txBody>
          <a:bodyPr lIns="91080" rIns="91080" tIns="45360" bIns="45360" anchor="t">
            <a:spAutoFit/>
          </a:bodyPr>
          <a:p>
            <a:pPr marL="343080" indent="-343080">
              <a:lnSpc>
                <a:spcPct val="100000"/>
              </a:lnSpc>
              <a:tabLst>
                <a:tab algn="l" pos="0"/>
              </a:tabLst>
            </a:pPr>
            <a:r>
              <a:rPr lang="en-US" sz="2300" b="1" u="none" strike="noStrike">
                <a:solidFill>
                  <a:schemeClr val="dk1"/>
                </a:solidFill>
                <a:effectLst/>
                <a:uFillTx/>
                <a:latin typeface="Calibri"/>
              </a:rPr>
              <a:t>Điều kiện kiểm thử </a:t>
            </a:r>
            <a:r>
              <a:rPr lang="en-US" sz="2300" b="0" u="none" strike="noStrike">
                <a:solidFill>
                  <a:schemeClr val="dk1"/>
                </a:solidFill>
                <a:effectLst/>
                <a:uFillTx/>
                <a:latin typeface="Calibri"/>
              </a:rPr>
              <a:t>(“</a:t>
            </a:r>
            <a:r>
              <a:rPr lang="en-US" sz="2300" b="1" u="none" strike="noStrike">
                <a:solidFill>
                  <a:schemeClr val="dk1"/>
                </a:solidFill>
                <a:effectLst/>
                <a:uFillTx/>
                <a:latin typeface="Calibri"/>
              </a:rPr>
              <a:t>Cái gì</a:t>
            </a:r>
            <a:r>
              <a:rPr lang="en-US" sz="2300" b="0" u="none" strike="noStrike">
                <a:solidFill>
                  <a:schemeClr val="dk1"/>
                </a:solidFill>
                <a:effectLst/>
                <a:uFillTx/>
                <a:latin typeface="Calibri"/>
              </a:rPr>
              <a:t>”): một phần tử hoặc sự kiện cần kiểm tra</a:t>
            </a:r>
            <a:endParaRPr lang="en-US" sz="2300" b="0" u="none" strike="noStrike">
              <a:solidFill>
                <a:srgbClr val="000000"/>
              </a:solidFill>
              <a:effectLst/>
              <a:uFillTx/>
              <a:latin typeface="Arial"/>
            </a:endParaRPr>
          </a:p>
        </p:txBody>
      </p:sp>
      <p:sp>
        <p:nvSpPr>
          <p:cNvPr id="114" name="Text Box 14"/>
          <p:cNvSpPr/>
          <p:nvPr/>
        </p:nvSpPr>
        <p:spPr>
          <a:xfrm>
            <a:off x="2715840" y="2684160"/>
            <a:ext cx="5929560" cy="443880"/>
          </a:xfrm>
          <a:prstGeom prst="rect">
            <a:avLst/>
          </a:prstGeom>
          <a:noFill/>
          <a:ln w="0">
            <a:noFill/>
          </a:ln>
        </p:spPr>
        <p:style>
          <a:lnRef idx="0"/>
          <a:fillRef idx="0"/>
          <a:effectRef idx="0"/>
          <a:fontRef idx="minor"/>
        </p:style>
        <p:txBody>
          <a:bodyPr wrap="none" lIns="91080" rIns="91080" tIns="45360" bIns="45360" anchor="t">
            <a:spAutoFit/>
          </a:bodyPr>
          <a:p>
            <a:pPr marL="343080" indent="-343080">
              <a:lnSpc>
                <a:spcPct val="100000"/>
              </a:lnSpc>
              <a:tabLst>
                <a:tab algn="l" pos="0"/>
              </a:tabLst>
            </a:pPr>
            <a:r>
              <a:rPr lang="en-US" sz="2300" b="1" u="none" strike="noStrike">
                <a:solidFill>
                  <a:schemeClr val="dk1"/>
                </a:solidFill>
                <a:effectLst/>
                <a:uFillTx/>
                <a:latin typeface="Calibri"/>
              </a:rPr>
              <a:t>Làm thế nào </a:t>
            </a:r>
            <a:r>
              <a:rPr lang="en-US" sz="2300" b="0" u="none" strike="noStrike">
                <a:solidFill>
                  <a:schemeClr val="dk1"/>
                </a:solidFill>
                <a:effectLst/>
                <a:uFillTx/>
                <a:latin typeface="Calibri"/>
              </a:rPr>
              <a:t>để có thể kiểm tra được: thực hiện</a:t>
            </a:r>
            <a:endParaRPr lang="en-US" sz="2300" b="0" u="none" strike="noStrike">
              <a:solidFill>
                <a:srgbClr val="000000"/>
              </a:solidFill>
              <a:effectLst/>
              <a:uFillTx/>
              <a:latin typeface="Arial"/>
            </a:endParaRPr>
          </a:p>
        </p:txBody>
      </p:sp>
      <p:sp>
        <p:nvSpPr>
          <p:cNvPr id="115" name="Text Box 15"/>
          <p:cNvSpPr/>
          <p:nvPr/>
        </p:nvSpPr>
        <p:spPr>
          <a:xfrm>
            <a:off x="3702600" y="3443040"/>
            <a:ext cx="4884840" cy="445320"/>
          </a:xfrm>
          <a:prstGeom prst="rect">
            <a:avLst/>
          </a:prstGeom>
          <a:noFill/>
          <a:ln w="0">
            <a:noFill/>
          </a:ln>
        </p:spPr>
        <p:style>
          <a:lnRef idx="0"/>
          <a:fillRef idx="0"/>
          <a:effectRef idx="0"/>
          <a:fontRef idx="minor"/>
        </p:style>
        <p:txBody>
          <a:bodyPr wrap="none" lIns="91080" rIns="91080" tIns="45360" bIns="45360" anchor="t">
            <a:spAutoFit/>
          </a:bodyPr>
          <a:p>
            <a:pPr marL="343080" indent="-343080">
              <a:lnSpc>
                <a:spcPct val="100000"/>
              </a:lnSpc>
              <a:tabLst>
                <a:tab algn="l" pos="0"/>
              </a:tabLst>
            </a:pPr>
            <a:r>
              <a:rPr lang="en-US" sz="2300" b="1" u="none" strike="noStrike">
                <a:solidFill>
                  <a:schemeClr val="dk1"/>
                </a:solidFill>
                <a:effectLst/>
                <a:uFillTx/>
                <a:latin typeface="Calibri"/>
              </a:rPr>
              <a:t>Xây dựng </a:t>
            </a:r>
            <a:r>
              <a:rPr lang="en-US" sz="2300" b="0" u="none" strike="noStrike">
                <a:solidFill>
                  <a:schemeClr val="dk1"/>
                </a:solidFill>
                <a:effectLst/>
                <a:uFillTx/>
                <a:latin typeface="Calibri"/>
              </a:rPr>
              <a:t>các ca kiểm thử (mã, dữ liệu)</a:t>
            </a:r>
            <a:endParaRPr lang="en-US" sz="2300" b="0" u="none" strike="noStrike">
              <a:solidFill>
                <a:srgbClr val="000000"/>
              </a:solidFill>
              <a:effectLst/>
              <a:uFillTx/>
              <a:latin typeface="Arial"/>
            </a:endParaRPr>
          </a:p>
        </p:txBody>
      </p:sp>
      <p:sp>
        <p:nvSpPr>
          <p:cNvPr id="116" name="Text Box 16"/>
          <p:cNvSpPr/>
          <p:nvPr/>
        </p:nvSpPr>
        <p:spPr>
          <a:xfrm>
            <a:off x="4441320" y="4139280"/>
            <a:ext cx="4377960" cy="445320"/>
          </a:xfrm>
          <a:prstGeom prst="rect">
            <a:avLst/>
          </a:prstGeom>
          <a:noFill/>
          <a:ln w="0">
            <a:noFill/>
          </a:ln>
        </p:spPr>
        <p:style>
          <a:lnRef idx="0"/>
          <a:fillRef idx="0"/>
          <a:effectRef idx="0"/>
          <a:fontRef idx="minor"/>
        </p:style>
        <p:txBody>
          <a:bodyPr lIns="91080" rIns="91080" tIns="45360" bIns="45360" anchor="t">
            <a:spAutoFit/>
          </a:bodyPr>
          <a:p>
            <a:pPr marL="343080" indent="-343080">
              <a:lnSpc>
                <a:spcPct val="100000"/>
              </a:lnSpc>
              <a:tabLst>
                <a:tab algn="l" pos="0"/>
              </a:tabLst>
            </a:pPr>
            <a:r>
              <a:rPr lang="en-US" sz="2300" b="1" u="none" strike="noStrike">
                <a:solidFill>
                  <a:schemeClr val="dk1"/>
                </a:solidFill>
                <a:effectLst/>
                <a:uFillTx/>
                <a:latin typeface="Calibri"/>
              </a:rPr>
              <a:t>Chạy </a:t>
            </a:r>
            <a:r>
              <a:rPr lang="en-US" sz="2300" b="0" u="none" strike="noStrike">
                <a:solidFill>
                  <a:schemeClr val="dk1"/>
                </a:solidFill>
                <a:effectLst/>
                <a:uFillTx/>
                <a:latin typeface="Calibri"/>
              </a:rPr>
              <a:t>hệ thống với các ca kiểm thử</a:t>
            </a:r>
            <a:endParaRPr lang="en-US" sz="2300" b="0" u="none" strike="noStrike">
              <a:solidFill>
                <a:srgbClr val="000000"/>
              </a:solidFill>
              <a:effectLst/>
              <a:uFillTx/>
              <a:latin typeface="Arial"/>
            </a:endParaRPr>
          </a:p>
        </p:txBody>
      </p:sp>
      <p:sp>
        <p:nvSpPr>
          <p:cNvPr id="117" name="Text Box 17"/>
          <p:cNvSpPr/>
          <p:nvPr/>
        </p:nvSpPr>
        <p:spPr>
          <a:xfrm>
            <a:off x="5599440" y="5024880"/>
            <a:ext cx="3334680" cy="799200"/>
          </a:xfrm>
          <a:prstGeom prst="rect">
            <a:avLst/>
          </a:prstGeom>
          <a:noFill/>
          <a:ln w="0">
            <a:noFill/>
          </a:ln>
        </p:spPr>
        <p:style>
          <a:lnRef idx="0"/>
          <a:fillRef idx="0"/>
          <a:effectRef idx="0"/>
          <a:fontRef idx="minor"/>
        </p:style>
        <p:txBody>
          <a:bodyPr wrap="none" lIns="91080" rIns="91080" tIns="45360" bIns="45360" anchor="t">
            <a:spAutoFit/>
          </a:bodyPr>
          <a:p>
            <a:pPr marL="343080" indent="-343080">
              <a:lnSpc>
                <a:spcPct val="100000"/>
              </a:lnSpc>
              <a:tabLst>
                <a:tab algn="l" pos="0"/>
              </a:tabLst>
            </a:pPr>
            <a:r>
              <a:rPr lang="en-US" sz="2300" b="1" u="none" strike="noStrike">
                <a:solidFill>
                  <a:schemeClr val="dk1"/>
                </a:solidFill>
                <a:effectLst/>
                <a:uFillTx/>
                <a:latin typeface="Calibri"/>
              </a:rPr>
              <a:t>So sánh </a:t>
            </a:r>
            <a:r>
              <a:rPr lang="en-US" sz="2300" b="0" u="none" strike="noStrike">
                <a:solidFill>
                  <a:schemeClr val="dk1"/>
                </a:solidFill>
                <a:effectLst/>
                <a:uFillTx/>
                <a:latin typeface="Calibri"/>
              </a:rPr>
              <a:t>kết quả thu được </a:t>
            </a:r>
            <a:endParaRPr lang="en-US" sz="2300" b="0" u="none" strike="noStrike">
              <a:solidFill>
                <a:srgbClr val="000000"/>
              </a:solidFill>
              <a:effectLst/>
              <a:uFillTx/>
              <a:latin typeface="Arial"/>
            </a:endParaRPr>
          </a:p>
          <a:p>
            <a:pPr marL="343080" indent="-343080">
              <a:lnSpc>
                <a:spcPct val="100000"/>
              </a:lnSpc>
              <a:tabLst>
                <a:tab algn="l" pos="0"/>
              </a:tabLst>
            </a:pPr>
            <a:r>
              <a:rPr lang="en-US" sz="2300" b="0" u="none" strike="noStrike">
                <a:solidFill>
                  <a:schemeClr val="dk1"/>
                </a:solidFill>
                <a:effectLst/>
                <a:uFillTx/>
                <a:latin typeface="Calibri"/>
              </a:rPr>
              <a:t>và kết quả mong đợi</a:t>
            </a:r>
            <a:endParaRPr lang="en-US" sz="2300" b="0" u="none" strike="noStrike">
              <a:solidFill>
                <a:srgbClr val="000000"/>
              </a:solidFill>
              <a:effectLst/>
              <a:uFillTx/>
              <a:latin typeface="Arial"/>
            </a:endParaRPr>
          </a:p>
        </p:txBody>
      </p:sp>
      <p:sp>
        <p:nvSpPr>
          <p:cNvPr id="118" name="Line 18"/>
          <p:cNvSpPr/>
          <p:nvPr/>
        </p:nvSpPr>
        <p:spPr>
          <a:xfrm>
            <a:off x="4856400" y="5731560"/>
            <a:ext cx="360" cy="279000"/>
          </a:xfrm>
          <a:prstGeom prst="line">
            <a:avLst/>
          </a:prstGeom>
          <a:ln w="28575">
            <a:solidFill>
              <a:srgbClr val="000000"/>
            </a:solidFill>
            <a:prstDash val="dash"/>
            <a:round/>
            <a:tailEnd len="med" type="triangle" w="med"/>
          </a:ln>
        </p:spPr>
        <p:style>
          <a:lnRef idx="0"/>
          <a:fillRef idx="0"/>
          <a:effectRef idx="0"/>
          <a:fontRef idx="minor"/>
        </p:style>
        <p:txBody>
          <a:bodyPr lIns="91080" rIns="91080" tIns="45360" bIns="45360" anchor="t">
            <a:noAutofit/>
          </a:bodyPr>
          <a:p>
            <a:endParaRPr lang="vi-VN" sz="2400" b="0" u="none" strike="noStrike">
              <a:solidFill>
                <a:schemeClr val="dk1"/>
              </a:solidFill>
              <a:effectLst/>
              <a:uFillTx/>
              <a:latin typeface="Times New Roman"/>
            </a:endParaRPr>
          </a:p>
        </p:txBody>
      </p:sp>
      <p:sp>
        <p:nvSpPr>
          <p:cNvPr id="119" name="Text Box 19"/>
          <p:cNvSpPr/>
          <p:nvPr/>
        </p:nvSpPr>
        <p:spPr>
          <a:xfrm>
            <a:off x="3771360" y="6010560"/>
            <a:ext cx="2321280" cy="459360"/>
          </a:xfrm>
          <a:prstGeom prst="rect">
            <a:avLst/>
          </a:prstGeom>
          <a:noFill/>
          <a:ln w="0">
            <a:noFill/>
          </a:ln>
        </p:spPr>
        <p:style>
          <a:lnRef idx="0"/>
          <a:fillRef idx="0"/>
          <a:effectRef idx="0"/>
          <a:fontRef idx="minor"/>
        </p:style>
        <p:txBody>
          <a:bodyPr wrap="none" lIns="91080" rIns="91080" tIns="45360" bIns="45360" anchor="t">
            <a:spAutoFit/>
          </a:bodyPr>
          <a:p>
            <a:pPr marL="343080" indent="-343080">
              <a:lnSpc>
                <a:spcPct val="100000"/>
              </a:lnSpc>
              <a:tabLst>
                <a:tab algn="l" pos="0"/>
              </a:tabLst>
            </a:pPr>
            <a:r>
              <a:rPr lang="en-US" sz="2400" b="0" u="none" strike="noStrike">
                <a:solidFill>
                  <a:schemeClr val="dk1"/>
                </a:solidFill>
                <a:effectLst/>
                <a:uFillTx/>
                <a:latin typeface="Calibri"/>
              </a:rPr>
              <a:t>Kết quả kiểm thử</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CA" sz="4200" b="0" u="none" strike="noStrike">
                <a:solidFill>
                  <a:srgbClr val="0070c0"/>
                </a:solidFill>
                <a:effectLst/>
                <a:uFillTx/>
                <a:latin typeface="Calibri"/>
              </a:rPr>
              <a:t>Ca kiểm </a:t>
            </a:r>
            <a:r>
              <a:rPr lang="en-CA" sz="4200" b="0" u="none" strike="noStrike">
                <a:solidFill>
                  <a:srgbClr val="0070c0"/>
                </a:solidFill>
                <a:effectLst/>
                <a:uFillTx/>
                <a:latin typeface="Calibri"/>
              </a:rPr>
              <a:t>thử (test </a:t>
            </a:r>
            <a:r>
              <a:rPr lang="en-CA" sz="4200" b="0" u="none" strike="noStrike">
                <a:solidFill>
                  <a:srgbClr val="0070c0"/>
                </a:solidFill>
                <a:effectLst/>
                <a:uFillTx/>
                <a:latin typeface="Calibri"/>
              </a:rPr>
              <a:t>case)</a:t>
            </a:r>
            <a:endParaRPr lang="en-US" sz="4200" b="0" u="none" strike="noStrike">
              <a:solidFill>
                <a:srgbClr val="000000"/>
              </a:solidFill>
              <a:effectLst/>
              <a:uFillTx/>
              <a:latin typeface="Arial"/>
            </a:endParaRPr>
          </a:p>
        </p:txBody>
      </p:sp>
      <p:pic>
        <p:nvPicPr>
          <p:cNvPr id="121" name="Picture 2" descr="D:\Giang day\GiaoTrinh\ThayHung_123\fig1.2.jpg"/>
          <p:cNvPicPr/>
          <p:nvPr/>
        </p:nvPicPr>
        <p:blipFill>
          <a:blip r:embed="rId1"/>
          <a:stretch/>
        </p:blipFill>
        <p:spPr>
          <a:xfrm>
            <a:off x="1143000" y="1779120"/>
            <a:ext cx="6400440" cy="4553280"/>
          </a:xfrm>
          <a:prstGeom prst="rect">
            <a:avLst/>
          </a:prstGeom>
          <a:noFill/>
          <a:ln w="9525">
            <a:noFill/>
          </a:ln>
        </p:spPr>
      </p:pic>
      <p:sp>
        <p:nvSpPr>
          <p:cNvPr id="122" name="PlaceHolder 2"/>
          <p:cNvSpPr>
            <a:spLocks noGrp="1"/>
          </p:cNvSpPr>
          <p:nvPr>
            <p:ph type="ftr" idx="51"/>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a:t>
            </a:r>
            <a:r>
              <a:rPr lang="vi-VN" sz="1100" b="0" u="none" strike="noStrike">
                <a:solidFill>
                  <a:schemeClr val="dk1">
                    <a:tint val="75000"/>
                  </a:schemeClr>
                </a:solidFill>
                <a:effectLst/>
                <a:uFillTx/>
                <a:latin typeface="Calibri"/>
              </a:rPr>
              <a:t>- Khoa CNTT - Trường ĐHCN - </a:t>
            </a:r>
            <a:r>
              <a:rPr lang="vi-VN" sz="1100" b="0" u="none" strike="noStrike">
                <a:solidFill>
                  <a:schemeClr val="dk1">
                    <a:tint val="75000"/>
                  </a:schemeClr>
                </a:solidFill>
                <a:effectLst/>
                <a:uFillTx/>
                <a:latin typeface="Calibri"/>
              </a:rPr>
              <a:t>ĐHQGHN</a:t>
            </a:r>
            <a:endParaRPr lang="en-US" sz="1100" b="0" u="none" strike="noStrike">
              <a:solidFill>
                <a:srgbClr val="000000"/>
              </a:solidFill>
              <a:effectLst/>
              <a:uFillTx/>
              <a:latin typeface="Times New Roman"/>
            </a:endParaRPr>
          </a:p>
        </p:txBody>
      </p:sp>
      <p:sp>
        <p:nvSpPr>
          <p:cNvPr id="123" name="PlaceHolder 3"/>
          <p:cNvSpPr>
            <a:spLocks noGrp="1"/>
          </p:cNvSpPr>
          <p:nvPr>
            <p:ph type="sldNum" idx="52"/>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E804A711-36B8-43A7-9FEF-FB79868F7F48}" type="slidenum">
              <a:rPr lang="en-CA" sz="1200" b="0" u="none" strike="noStrike">
                <a:solidFill>
                  <a:srgbClr val="898989"/>
                </a:solidFill>
                <a:effectLst/>
                <a:uFillTx/>
                <a:latin typeface="Calibri"/>
              </a:rPr>
              <a:t>6</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Bộ kiểm thử </a:t>
            </a:r>
            <a:r>
              <a:rPr lang="en-US" sz="4200" b="0" u="none" strike="noStrike">
                <a:solidFill>
                  <a:srgbClr val="0070c0"/>
                </a:solidFill>
                <a:effectLst/>
                <a:uFillTx/>
                <a:latin typeface="Calibri"/>
              </a:rPr>
              <a:t>(các ca kiểm </a:t>
            </a:r>
            <a:r>
              <a:rPr lang="en-US" sz="4200" b="0" u="none" strike="noStrike">
                <a:solidFill>
                  <a:srgbClr val="0070c0"/>
                </a:solidFill>
                <a:effectLst/>
                <a:uFillTx/>
                <a:latin typeface="Calibri"/>
              </a:rPr>
              <a:t>thử)</a:t>
            </a:r>
            <a:endParaRPr lang="en-US" sz="4200" b="0" u="none" strike="noStrike">
              <a:solidFill>
                <a:srgbClr val="000000"/>
              </a:solidFill>
              <a:effectLst/>
              <a:uFillTx/>
              <a:latin typeface="Arial"/>
            </a:endParaRPr>
          </a:p>
        </p:txBody>
      </p:sp>
      <p:graphicFrame>
        <p:nvGraphicFramePr>
          <p:cNvPr id="125" name="Content Placeholder 4"/>
          <p:cNvGraphicFramePr/>
          <p:nvPr/>
        </p:nvGraphicFramePr>
        <p:xfrm>
          <a:off x="438120" y="1968480"/>
          <a:ext cx="8193600" cy="3202920"/>
        </p:xfrm>
        <a:graphic>
          <a:graphicData uri="http://schemas.openxmlformats.org/drawingml/2006/table">
            <a:tbl>
              <a:tblPr/>
              <a:tblGrid>
                <a:gridCol w="1353960"/>
                <a:gridCol w="2514600"/>
                <a:gridCol w="2277000"/>
                <a:gridCol w="2048400"/>
              </a:tblGrid>
              <a:tr h="370800">
                <a:tc>
                  <a:txBody>
                    <a:bodyPr anchor="t">
                      <a:noAutofit/>
                    </a:bodyPr>
                    <a:p>
                      <a:pPr algn="ctr" defTabSz="869400">
                        <a:lnSpc>
                          <a:spcPct val="100000"/>
                        </a:lnSpc>
                      </a:pPr>
                      <a:r>
                        <a:rPr lang="en-US" sz="2400" b="1" u="none" strike="noStrike">
                          <a:solidFill>
                            <a:schemeClr val="lt1"/>
                          </a:solidFill>
                          <a:effectLst/>
                          <a:uFillTx/>
                          <a:latin typeface="Calibri"/>
                        </a:rPr>
                        <a:t>TC_id</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869400">
                        <a:lnSpc>
                          <a:spcPct val="100000"/>
                        </a:lnSpc>
                      </a:pPr>
                      <a:r>
                        <a:rPr lang="en-US" sz="2400" b="1" u="none" strike="noStrike">
                          <a:solidFill>
                            <a:schemeClr val="lt1"/>
                          </a:solidFill>
                          <a:effectLst/>
                          <a:uFillTx/>
                          <a:latin typeface="Calibri"/>
                        </a:rPr>
                        <a:t>Inputs</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869400">
                        <a:lnSpc>
                          <a:spcPct val="100000"/>
                        </a:lnSpc>
                      </a:pPr>
                      <a:r>
                        <a:rPr lang="en-US" sz="2400" b="1" u="none" strike="noStrike">
                          <a:solidFill>
                            <a:schemeClr val="lt1"/>
                          </a:solidFill>
                          <a:effectLst/>
                          <a:uFillTx/>
                          <a:latin typeface="Calibri"/>
                        </a:rPr>
                        <a:t>EO</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869400">
                        <a:lnSpc>
                          <a:spcPct val="100000"/>
                        </a:lnSpc>
                      </a:pPr>
                      <a:r>
                        <a:rPr lang="en-US" sz="2400" b="1" u="none" strike="noStrike">
                          <a:solidFill>
                            <a:schemeClr val="lt1"/>
                          </a:solidFill>
                          <a:effectLst/>
                          <a:uFillTx/>
                          <a:latin typeface="Calibri"/>
                        </a:rPr>
                        <a:t>Note</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algn="ctr" defTabSz="869400">
                        <a:lnSpc>
                          <a:spcPct val="100000"/>
                        </a:lnSpc>
                      </a:pPr>
                      <a:r>
                        <a:rPr lang="en-US" sz="2400" b="0" u="none" strike="noStrike">
                          <a:solidFill>
                            <a:schemeClr val="dk1"/>
                          </a:solidFill>
                          <a:effectLst/>
                          <a:uFillTx/>
                          <a:latin typeface="Calibri"/>
                        </a:rPr>
                        <a:t>tc1</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869400">
                        <a:lnSpc>
                          <a:spcPct val="100000"/>
                        </a:lnSpc>
                      </a:pPr>
                      <a:r>
                        <a:rPr lang="en-US" sz="2400" b="0" u="none" strike="noStrike">
                          <a:solidFill>
                            <a:schemeClr val="dk1"/>
                          </a:solidFill>
                          <a:effectLst/>
                          <a:uFillTx/>
                          <a:latin typeface="Calibri"/>
                        </a:rPr>
                        <a:t>1 2 3</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869400">
                        <a:lnSpc>
                          <a:spcPct val="100000"/>
                        </a:lnSpc>
                      </a:pPr>
                      <a:r>
                        <a:rPr lang="en-US" sz="2400" b="0" u="none" strike="noStrike">
                          <a:solidFill>
                            <a:schemeClr val="dk1"/>
                          </a:solidFill>
                          <a:effectLst/>
                          <a:uFillTx/>
                          <a:latin typeface="Calibri"/>
                        </a:rPr>
                        <a:t>5</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algn="ctr" defTabSz="869400">
                        <a:lnSpc>
                          <a:spcPct val="100000"/>
                        </a:lnSpc>
                      </a:pPr>
                      <a:r>
                        <a:rPr lang="en-US" sz="2400" b="0" u="none" strike="noStrike">
                          <a:solidFill>
                            <a:schemeClr val="dk1"/>
                          </a:solidFill>
                          <a:effectLst/>
                          <a:uFillTx/>
                          <a:latin typeface="Calibri"/>
                        </a:rPr>
                        <a:t>tc2</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869400">
                        <a:lnSpc>
                          <a:spcPct val="100000"/>
                        </a:lnSpc>
                      </a:pPr>
                      <a:r>
                        <a:rPr lang="en-US" sz="2400" b="0" u="none" strike="noStrike">
                          <a:solidFill>
                            <a:schemeClr val="dk1"/>
                          </a:solidFill>
                          <a:effectLst/>
                          <a:uFillTx/>
                          <a:latin typeface="Calibri"/>
                        </a:rPr>
                        <a:t>4 5 8</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869400">
                        <a:lnSpc>
                          <a:spcPct val="100000"/>
                        </a:lnSpc>
                      </a:pPr>
                      <a:r>
                        <a:rPr lang="en-US" sz="2400" b="0" u="none" strike="noStrike">
                          <a:solidFill>
                            <a:schemeClr val="dk1"/>
                          </a:solidFill>
                          <a:effectLst/>
                          <a:uFillTx/>
                          <a:latin typeface="Calibri"/>
                        </a:rPr>
                        <a:t>20</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algn="ctr" defTabSz="869400">
                        <a:lnSpc>
                          <a:spcPct val="100000"/>
                        </a:lnSpc>
                      </a:pPr>
                      <a:r>
                        <a:rPr lang="en-US" sz="2400" b="0" u="none" strike="noStrike">
                          <a:solidFill>
                            <a:schemeClr val="dk1"/>
                          </a:solidFill>
                          <a:effectLst/>
                          <a:uFillTx/>
                          <a:latin typeface="Calibri"/>
                        </a:rPr>
                        <a:t>tc3</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869400">
                        <a:lnSpc>
                          <a:spcPct val="100000"/>
                        </a:lnSpc>
                      </a:pPr>
                      <a:r>
                        <a:rPr lang="en-US" sz="2400" b="0" u="none" strike="noStrike">
                          <a:solidFill>
                            <a:schemeClr val="dk1"/>
                          </a:solidFill>
                          <a:effectLst/>
                          <a:uFillTx/>
                          <a:latin typeface="Calibri"/>
                        </a:rPr>
                        <a:t>4 6 2</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869400">
                        <a:lnSpc>
                          <a:spcPct val="100000"/>
                        </a:lnSpc>
                      </a:pPr>
                      <a:r>
                        <a:rPr lang="en-US" sz="2400" b="0" u="none" strike="noStrike">
                          <a:solidFill>
                            <a:schemeClr val="dk1"/>
                          </a:solidFill>
                          <a:effectLst/>
                          <a:uFillTx/>
                          <a:latin typeface="Calibri"/>
                        </a:rPr>
                        <a:t>17</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algn="ctr" defTabSz="869400">
                        <a:lnSpc>
                          <a:spcPct val="100000"/>
                        </a:lnSpc>
                      </a:pPr>
                      <a:r>
                        <a:rPr lang="en-US" sz="2400" b="0" u="none" strike="noStrike">
                          <a:solidFill>
                            <a:schemeClr val="dk1"/>
                          </a:solidFill>
                          <a:effectLst/>
                          <a:uFillTx/>
                          <a:latin typeface="Calibri"/>
                        </a:rPr>
                        <a:t>…</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
        <p:nvSpPr>
          <p:cNvPr id="126" name="PlaceHolder 2"/>
          <p:cNvSpPr>
            <a:spLocks noGrp="1"/>
          </p:cNvSpPr>
          <p:nvPr>
            <p:ph type="ftr" idx="53"/>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a:t>
            </a:r>
            <a:r>
              <a:rPr lang="vi-VN" sz="1100" b="0" u="none" strike="noStrike">
                <a:solidFill>
                  <a:schemeClr val="dk1">
                    <a:tint val="75000"/>
                  </a:schemeClr>
                </a:solidFill>
                <a:effectLst/>
                <a:uFillTx/>
                <a:latin typeface="Calibri"/>
              </a:rPr>
              <a:t>ĐHCN - ĐHQGHN</a:t>
            </a:r>
            <a:endParaRPr lang="en-US" sz="1100" b="0" u="none" strike="noStrike">
              <a:solidFill>
                <a:srgbClr val="000000"/>
              </a:solidFill>
              <a:effectLst/>
              <a:uFillTx/>
              <a:latin typeface="Times New Roman"/>
            </a:endParaRPr>
          </a:p>
        </p:txBody>
      </p:sp>
      <p:sp>
        <p:nvSpPr>
          <p:cNvPr id="127" name="PlaceHolder 3"/>
          <p:cNvSpPr>
            <a:spLocks noGrp="1"/>
          </p:cNvSpPr>
          <p:nvPr>
            <p:ph type="sldNum" idx="54"/>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Arial"/>
              </a:defRPr>
            </a:lvl1pPr>
          </a:lstStyle>
          <a:p>
            <a:pPr indent="0" algn="r">
              <a:lnSpc>
                <a:spcPct val="100000"/>
              </a:lnSpc>
              <a:buNone/>
              <a:tabLst>
                <a:tab algn="l" pos="0"/>
              </a:tabLst>
            </a:pPr>
            <a:fld id="{B6BAC953-76C9-44A4-A111-6E5EE9E06AA9}" type="slidenum">
              <a:rPr lang="en-US" sz="1100" b="0" u="none" strike="noStrike">
                <a:solidFill>
                  <a:schemeClr val="dk1">
                    <a:tint val="75000"/>
                  </a:schemeClr>
                </a:solidFill>
                <a:effectLst/>
                <a:uFillTx/>
                <a:latin typeface="Arial"/>
              </a:rPr>
              <a:t>6</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Báo </a:t>
            </a:r>
            <a:r>
              <a:rPr lang="en-US" sz="4200" b="0" u="none" strike="noStrike">
                <a:solidFill>
                  <a:srgbClr val="0070c0"/>
                </a:solidFill>
                <a:effectLst/>
                <a:uFillTx/>
                <a:latin typeface="Calibri"/>
              </a:rPr>
              <a:t>cáo </a:t>
            </a:r>
            <a:r>
              <a:rPr lang="en-US" sz="4200" b="0" u="none" strike="noStrike">
                <a:solidFill>
                  <a:srgbClr val="0070c0"/>
                </a:solidFill>
                <a:effectLst/>
                <a:uFillTx/>
                <a:latin typeface="Calibri"/>
              </a:rPr>
              <a:t>kiểm </a:t>
            </a:r>
            <a:r>
              <a:rPr lang="en-US" sz="4200" b="0" u="none" strike="noStrike">
                <a:solidFill>
                  <a:srgbClr val="0070c0"/>
                </a:solidFill>
                <a:effectLst/>
                <a:uFillTx/>
                <a:latin typeface="Calibri"/>
              </a:rPr>
              <a:t>thử</a:t>
            </a:r>
            <a:endParaRPr lang="en-US" sz="4200" b="0" u="none" strike="noStrike">
              <a:solidFill>
                <a:srgbClr val="000000"/>
              </a:solidFill>
              <a:effectLst/>
              <a:uFillTx/>
              <a:latin typeface="Arial"/>
            </a:endParaRPr>
          </a:p>
        </p:txBody>
      </p:sp>
      <p:graphicFrame>
        <p:nvGraphicFramePr>
          <p:cNvPr id="129" name="Content Placeholder 4"/>
          <p:cNvGraphicFramePr/>
          <p:nvPr/>
        </p:nvGraphicFramePr>
        <p:xfrm>
          <a:off x="438120" y="1968480"/>
          <a:ext cx="8193600" cy="3202920"/>
        </p:xfrm>
        <a:graphic>
          <a:graphicData uri="http://schemas.openxmlformats.org/drawingml/2006/table">
            <a:tbl>
              <a:tblPr/>
              <a:tblGrid>
                <a:gridCol w="1353960"/>
                <a:gridCol w="2514600"/>
                <a:gridCol w="2277000"/>
                <a:gridCol w="2048400"/>
              </a:tblGrid>
              <a:tr h="370800">
                <a:tc>
                  <a:txBody>
                    <a:bodyPr anchor="t">
                      <a:noAutofit/>
                    </a:bodyPr>
                    <a:p>
                      <a:pPr algn="ctr" defTabSz="869400">
                        <a:lnSpc>
                          <a:spcPct val="100000"/>
                        </a:lnSpc>
                      </a:pPr>
                      <a:r>
                        <a:rPr lang="en-US" sz="2400" b="1" u="none" strike="noStrike">
                          <a:solidFill>
                            <a:schemeClr val="lt1"/>
                          </a:solidFill>
                          <a:effectLst/>
                          <a:uFillTx/>
                          <a:latin typeface="Calibri"/>
                        </a:rPr>
                        <a:t>TC_id</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869400">
                        <a:lnSpc>
                          <a:spcPct val="100000"/>
                        </a:lnSpc>
                      </a:pPr>
                      <a:r>
                        <a:rPr lang="en-US" sz="2400" b="1" u="none" strike="noStrike">
                          <a:solidFill>
                            <a:schemeClr val="lt1"/>
                          </a:solidFill>
                          <a:effectLst/>
                          <a:uFillTx/>
                          <a:latin typeface="Calibri"/>
                        </a:rPr>
                        <a:t>Inputs</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869400">
                        <a:lnSpc>
                          <a:spcPct val="100000"/>
                        </a:lnSpc>
                      </a:pPr>
                      <a:r>
                        <a:rPr lang="en-US" sz="2400" b="1" u="none" strike="noStrike">
                          <a:solidFill>
                            <a:schemeClr val="lt1"/>
                          </a:solidFill>
                          <a:effectLst/>
                          <a:uFillTx/>
                          <a:latin typeface="Calibri"/>
                        </a:rPr>
                        <a:t>EO</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c>
                  <a:txBody>
                    <a:bodyPr anchor="t">
                      <a:noAutofit/>
                    </a:bodyPr>
                    <a:p>
                      <a:pPr algn="ctr" defTabSz="869400">
                        <a:lnSpc>
                          <a:spcPct val="100000"/>
                        </a:lnSpc>
                      </a:pPr>
                      <a:r>
                        <a:rPr lang="en-US" sz="2400" b="1" u="none" strike="noStrike">
                          <a:solidFill>
                            <a:schemeClr val="lt1"/>
                          </a:solidFill>
                          <a:effectLst/>
                          <a:uFillTx/>
                          <a:latin typeface="Calibri"/>
                        </a:rPr>
                        <a:t>Result</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38160">
                      <a:solidFill>
                        <a:srgbClr val="ffffff"/>
                      </a:solidFill>
                      <a:prstDash val="solid"/>
                    </a:lnB>
                    <a:solidFill>
                      <a:schemeClr val="accent1"/>
                    </a:solidFill>
                  </a:tcPr>
                </a:tc>
              </a:tr>
              <a:tr h="370800">
                <a:tc>
                  <a:txBody>
                    <a:bodyPr anchor="t">
                      <a:noAutofit/>
                    </a:bodyPr>
                    <a:p>
                      <a:pPr algn="ctr" defTabSz="869400">
                        <a:lnSpc>
                          <a:spcPct val="100000"/>
                        </a:lnSpc>
                      </a:pPr>
                      <a:r>
                        <a:rPr lang="en-US" sz="2400" b="0" u="none" strike="noStrike">
                          <a:solidFill>
                            <a:schemeClr val="dk1"/>
                          </a:solidFill>
                          <a:effectLst/>
                          <a:uFillTx/>
                          <a:latin typeface="Calibri"/>
                        </a:rPr>
                        <a:t>tc1</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869400">
                        <a:lnSpc>
                          <a:spcPct val="100000"/>
                        </a:lnSpc>
                      </a:pPr>
                      <a:r>
                        <a:rPr lang="en-US" sz="2400" b="0" u="none" strike="noStrike">
                          <a:solidFill>
                            <a:schemeClr val="dk1"/>
                          </a:solidFill>
                          <a:effectLst/>
                          <a:uFillTx/>
                          <a:latin typeface="Calibri"/>
                        </a:rPr>
                        <a:t>1 2 3</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869400">
                        <a:lnSpc>
                          <a:spcPct val="100000"/>
                        </a:lnSpc>
                      </a:pPr>
                      <a:r>
                        <a:rPr lang="en-US" sz="2400" b="0" u="none" strike="noStrike">
                          <a:solidFill>
                            <a:schemeClr val="dk1"/>
                          </a:solidFill>
                          <a:effectLst/>
                          <a:uFillTx/>
                          <a:latin typeface="Calibri"/>
                        </a:rPr>
                        <a:t>5</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869400">
                        <a:lnSpc>
                          <a:spcPct val="100000"/>
                        </a:lnSpc>
                      </a:pPr>
                      <a:r>
                        <a:rPr lang="en-US" sz="2400" b="0" u="none" strike="noStrike">
                          <a:solidFill>
                            <a:schemeClr val="dk1"/>
                          </a:solidFill>
                          <a:effectLst/>
                          <a:uFillTx/>
                          <a:latin typeface="Calibri"/>
                        </a:rPr>
                        <a:t>Passed</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algn="ctr" defTabSz="869400">
                        <a:lnSpc>
                          <a:spcPct val="100000"/>
                        </a:lnSpc>
                      </a:pPr>
                      <a:r>
                        <a:rPr lang="en-US" sz="2400" b="0" u="none" strike="noStrike">
                          <a:solidFill>
                            <a:srgbClr val="ff0000"/>
                          </a:solidFill>
                          <a:effectLst/>
                          <a:uFillTx/>
                          <a:latin typeface="Calibri"/>
                        </a:rPr>
                        <a:t>tc2</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869400">
                        <a:lnSpc>
                          <a:spcPct val="100000"/>
                        </a:lnSpc>
                      </a:pPr>
                      <a:r>
                        <a:rPr lang="en-US" sz="2400" b="0" u="none" strike="noStrike">
                          <a:solidFill>
                            <a:srgbClr val="ff0000"/>
                          </a:solidFill>
                          <a:effectLst/>
                          <a:uFillTx/>
                          <a:latin typeface="Calibri"/>
                        </a:rPr>
                        <a:t>4 5 8</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869400">
                        <a:lnSpc>
                          <a:spcPct val="100000"/>
                        </a:lnSpc>
                      </a:pPr>
                      <a:r>
                        <a:rPr lang="en-US" sz="2400" b="0" u="none" strike="noStrike">
                          <a:solidFill>
                            <a:srgbClr val="ff0000"/>
                          </a:solidFill>
                          <a:effectLst/>
                          <a:uFillTx/>
                          <a:latin typeface="Calibri"/>
                        </a:rPr>
                        <a:t>20</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869400">
                        <a:lnSpc>
                          <a:spcPct val="100000"/>
                        </a:lnSpc>
                      </a:pPr>
                      <a:r>
                        <a:rPr lang="en-US" sz="2400" b="0" u="none" strike="noStrike">
                          <a:solidFill>
                            <a:srgbClr val="ff0000"/>
                          </a:solidFill>
                          <a:effectLst/>
                          <a:uFillTx/>
                          <a:latin typeface="Calibri"/>
                        </a:rPr>
                        <a:t>Failed</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pPr algn="ctr" defTabSz="869400">
                        <a:lnSpc>
                          <a:spcPct val="100000"/>
                        </a:lnSpc>
                      </a:pPr>
                      <a:r>
                        <a:rPr lang="en-US" sz="2400" b="0" u="none" strike="noStrike">
                          <a:solidFill>
                            <a:schemeClr val="dk1"/>
                          </a:solidFill>
                          <a:effectLst/>
                          <a:uFillTx/>
                          <a:latin typeface="Calibri"/>
                        </a:rPr>
                        <a:t>tc3</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869400">
                        <a:lnSpc>
                          <a:spcPct val="100000"/>
                        </a:lnSpc>
                      </a:pPr>
                      <a:r>
                        <a:rPr lang="en-US" sz="2400" b="0" u="none" strike="noStrike">
                          <a:solidFill>
                            <a:schemeClr val="dk1"/>
                          </a:solidFill>
                          <a:effectLst/>
                          <a:uFillTx/>
                          <a:latin typeface="Calibri"/>
                        </a:rPr>
                        <a:t>4 6 2</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869400">
                        <a:lnSpc>
                          <a:spcPct val="100000"/>
                        </a:lnSpc>
                      </a:pPr>
                      <a:r>
                        <a:rPr lang="en-US" sz="2400" b="0" u="none" strike="noStrike">
                          <a:solidFill>
                            <a:schemeClr val="dk1"/>
                          </a:solidFill>
                          <a:effectLst/>
                          <a:uFillTx/>
                          <a:latin typeface="Calibri"/>
                        </a:rPr>
                        <a:t>17</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pPr algn="ctr" defTabSz="869400">
                        <a:lnSpc>
                          <a:spcPct val="100000"/>
                        </a:lnSpc>
                        <a:tabLst>
                          <a:tab algn="l" pos="0"/>
                        </a:tabLst>
                      </a:pPr>
                      <a:r>
                        <a:rPr lang="en-US" sz="2400" b="0" u="none" strike="noStrike">
                          <a:solidFill>
                            <a:schemeClr val="dk1"/>
                          </a:solidFill>
                          <a:effectLst/>
                          <a:uFillTx/>
                          <a:latin typeface="Calibri"/>
                        </a:rPr>
                        <a:t>Failed</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pPr algn="ctr" defTabSz="869400">
                        <a:lnSpc>
                          <a:spcPct val="100000"/>
                        </a:lnSpc>
                      </a:pPr>
                      <a:r>
                        <a:rPr lang="en-US" sz="2400" b="0" u="none" strike="noStrike">
                          <a:solidFill>
                            <a:schemeClr val="dk1"/>
                          </a:solidFill>
                          <a:effectLst/>
                          <a:uFillTx/>
                          <a:latin typeface="Calibri"/>
                        </a:rPr>
                        <a:t>…</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pPr algn="ctr" defTabSz="869400">
                        <a:lnSpc>
                          <a:spcPct val="100000"/>
                        </a:lnSpc>
                      </a:pPr>
                      <a:r>
                        <a:rPr lang="en-US" sz="2400" b="0" u="none" strike="noStrike">
                          <a:solidFill>
                            <a:schemeClr val="dk1"/>
                          </a:solidFill>
                          <a:effectLst/>
                          <a:uFillTx/>
                          <a:latin typeface="Calibri"/>
                        </a:rPr>
                        <a:t>…</a:t>
                      </a:r>
                      <a:endParaRPr lang="en-US" sz="2400" b="0" u="none" strike="noStrike">
                        <a:solidFill>
                          <a:srgbClr val="000000"/>
                        </a:solidFill>
                        <a:effectLst/>
                        <a:uFillTx/>
                        <a:latin typeface="Arial"/>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r h="370800">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40000"/>
                      </a:schemeClr>
                    </a:solidFill>
                  </a:tcPr>
                </a:tc>
              </a:tr>
              <a:tr h="370800">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c>
                  <a:txBody>
                    <a:bodyPr anchor="t">
                      <a:noAutofit/>
                    </a:bodyPr>
                    <a:p>
                      <a:endParaRPr lang="en-US" sz="2400" b="0" u="none" strike="noStrike">
                        <a:solidFill>
                          <a:schemeClr val="dk1"/>
                        </a:solidFill>
                        <a:effectLst/>
                        <a:uFillTx/>
                        <a:latin typeface="Calibri"/>
                      </a:endParaRPr>
                    </a:p>
                  </a:txBody>
                  <a:tcPr anchor="t" marL="91440" marR="91440" marT="45720" marB="4572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accent1">
                        <a:tint val="20000"/>
                      </a:schemeClr>
                    </a:solidFill>
                  </a:tcPr>
                </a:tc>
              </a:tr>
            </a:tbl>
          </a:graphicData>
        </a:graphic>
      </p:graphicFrame>
      <p:sp>
        <p:nvSpPr>
          <p:cNvPr id="130" name="PlaceHolder 2"/>
          <p:cNvSpPr>
            <a:spLocks noGrp="1"/>
          </p:cNvSpPr>
          <p:nvPr>
            <p:ph type="ftr" idx="55"/>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a:t>
            </a:r>
            <a:r>
              <a:rPr lang="vi-VN" sz="1100" b="0" u="none" strike="noStrike">
                <a:solidFill>
                  <a:schemeClr val="dk1">
                    <a:tint val="75000"/>
                  </a:schemeClr>
                </a:solidFill>
                <a:effectLst/>
                <a:uFillTx/>
                <a:latin typeface="Calibri"/>
              </a:rPr>
              <a:t>Khoa CNTT - Trường ĐHCN - </a:t>
            </a:r>
            <a:r>
              <a:rPr lang="vi-VN" sz="1100" b="0" u="none" strike="noStrike">
                <a:solidFill>
                  <a:schemeClr val="dk1">
                    <a:tint val="75000"/>
                  </a:schemeClr>
                </a:solidFill>
                <a:effectLst/>
                <a:uFillTx/>
                <a:latin typeface="Calibri"/>
              </a:rPr>
              <a:t>ĐHQGHN</a:t>
            </a:r>
            <a:endParaRPr lang="en-US" sz="1100" b="0" u="none" strike="noStrike">
              <a:solidFill>
                <a:srgbClr val="000000"/>
              </a:solidFill>
              <a:effectLst/>
              <a:uFillTx/>
              <a:latin typeface="Times New Roman"/>
            </a:endParaRPr>
          </a:p>
        </p:txBody>
      </p:sp>
      <p:sp>
        <p:nvSpPr>
          <p:cNvPr id="131" name="PlaceHolder 3"/>
          <p:cNvSpPr>
            <a:spLocks noGrp="1"/>
          </p:cNvSpPr>
          <p:nvPr>
            <p:ph type="sldNum" idx="56"/>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Arial"/>
              </a:defRPr>
            </a:lvl1pPr>
          </a:lstStyle>
          <a:p>
            <a:pPr indent="0" algn="r">
              <a:lnSpc>
                <a:spcPct val="100000"/>
              </a:lnSpc>
              <a:buNone/>
              <a:tabLst>
                <a:tab algn="l" pos="0"/>
              </a:tabLst>
            </a:pPr>
            <a:fld id="{4F6398CA-6BC8-44D1-B6E2-2BEE523EFCD6}" type="slidenum">
              <a:rPr lang="en-US" sz="1100" b="0" u="none" strike="noStrike">
                <a:solidFill>
                  <a:schemeClr val="dk1">
                    <a:tint val="75000"/>
                  </a:schemeClr>
                </a:solidFill>
                <a:effectLst/>
                <a:uFillTx/>
                <a:latin typeface="Arial"/>
              </a:rPr>
              <a:t>6</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Bộ </a:t>
            </a:r>
            <a:r>
              <a:rPr lang="en-US" sz="4200" b="0" u="none" strike="noStrike">
                <a:solidFill>
                  <a:srgbClr val="0070c0"/>
                </a:solidFill>
                <a:effectLst/>
                <a:uFillTx/>
                <a:latin typeface="Calibri"/>
              </a:rPr>
              <a:t>kiể</a:t>
            </a:r>
            <a:r>
              <a:rPr lang="en-US" sz="4200" b="0" u="none" strike="noStrike">
                <a:solidFill>
                  <a:srgbClr val="0070c0"/>
                </a:solidFill>
                <a:effectLst/>
                <a:uFillTx/>
                <a:latin typeface="Calibri"/>
              </a:rPr>
              <a:t>m </a:t>
            </a:r>
            <a:r>
              <a:rPr lang="en-US" sz="4200" b="0" u="none" strike="noStrike">
                <a:solidFill>
                  <a:srgbClr val="0070c0"/>
                </a:solidFill>
                <a:effectLst/>
                <a:uFillTx/>
                <a:latin typeface="Calibri"/>
              </a:rPr>
              <a:t>thử </a:t>
            </a:r>
            <a:r>
              <a:rPr lang="en-US" sz="4200" b="0" u="none" strike="noStrike">
                <a:solidFill>
                  <a:srgbClr val="0070c0"/>
                </a:solidFill>
                <a:effectLst/>
                <a:uFillTx/>
                <a:latin typeface="Calibri"/>
              </a:rPr>
              <a:t>tốt </a:t>
            </a:r>
            <a:endParaRPr lang="en-US" sz="4200" b="0" u="none" strike="noStrike">
              <a:solidFill>
                <a:srgbClr val="000000"/>
              </a:solidFill>
              <a:effectLst/>
              <a:uFillTx/>
              <a:latin typeface="Arial"/>
            </a:endParaRPr>
          </a:p>
        </p:txBody>
      </p:sp>
      <p:sp>
        <p:nvSpPr>
          <p:cNvPr id="133" name="PlaceHolder 2"/>
          <p:cNvSpPr>
            <a:spLocks noGrp="1"/>
          </p:cNvSpPr>
          <p:nvPr>
            <p:ph/>
          </p:nvPr>
        </p:nvSpPr>
        <p:spPr>
          <a:xfrm>
            <a:off x="455400" y="1594440"/>
            <a:ext cx="8194680" cy="45086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Chạy các ca kiểm thử với chương trình P</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Bao phủ một số yêu cầu của P;</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Bao phủ một phần chức năng của P</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Bao phủ một phần trong cấu trúc của P</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=&gt; Tiêu chuẩn bao phủ sẽ định hướng thiết kế các ca kiểm thử</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Bộ kiểm thử tốt: đạt 100% tiêu chuẩn bao phủ (cho trước)</a:t>
            </a:r>
            <a:endParaRPr lang="en-US" sz="3000" b="0" u="none" strike="noStrike">
              <a:solidFill>
                <a:srgbClr val="000000"/>
              </a:solidFill>
              <a:effectLst/>
              <a:uFillTx/>
              <a:latin typeface="Arial"/>
            </a:endParaRPr>
          </a:p>
        </p:txBody>
      </p:sp>
      <p:sp>
        <p:nvSpPr>
          <p:cNvPr id="134" name="PlaceHolder 3"/>
          <p:cNvSpPr>
            <a:spLocks noGrp="1"/>
          </p:cNvSpPr>
          <p:nvPr>
            <p:ph type="ftr" idx="57"/>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35" name="PlaceHolder 4"/>
          <p:cNvSpPr>
            <a:spLocks noGrp="1"/>
          </p:cNvSpPr>
          <p:nvPr>
            <p:ph type="sldNum" idx="58"/>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5E7F101F-ED74-4098-A07B-A830647591B2}" type="slidenum">
              <a:rPr lang="en-CA" sz="1200" b="0" u="none" strike="noStrike">
                <a:solidFill>
                  <a:srgbClr val="898989"/>
                </a:solidFill>
                <a:effectLst/>
                <a:uFillTx/>
                <a:latin typeface="Calibri"/>
              </a:rPr>
              <a:t>6</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rmAutofit fontScale="85000" lnSpcReduction="9999"/>
          </a:bodyPr>
          <a:p>
            <a:pPr indent="0" algn="ctr">
              <a:lnSpc>
                <a:spcPct val="100000"/>
              </a:lnSpc>
              <a:buNone/>
              <a:tabLst>
                <a:tab algn="l" pos="0"/>
              </a:tabLst>
            </a:pPr>
            <a:r>
              <a:rPr lang="en-US" sz="4200" b="0" u="none" strike="noStrike">
                <a:solidFill>
                  <a:srgbClr val="0070c0"/>
                </a:solidFill>
                <a:effectLst/>
                <a:uFillTx/>
                <a:latin typeface="Calibri"/>
              </a:rPr>
              <a:t>Mô </a:t>
            </a:r>
            <a:r>
              <a:rPr lang="en-US" sz="4200" b="0" u="none" strike="noStrike">
                <a:solidFill>
                  <a:srgbClr val="0070c0"/>
                </a:solidFill>
                <a:effectLst/>
                <a:uFillTx/>
                <a:latin typeface="Calibri"/>
              </a:rPr>
              <a:t>tả </a:t>
            </a:r>
            <a:r>
              <a:rPr lang="en-US" sz="4200" b="0" u="none" strike="noStrike">
                <a:solidFill>
                  <a:srgbClr val="0070c0"/>
                </a:solidFill>
                <a:effectLst/>
                <a:uFillTx/>
                <a:latin typeface="Calibri"/>
              </a:rPr>
              <a:t>bài </a:t>
            </a:r>
            <a:r>
              <a:rPr lang="en-US" sz="4200" b="0" u="none" strike="noStrike">
                <a:solidFill>
                  <a:srgbClr val="0070c0"/>
                </a:solidFill>
                <a:effectLst/>
                <a:uFillTx/>
                <a:latin typeface="Calibri"/>
              </a:rPr>
              <a:t>toán </a:t>
            </a:r>
            <a:r>
              <a:rPr lang="en-US" sz="4200" b="0" u="none" strike="noStrike">
                <a:solidFill>
                  <a:srgbClr val="0070c0"/>
                </a:solidFill>
                <a:effectLst/>
                <a:uFillTx/>
                <a:latin typeface="Calibri"/>
              </a:rPr>
              <a:t>kiể</a:t>
            </a:r>
            <a:r>
              <a:rPr lang="en-US" sz="4200" b="0" u="none" strike="noStrike">
                <a:solidFill>
                  <a:srgbClr val="0070c0"/>
                </a:solidFill>
                <a:effectLst/>
                <a:uFillTx/>
                <a:latin typeface="Calibri"/>
              </a:rPr>
              <a:t>m </a:t>
            </a:r>
            <a:r>
              <a:rPr lang="en-US" sz="4200" b="0" u="none" strike="noStrike">
                <a:solidFill>
                  <a:srgbClr val="0070c0"/>
                </a:solidFill>
                <a:effectLst/>
                <a:uFillTx/>
                <a:latin typeface="Calibri"/>
              </a:rPr>
              <a:t>thử </a:t>
            </a:r>
            <a:r>
              <a:rPr lang="en-US" sz="4200" b="0" u="none" strike="noStrike">
                <a:solidFill>
                  <a:srgbClr val="0070c0"/>
                </a:solidFill>
                <a:effectLst/>
                <a:uFillTx/>
                <a:latin typeface="Calibri"/>
              </a:rPr>
              <a:t>qua </a:t>
            </a:r>
            <a:r>
              <a:rPr lang="en-US" sz="4200" b="0" u="none" strike="noStrike">
                <a:solidFill>
                  <a:srgbClr val="0070c0"/>
                </a:solidFill>
                <a:effectLst/>
                <a:uFillTx/>
                <a:latin typeface="Calibri"/>
              </a:rPr>
              <a:t>biểu </a:t>
            </a:r>
            <a:r>
              <a:rPr lang="en-US" sz="4200" b="0" u="none" strike="noStrike">
                <a:solidFill>
                  <a:srgbClr val="0070c0"/>
                </a:solidFill>
                <a:effectLst/>
                <a:uFillTx/>
                <a:latin typeface="Calibri"/>
              </a:rPr>
              <a:t>đồ </a:t>
            </a:r>
            <a:r>
              <a:rPr lang="en-US" sz="4200" b="0" u="none" strike="noStrike">
                <a:solidFill>
                  <a:srgbClr val="0070c0"/>
                </a:solidFill>
                <a:effectLst/>
                <a:uFillTx/>
                <a:latin typeface="Calibri"/>
              </a:rPr>
              <a:t>Ven</a:t>
            </a:r>
            <a:r>
              <a:rPr lang="en-US" sz="4200" b="0" u="none" strike="noStrike">
                <a:solidFill>
                  <a:srgbClr val="0070c0"/>
                </a:solidFill>
                <a:effectLst/>
                <a:uFillTx/>
                <a:latin typeface="Calibri"/>
              </a:rPr>
              <a:t>n</a:t>
            </a:r>
            <a:endParaRPr lang="en-US" sz="4200" b="0" u="none" strike="noStrike">
              <a:solidFill>
                <a:srgbClr val="000000"/>
              </a:solidFill>
              <a:effectLst/>
              <a:uFillTx/>
              <a:latin typeface="Arial"/>
            </a:endParaRPr>
          </a:p>
        </p:txBody>
      </p:sp>
      <p:pic>
        <p:nvPicPr>
          <p:cNvPr id="137" name="Picture 2" descr="D:\Giang day\GiaoTrinh\ThayHung_123\fig1.3.jpg"/>
          <p:cNvPicPr/>
          <p:nvPr/>
        </p:nvPicPr>
        <p:blipFill>
          <a:blip r:embed="rId1"/>
          <a:stretch/>
        </p:blipFill>
        <p:spPr>
          <a:xfrm>
            <a:off x="1600200" y="1828800"/>
            <a:ext cx="5519160" cy="4429080"/>
          </a:xfrm>
          <a:prstGeom prst="rect">
            <a:avLst/>
          </a:prstGeom>
          <a:noFill/>
          <a:ln w="9525">
            <a:noFill/>
          </a:ln>
        </p:spPr>
      </p:pic>
      <p:sp>
        <p:nvSpPr>
          <p:cNvPr id="138" name="PlaceHolder 2"/>
          <p:cNvSpPr>
            <a:spLocks noGrp="1"/>
          </p:cNvSpPr>
          <p:nvPr>
            <p:ph type="ftr" idx="59"/>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39" name="PlaceHolder 3"/>
          <p:cNvSpPr>
            <a:spLocks noGrp="1"/>
          </p:cNvSpPr>
          <p:nvPr>
            <p:ph type="sldNum" idx="60"/>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CA" sz="1100" b="0" u="none" strike="noStrike">
                <a:solidFill>
                  <a:schemeClr val="dk1">
                    <a:tint val="75000"/>
                  </a:schemeClr>
                </a:solidFill>
                <a:effectLst/>
                <a:uFillTx/>
                <a:latin typeface="Arial"/>
              </a:defRPr>
            </a:lvl1pPr>
          </a:lstStyle>
          <a:p>
            <a:pPr indent="0" algn="r">
              <a:lnSpc>
                <a:spcPct val="100000"/>
              </a:lnSpc>
              <a:buNone/>
              <a:tabLst>
                <a:tab algn="l" pos="0"/>
              </a:tabLst>
            </a:pPr>
            <a:fld id="{852021E0-F3A3-4461-9F63-D15EDDCF6900}" type="slidenum">
              <a:rPr lang="en-CA" sz="1100" b="0" u="none" strike="noStrike">
                <a:solidFill>
                  <a:schemeClr val="dk1">
                    <a:tint val="75000"/>
                  </a:schemeClr>
                </a:solidFill>
                <a:effectLst/>
                <a:uFillTx/>
                <a:latin typeface="Arial"/>
              </a:rPr>
              <a:t>13</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rmAutofit fontScale="85000" lnSpcReduction="9999"/>
          </a:bodyPr>
          <a:p>
            <a:pPr indent="0" algn="ctr">
              <a:lnSpc>
                <a:spcPct val="100000"/>
              </a:lnSpc>
              <a:buNone/>
              <a:tabLst>
                <a:tab algn="l" pos="0"/>
              </a:tabLst>
            </a:pPr>
            <a:r>
              <a:rPr lang="en-US" sz="4200" b="0" u="none" strike="noStrike">
                <a:solidFill>
                  <a:srgbClr val="0070c0"/>
                </a:solidFill>
                <a:effectLst/>
                <a:uFillTx/>
                <a:latin typeface="Calibri"/>
              </a:rPr>
              <a:t>Bài toán cần đối mặt của người kiểm thử</a:t>
            </a:r>
            <a:endParaRPr lang="en-US" sz="4200" b="0" u="none" strike="noStrike">
              <a:solidFill>
                <a:srgbClr val="000000"/>
              </a:solidFill>
              <a:effectLst/>
              <a:uFillTx/>
              <a:latin typeface="Arial"/>
            </a:endParaRPr>
          </a:p>
        </p:txBody>
      </p:sp>
      <p:sp>
        <p:nvSpPr>
          <p:cNvPr id="141" name="PlaceHolder 2"/>
          <p:cNvSpPr>
            <a:spLocks noGrp="1"/>
          </p:cNvSpPr>
          <p:nvPr>
            <p:ph/>
          </p:nvPr>
        </p:nvSpPr>
        <p:spPr>
          <a:xfrm>
            <a:off x="626040" y="1818720"/>
            <a:ext cx="4518000" cy="4334400"/>
          </a:xfrm>
          <a:prstGeom prst="rect">
            <a:avLst/>
          </a:prstGeom>
          <a:noFill/>
          <a:ln w="9360">
            <a:noFill/>
          </a:ln>
        </p:spPr>
        <p:txBody>
          <a:bodyPr numCol="1" spcCol="0" lIns="86760" rIns="86760" tIns="43560" bIns="43560" anchor="t">
            <a:normAutofit fontScale="92500" lnSpcReduction="9999"/>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 Hành vi được đặc tả nhưng không được lập trình</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 sai lầm về bỏ quên</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 Hành vi được lập trình mà không được đặc tả</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 Sai lầm về nhiệm vụ</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Giao giữa S và P là phần đúng đắn</a:t>
            </a:r>
            <a:endParaRPr lang="en-US" sz="3000" b="0" u="none" strike="noStrike">
              <a:solidFill>
                <a:srgbClr val="000000"/>
              </a:solidFill>
              <a:effectLst/>
              <a:uFillTx/>
              <a:latin typeface="Arial"/>
            </a:endParaRPr>
          </a:p>
        </p:txBody>
      </p:sp>
      <p:sp>
        <p:nvSpPr>
          <p:cNvPr id="142" name="PlaceHolder 3"/>
          <p:cNvSpPr>
            <a:spLocks noGrp="1"/>
          </p:cNvSpPr>
          <p:nvPr>
            <p:ph type="ftr" idx="61"/>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43" name="PlaceHolder 4"/>
          <p:cNvSpPr>
            <a:spLocks noGrp="1"/>
          </p:cNvSpPr>
          <p:nvPr>
            <p:ph type="sldNum" idx="62"/>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CA" sz="1100" b="0" u="none" strike="noStrike">
                <a:solidFill>
                  <a:schemeClr val="dk1">
                    <a:tint val="75000"/>
                  </a:schemeClr>
                </a:solidFill>
                <a:effectLst/>
                <a:uFillTx/>
                <a:latin typeface="Arial"/>
              </a:defRPr>
            </a:lvl1pPr>
          </a:lstStyle>
          <a:p>
            <a:pPr indent="0" algn="r">
              <a:lnSpc>
                <a:spcPct val="100000"/>
              </a:lnSpc>
              <a:buNone/>
              <a:tabLst>
                <a:tab algn="l" pos="0"/>
              </a:tabLst>
            </a:pPr>
            <a:fld id="{1BC224F0-9297-45E8-BAB3-46F18F93170F}" type="slidenum">
              <a:rPr lang="en-CA" sz="1100" b="0" u="none" strike="noStrike">
                <a:solidFill>
                  <a:schemeClr val="dk1">
                    <a:tint val="75000"/>
                  </a:schemeClr>
                </a:solidFill>
                <a:effectLst/>
                <a:uFillTx/>
                <a:latin typeface="Arial"/>
              </a:rPr>
              <a:t>14</a:t>
            </a:fld>
            <a:endParaRPr lang="en-US" sz="1100" b="0" u="none" strike="noStrike">
              <a:solidFill>
                <a:srgbClr val="000000"/>
              </a:solidFill>
              <a:effectLst/>
              <a:uFillTx/>
              <a:latin typeface="Times New Roman"/>
            </a:endParaRPr>
          </a:p>
        </p:txBody>
      </p:sp>
      <p:pic>
        <p:nvPicPr>
          <p:cNvPr id="144" name="Picture 2" descr="D:\Giang day\GiaoTrinh\ThayHung_123\fig1.3.jpg"/>
          <p:cNvPicPr/>
          <p:nvPr/>
        </p:nvPicPr>
        <p:blipFill>
          <a:blip r:embed="rId1"/>
          <a:stretch/>
        </p:blipFill>
        <p:spPr>
          <a:xfrm>
            <a:off x="5073840" y="1890360"/>
            <a:ext cx="3636720" cy="291852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5" name="PlaceHolder 1"/>
          <p:cNvSpPr>
            <a:spLocks noGrp="1"/>
          </p:cNvSpPr>
          <p:nvPr>
            <p:ph type="title"/>
          </p:nvPr>
        </p:nvSpPr>
        <p:spPr>
          <a:xfrm>
            <a:off x="626040" y="363600"/>
            <a:ext cx="8190720" cy="1319760"/>
          </a:xfrm>
          <a:prstGeom prst="rect">
            <a:avLst/>
          </a:prstGeom>
          <a:noFill/>
          <a:ln w="9360">
            <a:noFill/>
          </a:ln>
        </p:spPr>
        <p:txBody>
          <a:bodyPr numCol="1" spcCol="0" lIns="86760" rIns="86760" tIns="43560" bIns="43560" anchor="ctr">
            <a:normAutofit lnSpcReduction="9999"/>
          </a:bodyPr>
          <a:p>
            <a:pPr indent="0" algn="ctr">
              <a:lnSpc>
                <a:spcPct val="100000"/>
              </a:lnSpc>
              <a:buNone/>
              <a:tabLst>
                <a:tab algn="l" pos="0"/>
              </a:tabLst>
            </a:pPr>
            <a:r>
              <a:rPr lang="en-US" sz="4200" b="0" u="none" strike="noStrike">
                <a:solidFill>
                  <a:srgbClr val="0070c0"/>
                </a:solidFill>
                <a:effectLst/>
                <a:uFillTx/>
                <a:latin typeface="Calibri"/>
              </a:rPr>
              <a:t>Bài toán cần đối mặt của người kiểm thử</a:t>
            </a:r>
            <a:endParaRPr lang="en-US" sz="4200" b="0" u="none" strike="noStrike">
              <a:solidFill>
                <a:srgbClr val="000000"/>
              </a:solidFill>
              <a:effectLst/>
              <a:uFillTx/>
              <a:latin typeface="Arial"/>
            </a:endParaRPr>
          </a:p>
        </p:txBody>
      </p:sp>
      <p:sp>
        <p:nvSpPr>
          <p:cNvPr id="146" name="PlaceHolder 2"/>
          <p:cNvSpPr>
            <a:spLocks noGrp="1"/>
          </p:cNvSpPr>
          <p:nvPr>
            <p:ph/>
          </p:nvPr>
        </p:nvSpPr>
        <p:spPr>
          <a:xfrm>
            <a:off x="626040" y="1818720"/>
            <a:ext cx="4700160" cy="433440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 1:</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 2:</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 3:</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 4:</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 5: </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 6: </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 7:</a:t>
            </a:r>
            <a:endParaRPr lang="en-US" sz="3000" b="0" u="none" strike="noStrike">
              <a:solidFill>
                <a:srgbClr val="000000"/>
              </a:solidFill>
              <a:effectLst/>
              <a:uFillTx/>
              <a:latin typeface="Arial"/>
            </a:endParaRPr>
          </a:p>
        </p:txBody>
      </p:sp>
      <p:sp>
        <p:nvSpPr>
          <p:cNvPr id="147" name="PlaceHolder 3"/>
          <p:cNvSpPr>
            <a:spLocks noGrp="1"/>
          </p:cNvSpPr>
          <p:nvPr>
            <p:ph type="ftr" idx="63"/>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48" name="PlaceHolder 4"/>
          <p:cNvSpPr>
            <a:spLocks noGrp="1"/>
          </p:cNvSpPr>
          <p:nvPr>
            <p:ph type="sldNum" idx="64"/>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CA" sz="1100" b="0" u="none" strike="noStrike">
                <a:solidFill>
                  <a:schemeClr val="dk1">
                    <a:tint val="75000"/>
                  </a:schemeClr>
                </a:solidFill>
                <a:effectLst/>
                <a:uFillTx/>
                <a:latin typeface="Arial"/>
              </a:defRPr>
            </a:lvl1pPr>
          </a:lstStyle>
          <a:p>
            <a:pPr indent="0" algn="r">
              <a:lnSpc>
                <a:spcPct val="100000"/>
              </a:lnSpc>
              <a:buNone/>
              <a:tabLst>
                <a:tab algn="l" pos="0"/>
              </a:tabLst>
            </a:pPr>
            <a:fld id="{C4A2B4B7-5F3B-4CE6-90CE-2EB414068D39}" type="slidenum">
              <a:rPr lang="en-CA" sz="1100" b="0" u="none" strike="noStrike">
                <a:solidFill>
                  <a:schemeClr val="dk1">
                    <a:tint val="75000"/>
                  </a:schemeClr>
                </a:solidFill>
                <a:effectLst/>
                <a:uFillTx/>
                <a:latin typeface="Arial"/>
              </a:rPr>
              <a:t>15</a:t>
            </a:fld>
            <a:endParaRPr lang="en-US" sz="1100" b="0" u="none" strike="noStrike">
              <a:solidFill>
                <a:srgbClr val="000000"/>
              </a:solidFill>
              <a:effectLst/>
              <a:uFillTx/>
              <a:latin typeface="Times New Roman"/>
            </a:endParaRPr>
          </a:p>
        </p:txBody>
      </p:sp>
      <p:pic>
        <p:nvPicPr>
          <p:cNvPr id="149" name="Picture 2" descr="D:\Giang day\GiaoTrinh\ThayHung_123\fig1.4.jpg"/>
          <p:cNvPicPr/>
          <p:nvPr/>
        </p:nvPicPr>
        <p:blipFill>
          <a:blip r:embed="rId1"/>
          <a:stretch/>
        </p:blipFill>
        <p:spPr>
          <a:xfrm>
            <a:off x="4420440" y="1624680"/>
            <a:ext cx="4062600" cy="338436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0"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Kiểm thử hộp đen</a:t>
            </a:r>
            <a:endParaRPr lang="en-US" sz="4200" b="0" u="none" strike="noStrike">
              <a:solidFill>
                <a:srgbClr val="000000"/>
              </a:solidFill>
              <a:effectLst/>
              <a:uFillTx/>
              <a:latin typeface="Arial"/>
            </a:endParaRPr>
          </a:p>
        </p:txBody>
      </p:sp>
      <p:sp>
        <p:nvSpPr>
          <p:cNvPr id="151" name="PlaceHolder 2"/>
          <p:cNvSpPr>
            <a:spLocks noGrp="1"/>
          </p:cNvSpPr>
          <p:nvPr>
            <p:ph/>
          </p:nvPr>
        </p:nvSpPr>
        <p:spPr>
          <a:xfrm>
            <a:off x="455400" y="1594440"/>
            <a:ext cx="8194680" cy="4508640"/>
          </a:xfrm>
          <a:prstGeom prst="rect">
            <a:avLst/>
          </a:prstGeom>
          <a:noFill/>
          <a:ln w="9360">
            <a:noFill/>
          </a:ln>
        </p:spPr>
        <p:txBody>
          <a:bodyPr numCol="1" spcCol="0" lIns="86760" rIns="86760" tIns="43560" bIns="43560" anchor="t">
            <a:normAutofit fontScale="85000" lnSpcReduction="9999"/>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Còn gọi là kiểm thử hàm, kiểm thử chức năng</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Tập trung vào hành vi vào/ra. Với đầu vào đã biết ra có thể đoán/tính đầu ra, rồi kiểm tra chương trình có tạo kết quả như ta đoán/tính.</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Không thể kiểm thử hết các bộ dữ liệu đầu vào</a:t>
            </a:r>
            <a:endParaRPr lang="en-US" sz="2700" b="0" u="none" strike="noStrike">
              <a:solidFill>
                <a:srgbClr val="000000"/>
              </a:solidFill>
              <a:effectLst/>
              <a:uFillTx/>
              <a:latin typeface="Arial"/>
            </a:endParaRPr>
          </a:p>
          <a:p>
            <a:pPr indent="0">
              <a:lnSpc>
                <a:spcPct val="100000"/>
              </a:lnSpc>
              <a:spcBef>
                <a:spcPts val="601"/>
              </a:spcBef>
              <a:buNone/>
              <a:tabLst>
                <a:tab algn="l" pos="0"/>
              </a:tabLst>
            </a:pP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tabLst>
                <a:tab algn="l" pos="0"/>
              </a:tabLst>
            </a:pPr>
            <a:r>
              <a:rPr lang="en-US" sz="3000" b="0" u="none" strike="noStrike">
                <a:solidFill>
                  <a:schemeClr val="dk1"/>
                </a:solidFill>
                <a:effectLst/>
                <a:uFillTx/>
                <a:latin typeface="Calibri"/>
              </a:rPr>
              <a:t>Bài toán đặt ra là giảm số lượng ca kiểm thử bằng việc chia không gian đầu vào thành các miền tương đương</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tabLst>
                <a:tab algn="l" pos="0"/>
              </a:tabLst>
            </a:pPr>
            <a:r>
              <a:rPr lang="en-US" sz="2700" b="0" u="none" strike="noStrike">
                <a:solidFill>
                  <a:srgbClr val="0070c0"/>
                </a:solidFill>
                <a:effectLst/>
                <a:uFillTx/>
                <a:latin typeface="Calibri"/>
              </a:rPr>
              <a:t>Sau đó chọn một ca kiểm thử từ mỗi miền tương đương này.</a:t>
            </a:r>
            <a:endParaRPr lang="en-US" sz="2700" b="0" u="none" strike="noStrike">
              <a:solidFill>
                <a:srgbClr val="000000"/>
              </a:solidFill>
              <a:effectLst/>
              <a:uFillTx/>
              <a:latin typeface="Arial"/>
            </a:endParaRPr>
          </a:p>
        </p:txBody>
      </p:sp>
      <p:sp>
        <p:nvSpPr>
          <p:cNvPr id="152" name="PlaceHolder 3"/>
          <p:cNvSpPr>
            <a:spLocks noGrp="1"/>
          </p:cNvSpPr>
          <p:nvPr>
            <p:ph type="ftr" idx="65"/>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53" name="PlaceHolder 4"/>
          <p:cNvSpPr>
            <a:spLocks noGrp="1"/>
          </p:cNvSpPr>
          <p:nvPr>
            <p:ph type="sldNum" idx="66"/>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EA66A9E7-D1AC-4E70-98B4-9474D54B1E28}" type="slidenum">
              <a:rPr lang="en-CA" sz="1200" b="0" u="none" strike="noStrike">
                <a:solidFill>
                  <a:srgbClr val="898989"/>
                </a:solidFill>
                <a:effectLst/>
                <a:uFillTx/>
                <a:latin typeface="Calibri"/>
              </a:rPr>
              <a:t>16</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4"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Kiểm thử hộp trắng</a:t>
            </a:r>
            <a:endParaRPr lang="en-US" sz="4200" b="0" u="none" strike="noStrike">
              <a:solidFill>
                <a:srgbClr val="000000"/>
              </a:solidFill>
              <a:effectLst/>
              <a:uFillTx/>
              <a:latin typeface="Arial"/>
            </a:endParaRPr>
          </a:p>
        </p:txBody>
      </p:sp>
      <p:sp>
        <p:nvSpPr>
          <p:cNvPr id="155" name="PlaceHolder 2"/>
          <p:cNvSpPr>
            <a:spLocks noGrp="1"/>
          </p:cNvSpPr>
          <p:nvPr>
            <p:ph/>
          </p:nvPr>
        </p:nvSpPr>
        <p:spPr>
          <a:xfrm>
            <a:off x="455400" y="1594440"/>
            <a:ext cx="8194680" cy="4508640"/>
          </a:xfrm>
          <a:prstGeom prst="rect">
            <a:avLst/>
          </a:prstGeom>
          <a:noFill/>
          <a:ln w="9360">
            <a:noFill/>
          </a:ln>
        </p:spPr>
        <p:txBody>
          <a:bodyPr numCol="1" spcCol="0" lIns="86760" rIns="86760" tIns="43560" bIns="43560" anchor="t">
            <a:normAutofit fontScale="92500" lnSpcReduction="9999"/>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Còn gọi là kiểm thử cấu trúc, kiểm thử logic</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Các tiêu chuẩn bao phủ</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Dòng lệnh</a:t>
            </a:r>
            <a:endParaRPr lang="en-US" sz="27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Mọi lệnh đều được thử</a:t>
            </a:r>
            <a:endParaRPr lang="en-US" sz="23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Nhánh (if, while, ..)</a:t>
            </a:r>
            <a:endParaRPr lang="en-US" sz="27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Biểu thức điều kiện được thử với cả True và False</a:t>
            </a:r>
            <a:endParaRPr lang="en-US" sz="2300" b="0" u="none" strike="noStrike">
              <a:solidFill>
                <a:srgbClr val="000000"/>
              </a:solidFill>
              <a:effectLst/>
              <a:uFillTx/>
              <a:latin typeface="Arial"/>
            </a:endParaRPr>
          </a:p>
          <a:p>
            <a:pPr marL="1521360" lvl="3" indent="-217440">
              <a:lnSpc>
                <a:spcPct val="100000"/>
              </a:lnSpc>
              <a:spcBef>
                <a:spcPts val="380"/>
              </a:spcBef>
              <a:buClr>
                <a:srgbClr val="000000"/>
              </a:buClr>
              <a:buFont typeface="Arial"/>
              <a:buChar char="–"/>
            </a:pPr>
            <a:r>
              <a:rPr lang="en-US" sz="1900" b="0" u="none" strike="noStrike">
                <a:solidFill>
                  <a:schemeClr val="dk1"/>
                </a:solidFill>
                <a:effectLst/>
                <a:uFillTx/>
                <a:latin typeface="Calibri"/>
              </a:rPr>
              <a:t>Các nhánh đều được chạy ít nhất một lần</a:t>
            </a:r>
            <a:endParaRPr lang="en-US" sz="19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Đường đi</a:t>
            </a:r>
            <a:endParaRPr lang="en-US" sz="27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Tất cả các khả năng chạy của chương trình</a:t>
            </a:r>
            <a:endParaRPr lang="en-US" sz="23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Vòng lặp</a:t>
            </a:r>
            <a:endParaRPr lang="en-US" sz="27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0, 1, &gt;1 lần</a:t>
            </a:r>
            <a:endParaRPr lang="en-US" sz="2300" b="0" u="none" strike="noStrike">
              <a:solidFill>
                <a:srgbClr val="000000"/>
              </a:solidFill>
              <a:effectLst/>
              <a:uFillTx/>
              <a:latin typeface="Arial"/>
            </a:endParaRPr>
          </a:p>
        </p:txBody>
      </p:sp>
      <p:sp>
        <p:nvSpPr>
          <p:cNvPr id="156" name="PlaceHolder 3"/>
          <p:cNvSpPr>
            <a:spLocks noGrp="1"/>
          </p:cNvSpPr>
          <p:nvPr>
            <p:ph type="ftr" idx="67"/>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57" name="PlaceHolder 4"/>
          <p:cNvSpPr>
            <a:spLocks noGrp="1"/>
          </p:cNvSpPr>
          <p:nvPr>
            <p:ph type="sldNum" idx="68"/>
          </p:nvPr>
        </p:nvSpPr>
        <p:spPr>
          <a:xfrm>
            <a:off x="6525720" y="6332760"/>
            <a:ext cx="2124000" cy="362880"/>
          </a:xfrm>
          <a:prstGeom prst="rect">
            <a:avLst/>
          </a:prstGeom>
          <a:noFill/>
          <a:ln w="0">
            <a:noFill/>
          </a:ln>
        </p:spPr>
        <p:txBody>
          <a:bodyPr lIns="86760" rIns="86760" tIns="43560" bIns="43560" anchor="ctr">
            <a:noAutofit/>
          </a:bodyPr>
          <a:lstStyle>
            <a:lvl1pPr marL="341640" indent="-341640" algn="r">
              <a:lnSpc>
                <a:spcPct val="90000"/>
              </a:lnSpc>
              <a:spcBef>
                <a:spcPts val="748"/>
              </a:spcBef>
              <a:buClr>
                <a:srgbClr val="8b8b8b"/>
              </a:buClr>
              <a:buFont typeface="Arial"/>
              <a:buChar char="•"/>
              <a:defRPr lang="en-CA" sz="2400" b="0" u="none" strike="noStrike">
                <a:solidFill>
                  <a:schemeClr val="dk1">
                    <a:tint val="75000"/>
                  </a:schemeClr>
                </a:solidFill>
                <a:effectLst/>
                <a:uFillTx/>
                <a:latin typeface="Calibri"/>
              </a:defRPr>
            </a:lvl1pPr>
          </a:lstStyle>
          <a:p>
            <a:pPr marL="341640" indent="-341640" algn="r">
              <a:lnSpc>
                <a:spcPct val="90000"/>
              </a:lnSpc>
              <a:spcBef>
                <a:spcPts val="748"/>
              </a:spcBef>
              <a:buClr>
                <a:srgbClr val="8b8b8b"/>
              </a:buClr>
              <a:buFont typeface="Arial"/>
              <a:buChar char="•"/>
            </a:pPr>
            <a:fld id="{4FCE079C-6CEB-4447-9F50-359871501871}" type="slidenum">
              <a:rPr lang="en-CA" sz="2400" b="0" u="none" strike="noStrike">
                <a:solidFill>
                  <a:schemeClr val="dk1">
                    <a:tint val="75000"/>
                  </a:schemeClr>
                </a:solidFill>
                <a:effectLst/>
                <a:uFillTx/>
                <a:latin typeface="Calibri"/>
              </a:rPr>
              <a:t>17</a:t>
            </a:fld>
            <a:endParaRPr lang="en-US" sz="2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8" name="PlaceHolder 1"/>
          <p:cNvSpPr>
            <a:spLocks noGrp="1"/>
          </p:cNvSpPr>
          <p:nvPr>
            <p:ph type="title"/>
          </p:nvPr>
        </p:nvSpPr>
        <p:spPr>
          <a:xfrm>
            <a:off x="209520" y="273600"/>
            <a:ext cx="876240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So sánh kiểm thử hộp trắng và hộp đen</a:t>
            </a:r>
            <a:endParaRPr lang="en-US" sz="4200" b="0" u="none" strike="noStrike">
              <a:solidFill>
                <a:srgbClr val="000000"/>
              </a:solidFill>
              <a:effectLst/>
              <a:uFillTx/>
              <a:latin typeface="Arial"/>
            </a:endParaRPr>
          </a:p>
        </p:txBody>
      </p:sp>
      <p:sp>
        <p:nvSpPr>
          <p:cNvPr id="159" name="PlaceHolder 2"/>
          <p:cNvSpPr>
            <a:spLocks noGrp="1"/>
          </p:cNvSpPr>
          <p:nvPr>
            <p:ph/>
          </p:nvPr>
        </p:nvSpPr>
        <p:spPr>
          <a:xfrm>
            <a:off x="455400" y="1594440"/>
            <a:ext cx="4021200" cy="4508640"/>
          </a:xfrm>
          <a:prstGeom prst="rect">
            <a:avLst/>
          </a:prstGeom>
          <a:noFill/>
          <a:ln w="9360">
            <a:noFill/>
          </a:ln>
        </p:spPr>
        <p:txBody>
          <a:bodyPr numCol="1" spcCol="0" lIns="86760" rIns="86760" tIns="43560" bIns="43560" anchor="t">
            <a:noAutofit/>
          </a:bodyPr>
          <a:p>
            <a:pPr marL="326160" indent="-326160">
              <a:lnSpc>
                <a:spcPct val="100000"/>
              </a:lnSpc>
              <a:spcBef>
                <a:spcPts val="400"/>
              </a:spcBef>
              <a:buClr>
                <a:srgbClr val="000000"/>
              </a:buClr>
              <a:buFont typeface="Arial"/>
              <a:buChar char="•"/>
            </a:pPr>
            <a:r>
              <a:rPr lang="en-US" sz="2000" b="0" u="none" strike="noStrike">
                <a:solidFill>
                  <a:schemeClr val="dk1"/>
                </a:solidFill>
                <a:effectLst/>
                <a:uFillTx/>
                <a:latin typeface="Calibri"/>
              </a:rPr>
              <a:t>Hộp trắng</a:t>
            </a:r>
            <a:endParaRPr lang="en-US" sz="2000" b="0" u="none" strike="noStrike">
              <a:solidFill>
                <a:srgbClr val="000000"/>
              </a:solidFill>
              <a:effectLst/>
              <a:uFillTx/>
              <a:latin typeface="Arial"/>
            </a:endParaRPr>
          </a:p>
          <a:p>
            <a:pPr marL="706320" lvl="1" indent="-271800">
              <a:lnSpc>
                <a:spcPct val="100000"/>
              </a:lnSpc>
              <a:spcBef>
                <a:spcPts val="360"/>
              </a:spcBef>
              <a:buClr>
                <a:srgbClr val="750b3d"/>
              </a:buClr>
              <a:buFont typeface="Arial"/>
              <a:buChar char="–"/>
            </a:pPr>
            <a:r>
              <a:rPr lang="en-US" sz="1800" b="0" u="none" strike="noStrike">
                <a:solidFill>
                  <a:schemeClr val="accent2">
                    <a:lumMod val="50000"/>
                  </a:schemeClr>
                </a:solidFill>
                <a:effectLst/>
                <a:uFillTx/>
                <a:latin typeface="Calibri"/>
              </a:rPr>
              <a:t>Số đường đi nhiều khi là vô hạn</a:t>
            </a:r>
            <a:endParaRPr lang="en-US" sz="1800" b="0" u="none" strike="noStrike">
              <a:solidFill>
                <a:srgbClr val="000000"/>
              </a:solidFill>
              <a:effectLst/>
              <a:uFillTx/>
              <a:latin typeface="Arial"/>
            </a:endParaRPr>
          </a:p>
          <a:p>
            <a:pPr marL="706320" lvl="1" indent="-271800">
              <a:lnSpc>
                <a:spcPct val="100000"/>
              </a:lnSpc>
              <a:spcBef>
                <a:spcPts val="360"/>
              </a:spcBef>
              <a:buClr>
                <a:srgbClr val="750b3d"/>
              </a:buClr>
              <a:buFont typeface="Arial"/>
              <a:buChar char="–"/>
            </a:pPr>
            <a:r>
              <a:rPr lang="en-US" sz="1800" b="0" u="none" strike="noStrike">
                <a:solidFill>
                  <a:schemeClr val="accent2">
                    <a:lumMod val="50000"/>
                  </a:schemeClr>
                </a:solidFill>
                <a:effectLst/>
                <a:uFillTx/>
                <a:latin typeface="Calibri"/>
              </a:rPr>
              <a:t>Kiểm tra những gì đã làm, không phải những gì cần được làm</a:t>
            </a:r>
            <a:endParaRPr lang="en-US" sz="1800" b="0" u="none" strike="noStrike">
              <a:solidFill>
                <a:srgbClr val="000000"/>
              </a:solidFill>
              <a:effectLst/>
              <a:uFillTx/>
              <a:latin typeface="Arial"/>
            </a:endParaRPr>
          </a:p>
          <a:p>
            <a:pPr marL="706320" lvl="1" indent="-271800">
              <a:lnSpc>
                <a:spcPct val="100000"/>
              </a:lnSpc>
              <a:spcBef>
                <a:spcPts val="360"/>
              </a:spcBef>
              <a:buClr>
                <a:srgbClr val="750b3d"/>
              </a:buClr>
              <a:buFont typeface="Arial"/>
              <a:buChar char="–"/>
            </a:pPr>
            <a:r>
              <a:rPr lang="en-US" sz="1800" b="0" u="none" strike="noStrike">
                <a:solidFill>
                  <a:schemeClr val="accent2">
                    <a:lumMod val="50000"/>
                  </a:schemeClr>
                </a:solidFill>
                <a:effectLst/>
                <a:uFillTx/>
                <a:latin typeface="Calibri"/>
              </a:rPr>
              <a:t>Không </a:t>
            </a:r>
            <a:r>
              <a:rPr lang="vi-VN" sz="1800" b="0" u="none" strike="noStrike">
                <a:solidFill>
                  <a:schemeClr val="accent2">
                    <a:lumMod val="50000"/>
                  </a:schemeClr>
                </a:solidFill>
                <a:effectLst/>
                <a:uFillTx/>
                <a:latin typeface="Calibri"/>
              </a:rPr>
              <a:t>thích hợp cho kiểm thử hệ thống và tích hợp</a:t>
            </a:r>
            <a:endParaRPr lang="en-US" sz="1800" b="0" u="none" strike="noStrike">
              <a:solidFill>
                <a:srgbClr val="000000"/>
              </a:solidFill>
              <a:effectLst/>
              <a:uFillTx/>
              <a:latin typeface="Arial"/>
            </a:endParaRPr>
          </a:p>
          <a:p>
            <a:pPr marL="326160" indent="-326160">
              <a:lnSpc>
                <a:spcPct val="100000"/>
              </a:lnSpc>
              <a:spcBef>
                <a:spcPts val="400"/>
              </a:spcBef>
              <a:buClr>
                <a:srgbClr val="000000"/>
              </a:buClr>
              <a:buFont typeface="Arial"/>
              <a:buChar char="•"/>
            </a:pPr>
            <a:r>
              <a:rPr lang="en-US" sz="2000" b="0" u="none" strike="noStrike">
                <a:solidFill>
                  <a:schemeClr val="dk1"/>
                </a:solidFill>
                <a:effectLst/>
                <a:uFillTx/>
                <a:latin typeface="Calibri"/>
              </a:rPr>
              <a:t>Hộp đen</a:t>
            </a:r>
            <a:endParaRPr lang="en-US" sz="2000" b="0" u="none" strike="noStrike">
              <a:solidFill>
                <a:srgbClr val="000000"/>
              </a:solidFill>
              <a:effectLst/>
              <a:uFillTx/>
              <a:latin typeface="Arial"/>
            </a:endParaRPr>
          </a:p>
          <a:p>
            <a:pPr marL="706320" lvl="1" indent="-271800">
              <a:lnSpc>
                <a:spcPct val="100000"/>
              </a:lnSpc>
              <a:spcBef>
                <a:spcPts val="360"/>
              </a:spcBef>
              <a:buClr>
                <a:srgbClr val="750b3d"/>
              </a:buClr>
              <a:buFont typeface="Arial"/>
              <a:buChar char="–"/>
            </a:pPr>
            <a:r>
              <a:rPr lang="en-US" sz="1800" b="0" u="none" strike="noStrike">
                <a:solidFill>
                  <a:schemeClr val="accent2">
                    <a:lumMod val="50000"/>
                  </a:schemeClr>
                </a:solidFill>
                <a:effectLst/>
                <a:uFillTx/>
                <a:latin typeface="Calibri"/>
              </a:rPr>
              <a:t>Dễ bùng nổ tổ hợp về số ca kiểm thử (dữ liệu đúng và dữ liệu sai)</a:t>
            </a:r>
            <a:endParaRPr lang="en-US" sz="1800" b="0" u="none" strike="noStrike">
              <a:solidFill>
                <a:srgbClr val="000000"/>
              </a:solidFill>
              <a:effectLst/>
              <a:uFillTx/>
              <a:latin typeface="Arial"/>
            </a:endParaRPr>
          </a:p>
          <a:p>
            <a:pPr marL="706320" lvl="1" indent="-271800">
              <a:lnSpc>
                <a:spcPct val="100000"/>
              </a:lnSpc>
              <a:spcBef>
                <a:spcPts val="360"/>
              </a:spcBef>
              <a:buClr>
                <a:srgbClr val="750b3d"/>
              </a:buClr>
              <a:buFont typeface="Arial"/>
              <a:buChar char="–"/>
            </a:pPr>
            <a:r>
              <a:rPr lang="en-US" sz="1800" b="0" u="none" strike="noStrike">
                <a:solidFill>
                  <a:schemeClr val="accent2">
                    <a:lumMod val="50000"/>
                  </a:schemeClr>
                </a:solidFill>
                <a:effectLst/>
                <a:uFillTx/>
                <a:latin typeface="Calibri"/>
              </a:rPr>
              <a:t>Thường không chắc ca kiểm thử này có phát hiện được lỗi cụ thể hay không</a:t>
            </a:r>
            <a:endParaRPr lang="en-US" sz="1800" b="0" u="none" strike="noStrike">
              <a:solidFill>
                <a:srgbClr val="000000"/>
              </a:solidFill>
              <a:effectLst/>
              <a:uFillTx/>
              <a:latin typeface="Arial"/>
            </a:endParaRPr>
          </a:p>
          <a:p>
            <a:pPr marL="706320" lvl="1" indent="-271800">
              <a:lnSpc>
                <a:spcPct val="100000"/>
              </a:lnSpc>
              <a:spcBef>
                <a:spcPts val="360"/>
              </a:spcBef>
              <a:buClr>
                <a:srgbClr val="750b3d"/>
              </a:buClr>
              <a:buFont typeface="Arial"/>
              <a:buChar char="–"/>
            </a:pPr>
            <a:r>
              <a:rPr lang="vi-VN" sz="1800" b="0" u="none" strike="noStrike">
                <a:solidFill>
                  <a:schemeClr val="accent2">
                    <a:lumMod val="50000"/>
                  </a:schemeClr>
                </a:solidFill>
                <a:effectLst/>
                <a:uFillTx/>
                <a:latin typeface="Calibri"/>
              </a:rPr>
              <a:t>Thích hợp cho </a:t>
            </a:r>
            <a:r>
              <a:rPr lang="en-US" sz="1800" b="0" u="none" strike="noStrike">
                <a:solidFill>
                  <a:schemeClr val="accent2">
                    <a:lumMod val="50000"/>
                  </a:schemeClr>
                </a:solidFill>
                <a:effectLst/>
                <a:uFillTx/>
                <a:latin typeface="Calibri"/>
              </a:rPr>
              <a:t>tất cả các cấp độ kiểm thử</a:t>
            </a:r>
            <a:endParaRPr lang="en-US" sz="1800" b="0" u="none" strike="noStrike">
              <a:solidFill>
                <a:srgbClr val="000000"/>
              </a:solidFill>
              <a:effectLst/>
              <a:uFillTx/>
              <a:latin typeface="Arial"/>
            </a:endParaRPr>
          </a:p>
          <a:p>
            <a:pPr indent="0">
              <a:lnSpc>
                <a:spcPct val="100000"/>
              </a:lnSpc>
              <a:spcBef>
                <a:spcPts val="360"/>
              </a:spcBef>
              <a:buNone/>
              <a:tabLst>
                <a:tab algn="l" pos="0"/>
              </a:tabLst>
            </a:pPr>
            <a:endParaRPr lang="en-US" sz="1800" b="0" u="none" strike="noStrike">
              <a:solidFill>
                <a:srgbClr val="000000"/>
              </a:solidFill>
              <a:effectLst/>
              <a:uFillTx/>
              <a:latin typeface="Arial"/>
            </a:endParaRPr>
          </a:p>
        </p:txBody>
      </p:sp>
      <p:sp>
        <p:nvSpPr>
          <p:cNvPr id="160" name="PlaceHolder 3"/>
          <p:cNvSpPr>
            <a:spLocks noGrp="1"/>
          </p:cNvSpPr>
          <p:nvPr>
            <p:ph/>
          </p:nvPr>
        </p:nvSpPr>
        <p:spPr>
          <a:xfrm>
            <a:off x="4628880" y="1594440"/>
            <a:ext cx="4021200" cy="4508640"/>
          </a:xfrm>
          <a:prstGeom prst="rect">
            <a:avLst/>
          </a:prstGeom>
          <a:noFill/>
          <a:ln w="9360">
            <a:noFill/>
          </a:ln>
        </p:spPr>
        <p:txBody>
          <a:bodyPr numCol="1" spcCol="0" lIns="86760" rIns="86760" tIns="43560" bIns="43560" anchor="t">
            <a:noAutofit/>
          </a:bodyPr>
          <a:p>
            <a:pPr marL="326160" indent="-326160">
              <a:lnSpc>
                <a:spcPct val="100000"/>
              </a:lnSpc>
              <a:spcBef>
                <a:spcPts val="479"/>
              </a:spcBef>
              <a:buClr>
                <a:srgbClr val="000000"/>
              </a:buClr>
              <a:buFont typeface="Arial"/>
              <a:buChar char="•"/>
            </a:pPr>
            <a:r>
              <a:rPr lang="en-US" sz="2400" b="0" u="none" strike="noStrike">
                <a:solidFill>
                  <a:schemeClr val="dk1"/>
                </a:solidFill>
                <a:effectLst/>
                <a:uFillTx/>
                <a:latin typeface="Calibri"/>
              </a:rPr>
              <a:t>Cần cả hai</a:t>
            </a:r>
            <a:endParaRPr lang="en-US" sz="2400" b="0" u="none" strike="noStrike">
              <a:solidFill>
                <a:srgbClr val="000000"/>
              </a:solidFill>
              <a:effectLst/>
              <a:uFillTx/>
              <a:latin typeface="Arial"/>
            </a:endParaRPr>
          </a:p>
          <a:p>
            <a:pPr marL="326160" indent="-326160">
              <a:lnSpc>
                <a:spcPct val="100000"/>
              </a:lnSpc>
              <a:spcBef>
                <a:spcPts val="479"/>
              </a:spcBef>
              <a:buClr>
                <a:srgbClr val="000000"/>
              </a:buClr>
              <a:buFont typeface="Arial"/>
              <a:buChar char="•"/>
            </a:pPr>
            <a:r>
              <a:rPr lang="en-US" sz="2400" b="0" u="none" strike="noStrike">
                <a:solidFill>
                  <a:schemeClr val="dk1"/>
                </a:solidFill>
                <a:effectLst/>
                <a:uFillTx/>
                <a:latin typeface="Calibri"/>
              </a:rPr>
              <a:t>Kiểm thử hộp trắng và hộp đen là hai thái cực của kiểm thử</a:t>
            </a:r>
            <a:endParaRPr lang="en-US" sz="2400" b="0" u="none" strike="noStrike">
              <a:solidFill>
                <a:srgbClr val="000000"/>
              </a:solidFill>
              <a:effectLst/>
              <a:uFillTx/>
              <a:latin typeface="Arial"/>
            </a:endParaRPr>
          </a:p>
          <a:p>
            <a:pPr marL="326160" indent="-326160">
              <a:lnSpc>
                <a:spcPct val="100000"/>
              </a:lnSpc>
              <a:spcBef>
                <a:spcPts val="479"/>
              </a:spcBef>
              <a:buClr>
                <a:srgbClr val="000000"/>
              </a:buClr>
              <a:buFont typeface="Arial"/>
              <a:buChar char="•"/>
            </a:pPr>
            <a:r>
              <a:rPr lang="en-US" sz="2400" b="0" u="none" strike="noStrike">
                <a:solidFill>
                  <a:schemeClr val="dk1"/>
                </a:solidFill>
                <a:effectLst/>
                <a:uFillTx/>
                <a:latin typeface="Calibri"/>
              </a:rPr>
              <a:t>Việc lựa chọn ca kiểm thử nằm giữa và phụ thuộc vào</a:t>
            </a:r>
            <a:endParaRPr lang="en-US" sz="2400" b="0" u="none" strike="noStrike">
              <a:solidFill>
                <a:srgbClr val="000000"/>
              </a:solidFill>
              <a:effectLst/>
              <a:uFillTx/>
              <a:latin typeface="Arial"/>
            </a:endParaRPr>
          </a:p>
          <a:p>
            <a:pPr marL="706320" lvl="1" indent="-271800">
              <a:lnSpc>
                <a:spcPct val="100000"/>
              </a:lnSpc>
              <a:spcBef>
                <a:spcPts val="400"/>
              </a:spcBef>
              <a:buClr>
                <a:srgbClr val="750b3d"/>
              </a:buClr>
              <a:buFont typeface="Arial"/>
              <a:buChar char="–"/>
            </a:pPr>
            <a:r>
              <a:rPr lang="en-US" sz="2000" b="0" u="none" strike="noStrike">
                <a:solidFill>
                  <a:schemeClr val="accent2">
                    <a:lumMod val="50000"/>
                  </a:schemeClr>
                </a:solidFill>
                <a:effectLst/>
                <a:uFillTx/>
                <a:latin typeface="Calibri"/>
              </a:rPr>
              <a:t>Số đường đi logic có thể</a:t>
            </a:r>
            <a:endParaRPr lang="en-US" sz="2000" b="0" u="none" strike="noStrike">
              <a:solidFill>
                <a:srgbClr val="000000"/>
              </a:solidFill>
              <a:effectLst/>
              <a:uFillTx/>
              <a:latin typeface="Arial"/>
            </a:endParaRPr>
          </a:p>
          <a:p>
            <a:pPr marL="706320" lvl="1" indent="-271800">
              <a:lnSpc>
                <a:spcPct val="100000"/>
              </a:lnSpc>
              <a:spcBef>
                <a:spcPts val="400"/>
              </a:spcBef>
              <a:buClr>
                <a:srgbClr val="750b3d"/>
              </a:buClr>
              <a:buFont typeface="Arial"/>
              <a:buChar char="–"/>
            </a:pPr>
            <a:r>
              <a:rPr lang="en-US" sz="2000" b="0" u="none" strike="noStrike">
                <a:solidFill>
                  <a:schemeClr val="accent2">
                    <a:lumMod val="50000"/>
                  </a:schemeClr>
                </a:solidFill>
                <a:effectLst/>
                <a:uFillTx/>
                <a:latin typeface="Calibri"/>
              </a:rPr>
              <a:t>Tính chất của dữ liệu đầu vào</a:t>
            </a:r>
            <a:endParaRPr lang="en-US" sz="2000" b="0" u="none" strike="noStrike">
              <a:solidFill>
                <a:srgbClr val="000000"/>
              </a:solidFill>
              <a:effectLst/>
              <a:uFillTx/>
              <a:latin typeface="Arial"/>
            </a:endParaRPr>
          </a:p>
          <a:p>
            <a:pPr marL="706320" lvl="1" indent="-271800">
              <a:lnSpc>
                <a:spcPct val="100000"/>
              </a:lnSpc>
              <a:spcBef>
                <a:spcPts val="400"/>
              </a:spcBef>
              <a:buClr>
                <a:srgbClr val="750b3d"/>
              </a:buClr>
              <a:buFont typeface="Arial"/>
              <a:buChar char="–"/>
            </a:pPr>
            <a:r>
              <a:rPr lang="en-US" sz="2000" b="0" u="none" strike="noStrike">
                <a:solidFill>
                  <a:schemeClr val="accent2">
                    <a:lumMod val="50000"/>
                  </a:schemeClr>
                </a:solidFill>
                <a:effectLst/>
                <a:uFillTx/>
                <a:latin typeface="Calibri"/>
              </a:rPr>
              <a:t>Khối lượng tính toán</a:t>
            </a:r>
            <a:endParaRPr lang="en-US" sz="2000" b="0" u="none" strike="noStrike">
              <a:solidFill>
                <a:srgbClr val="000000"/>
              </a:solidFill>
              <a:effectLst/>
              <a:uFillTx/>
              <a:latin typeface="Arial"/>
            </a:endParaRPr>
          </a:p>
          <a:p>
            <a:pPr marL="706320" lvl="1" indent="-271800">
              <a:lnSpc>
                <a:spcPct val="100000"/>
              </a:lnSpc>
              <a:spcBef>
                <a:spcPts val="400"/>
              </a:spcBef>
              <a:buClr>
                <a:srgbClr val="750b3d"/>
              </a:buClr>
              <a:buFont typeface="Arial"/>
              <a:buChar char="–"/>
            </a:pPr>
            <a:r>
              <a:rPr lang="en-US" sz="2000" b="0" u="none" strike="noStrike">
                <a:solidFill>
                  <a:schemeClr val="accent2">
                    <a:lumMod val="50000"/>
                  </a:schemeClr>
                </a:solidFill>
                <a:effectLst/>
                <a:uFillTx/>
                <a:latin typeface="Calibri"/>
              </a:rPr>
              <a:t>Độ phức tạp của cấu trúc dữ liệu và giải thuật</a:t>
            </a:r>
            <a:endParaRPr lang="en-US" sz="2000" b="0" u="none" strike="noStrike">
              <a:solidFill>
                <a:srgbClr val="000000"/>
              </a:solidFill>
              <a:effectLst/>
              <a:uFillTx/>
              <a:latin typeface="Arial"/>
            </a:endParaRPr>
          </a:p>
          <a:p>
            <a:pPr marL="326160" indent="-326160">
              <a:lnSpc>
                <a:spcPct val="100000"/>
              </a:lnSpc>
              <a:spcBef>
                <a:spcPts val="479"/>
              </a:spcBef>
              <a:buClr>
                <a:srgbClr val="000000"/>
              </a:buClr>
              <a:buFont typeface="Arial"/>
              <a:buChar char="•"/>
            </a:pPr>
            <a:r>
              <a:rPr lang="vi-VN" sz="2400" b="0" u="none" strike="noStrike">
                <a:solidFill>
                  <a:schemeClr val="dk1"/>
                </a:solidFill>
                <a:effectLst/>
                <a:uFillTx/>
                <a:latin typeface="Calibri"/>
              </a:rPr>
              <a:t>Hai </a:t>
            </a:r>
            <a:r>
              <a:rPr lang="en-US" sz="2400" b="0" u="none" strike="noStrike">
                <a:solidFill>
                  <a:schemeClr val="dk1"/>
                </a:solidFill>
                <a:effectLst/>
                <a:uFillTx/>
                <a:latin typeface="Calibri"/>
              </a:rPr>
              <a:t>chiến lược </a:t>
            </a:r>
            <a:r>
              <a:rPr lang="vi-VN" sz="2400" b="0" u="none" strike="noStrike">
                <a:solidFill>
                  <a:schemeClr val="dk1"/>
                </a:solidFill>
                <a:effectLst/>
                <a:uFillTx/>
                <a:latin typeface="Calibri"/>
              </a:rPr>
              <a:t>là bổ sung cho nhau. </a:t>
            </a:r>
            <a:endParaRPr lang="en-US" sz="2400" b="0" u="none" strike="noStrike">
              <a:solidFill>
                <a:srgbClr val="000000"/>
              </a:solidFill>
              <a:effectLst/>
              <a:uFillTx/>
              <a:latin typeface="Arial"/>
            </a:endParaRPr>
          </a:p>
        </p:txBody>
      </p:sp>
      <p:sp>
        <p:nvSpPr>
          <p:cNvPr id="161" name="PlaceHolder 4"/>
          <p:cNvSpPr>
            <a:spLocks noGrp="1"/>
          </p:cNvSpPr>
          <p:nvPr>
            <p:ph type="ftr" idx="69"/>
          </p:nvPr>
        </p:nvSpPr>
        <p:spPr>
          <a:xfrm>
            <a:off x="2266920" y="6332760"/>
            <a:ext cx="434268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62" name="PlaceHolder 5"/>
          <p:cNvSpPr>
            <a:spLocks noGrp="1"/>
          </p:cNvSpPr>
          <p:nvPr>
            <p:ph type="sldNum" idx="70"/>
          </p:nvPr>
        </p:nvSpPr>
        <p:spPr>
          <a:xfrm>
            <a:off x="6525720" y="6332760"/>
            <a:ext cx="2124000" cy="362880"/>
          </a:xfrm>
          <a:prstGeom prst="rect">
            <a:avLst/>
          </a:prstGeom>
          <a:noFill/>
          <a:ln w="0">
            <a:noFill/>
          </a:ln>
        </p:spPr>
        <p:txBody>
          <a:bodyPr lIns="86760" rIns="86760" tIns="43560" bIns="43560" anchor="ctr">
            <a:noAutofit/>
          </a:bodyPr>
          <a:lstStyle>
            <a:lvl1pPr marL="341640" indent="-341640" algn="r">
              <a:lnSpc>
                <a:spcPct val="90000"/>
              </a:lnSpc>
              <a:spcBef>
                <a:spcPts val="748"/>
              </a:spcBef>
              <a:buClr>
                <a:srgbClr val="8b8b8b"/>
              </a:buClr>
              <a:buFont typeface="Arial"/>
              <a:buChar char="•"/>
              <a:defRPr lang="en-CA" sz="2400" b="0" u="none" strike="noStrike">
                <a:solidFill>
                  <a:schemeClr val="dk1">
                    <a:tint val="75000"/>
                  </a:schemeClr>
                </a:solidFill>
                <a:effectLst/>
                <a:uFillTx/>
                <a:latin typeface="Calibri"/>
              </a:defRPr>
            </a:lvl1pPr>
          </a:lstStyle>
          <a:p>
            <a:pPr marL="341640" indent="-341640" algn="r">
              <a:lnSpc>
                <a:spcPct val="90000"/>
              </a:lnSpc>
              <a:spcBef>
                <a:spcPts val="748"/>
              </a:spcBef>
              <a:buClr>
                <a:srgbClr val="8b8b8b"/>
              </a:buClr>
              <a:buFont typeface="Arial"/>
              <a:buChar char="•"/>
            </a:pPr>
            <a:fld id="{ECD9DC73-BF8C-4449-BB6A-B29FCCF29A39}" type="slidenum">
              <a:rPr lang="en-CA" sz="2400" b="0" u="none" strike="noStrike">
                <a:solidFill>
                  <a:schemeClr val="dk1">
                    <a:tint val="75000"/>
                  </a:schemeClr>
                </a:solidFill>
                <a:effectLst/>
                <a:uFillTx/>
                <a:latin typeface="Calibri"/>
              </a:rPr>
              <a:t>17</a:t>
            </a:fld>
            <a:endParaRPr lang="en-US" sz="2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PlaceHolder 1"/>
          <p:cNvSpPr>
            <a:spLocks noGrp="1"/>
          </p:cNvSpPr>
          <p:nvPr>
            <p:ph type="title"/>
          </p:nvPr>
        </p:nvSpPr>
        <p:spPr>
          <a:xfrm>
            <a:off x="285840" y="273600"/>
            <a:ext cx="86860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So sánh kiểm thử hộp trắng và hộp đen</a:t>
            </a:r>
            <a:endParaRPr lang="en-US" sz="4200" b="0" u="none" strike="noStrike">
              <a:solidFill>
                <a:srgbClr val="000000"/>
              </a:solidFill>
              <a:effectLst/>
              <a:uFillTx/>
              <a:latin typeface="Arial"/>
            </a:endParaRPr>
          </a:p>
        </p:txBody>
      </p:sp>
      <p:sp>
        <p:nvSpPr>
          <p:cNvPr id="164" name="PlaceHolder 2"/>
          <p:cNvSpPr>
            <a:spLocks noGrp="1"/>
          </p:cNvSpPr>
          <p:nvPr>
            <p:ph type="ftr" idx="71"/>
          </p:nvPr>
        </p:nvSpPr>
        <p:spPr>
          <a:xfrm>
            <a:off x="2266920" y="6332760"/>
            <a:ext cx="434268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65" name="PlaceHolder 3"/>
          <p:cNvSpPr>
            <a:spLocks noGrp="1"/>
          </p:cNvSpPr>
          <p:nvPr>
            <p:ph type="sldNum" idx="72"/>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CA" sz="1100" b="0" u="none" strike="noStrike">
                <a:solidFill>
                  <a:schemeClr val="dk1">
                    <a:tint val="75000"/>
                  </a:schemeClr>
                </a:solidFill>
                <a:effectLst/>
                <a:uFillTx/>
                <a:latin typeface="Calibri"/>
              </a:defRPr>
            </a:lvl1pPr>
          </a:lstStyle>
          <a:p>
            <a:pPr indent="0" algn="r">
              <a:lnSpc>
                <a:spcPct val="100000"/>
              </a:lnSpc>
              <a:buNone/>
              <a:tabLst>
                <a:tab algn="l" pos="0"/>
              </a:tabLst>
            </a:pPr>
            <a:fld id="{CB991365-77B9-4638-9F2F-0C345D6816A8}" type="slidenum">
              <a:rPr lang="en-CA" sz="1100" b="0" u="none" strike="noStrike">
                <a:solidFill>
                  <a:schemeClr val="dk1">
                    <a:tint val="75000"/>
                  </a:schemeClr>
                </a:solidFill>
                <a:effectLst/>
                <a:uFillTx/>
                <a:latin typeface="Calibri"/>
              </a:rPr>
              <a:t>17</a:t>
            </a:fld>
            <a:endParaRPr lang="en-US" sz="1100" b="0" u="none" strike="noStrike">
              <a:solidFill>
                <a:srgbClr val="000000"/>
              </a:solidFill>
              <a:effectLst/>
              <a:uFillTx/>
              <a:latin typeface="Times New Roman"/>
            </a:endParaRPr>
          </a:p>
        </p:txBody>
      </p:sp>
      <p:pic>
        <p:nvPicPr>
          <p:cNvPr id="166" name="Picture 3"/>
          <p:cNvPicPr/>
          <p:nvPr/>
        </p:nvPicPr>
        <p:blipFill>
          <a:blip r:embed="rId1"/>
          <a:stretch/>
        </p:blipFill>
        <p:spPr>
          <a:xfrm>
            <a:off x="544320" y="1837080"/>
            <a:ext cx="4024440" cy="2853720"/>
          </a:xfrm>
          <a:prstGeom prst="rect">
            <a:avLst/>
          </a:prstGeom>
          <a:noFill/>
          <a:ln w="9525">
            <a:noFill/>
          </a:ln>
        </p:spPr>
      </p:pic>
      <p:pic>
        <p:nvPicPr>
          <p:cNvPr id="167" name="Picture 4"/>
          <p:cNvPicPr/>
          <p:nvPr/>
        </p:nvPicPr>
        <p:blipFill>
          <a:blip r:embed="rId2"/>
          <a:stretch/>
        </p:blipFill>
        <p:spPr>
          <a:xfrm>
            <a:off x="4800600" y="1931400"/>
            <a:ext cx="4000680" cy="2868840"/>
          </a:xfrm>
          <a:prstGeom prst="rect">
            <a:avLst/>
          </a:prstGeom>
          <a:noFill/>
          <a:ln w="9525">
            <a:noFill/>
          </a:ln>
        </p:spPr>
      </p:pic>
      <p:cxnSp>
        <p:nvCxnSpPr>
          <p:cNvPr id="168" name="Straight Connector 9"/>
          <p:cNvCxnSpPr/>
          <p:nvPr/>
        </p:nvCxnSpPr>
        <p:spPr>
          <a:xfrm flipV="1">
            <a:off x="622080" y="4706640"/>
            <a:ext cx="3870720" cy="46440"/>
          </a:xfrm>
          <a:prstGeom prst="straightConnector1">
            <a:avLst/>
          </a:prstGeom>
          <a:ln w="0">
            <a:solidFill>
              <a:srgbClr val="000000"/>
            </a:solidFill>
          </a:ln>
        </p:spPr>
      </p:cxnSp>
      <p:cxnSp>
        <p:nvCxnSpPr>
          <p:cNvPr id="169" name="Straight Connector 10"/>
          <p:cNvCxnSpPr/>
          <p:nvPr/>
        </p:nvCxnSpPr>
        <p:spPr>
          <a:xfrm flipV="1">
            <a:off x="4856400" y="4661280"/>
            <a:ext cx="3870720" cy="46080"/>
          </a:xfrm>
          <a:prstGeom prst="straightConnector1">
            <a:avLst/>
          </a:prstGeom>
          <a:ln w="0">
            <a:solidFill>
              <a:srgbClr val="000000"/>
            </a:solidFill>
          </a:ln>
        </p:spPr>
      </p:cxn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0"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CA" sz="4200" b="0" u="none" strike="noStrike">
                <a:solidFill>
                  <a:srgbClr val="0070c0"/>
                </a:solidFill>
                <a:effectLst/>
                <a:uFillTx/>
                <a:latin typeface="Calibri"/>
              </a:rPr>
              <a:t>Kiểm thử và gỡ lỗi (debugging)</a:t>
            </a:r>
            <a:endParaRPr lang="en-US" sz="4200" b="0" u="none" strike="noStrike">
              <a:solidFill>
                <a:srgbClr val="000000"/>
              </a:solidFill>
              <a:effectLst/>
              <a:uFillTx/>
              <a:latin typeface="Arial"/>
            </a:endParaRPr>
          </a:p>
        </p:txBody>
      </p:sp>
      <p:sp>
        <p:nvSpPr>
          <p:cNvPr id="171" name="PlaceHolder 2"/>
          <p:cNvSpPr>
            <a:spLocks noGrp="1"/>
          </p:cNvSpPr>
          <p:nvPr>
            <p:ph/>
          </p:nvPr>
        </p:nvSpPr>
        <p:spPr>
          <a:xfrm>
            <a:off x="455400" y="1594440"/>
            <a:ext cx="8194680" cy="45086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CA" sz="3000" b="0" u="none" strike="noStrike">
                <a:solidFill>
                  <a:schemeClr val="dk1"/>
                </a:solidFill>
                <a:effectLst/>
                <a:uFillTx/>
                <a:latin typeface="Calibri"/>
              </a:rPr>
              <a:t>Kiểm thử</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CA" sz="2700" b="0" u="none" strike="noStrike">
                <a:solidFill>
                  <a:srgbClr val="0070c0"/>
                </a:solidFill>
                <a:effectLst/>
                <a:uFillTx/>
                <a:latin typeface="Calibri"/>
              </a:rPr>
              <a:t>Khẳng định có lỗi</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CA" sz="3000" b="0" u="none" strike="noStrike">
                <a:solidFill>
                  <a:schemeClr val="dk1"/>
                </a:solidFill>
                <a:effectLst/>
                <a:uFillTx/>
                <a:latin typeface="Calibri"/>
              </a:rPr>
              <a:t>Gỡ lỗi (debugging)</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CA" sz="2700" b="0" u="none" strike="noStrike">
                <a:solidFill>
                  <a:srgbClr val="0070c0"/>
                </a:solidFill>
                <a:effectLst/>
                <a:uFillTx/>
                <a:latin typeface="Calibri"/>
              </a:rPr>
              <a:t>Định vị và sửa lỗi</a:t>
            </a:r>
            <a:endParaRPr lang="en-US" sz="2700" b="0" u="none" strike="noStrike">
              <a:solidFill>
                <a:srgbClr val="000000"/>
              </a:solidFill>
              <a:effectLst/>
              <a:uFillTx/>
              <a:latin typeface="Arial"/>
            </a:endParaRPr>
          </a:p>
          <a:p>
            <a:pPr indent="0">
              <a:lnSpc>
                <a:spcPct val="100000"/>
              </a:lnSpc>
              <a:spcBef>
                <a:spcPts val="601"/>
              </a:spcBef>
              <a:buNone/>
              <a:tabLst>
                <a:tab algn="l" pos="0"/>
              </a:tabLst>
            </a:pP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tabLst>
                <a:tab algn="l" pos="0"/>
              </a:tabLst>
            </a:pPr>
            <a:r>
              <a:rPr lang="en-CA" sz="3000" b="0" u="none" strike="noStrike">
                <a:solidFill>
                  <a:schemeClr val="dk1"/>
                </a:solidFill>
                <a:effectLst/>
                <a:uFillTx/>
                <a:latin typeface="Calibri"/>
              </a:rPr>
              <a:t>Gỡ lỗi thông thường phải lập giả thuyết về hành vi của chương trình và kiểm tra các giả thuyết này để tìm lỗi</a:t>
            </a:r>
            <a:endParaRPr lang="en-US" sz="3000" b="0" u="none" strike="noStrike">
              <a:solidFill>
                <a:srgbClr val="000000"/>
              </a:solidFill>
              <a:effectLst/>
              <a:uFillTx/>
              <a:latin typeface="Arial"/>
            </a:endParaRPr>
          </a:p>
        </p:txBody>
      </p:sp>
      <p:sp>
        <p:nvSpPr>
          <p:cNvPr id="172" name="PlaceHolder 3"/>
          <p:cNvSpPr>
            <a:spLocks noGrp="1"/>
          </p:cNvSpPr>
          <p:nvPr>
            <p:ph type="ftr" idx="73"/>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73" name="PlaceHolder 4"/>
          <p:cNvSpPr>
            <a:spLocks noGrp="1"/>
          </p:cNvSpPr>
          <p:nvPr>
            <p:ph type="sldNum" idx="74"/>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B9DCF260-90FC-40DF-AEEC-A2554BA3DFEE}" type="slidenum">
              <a:rPr lang="en-CA" sz="1200" b="0" u="none" strike="noStrike">
                <a:solidFill>
                  <a:srgbClr val="898989"/>
                </a:solidFill>
                <a:effectLst/>
                <a:uFillTx/>
                <a:latin typeface="Calibri"/>
              </a:rPr>
              <a:t>17</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Phân loại các lỗi và sai</a:t>
            </a:r>
            <a:endParaRPr lang="en-US" sz="4200" b="0" u="none" strike="noStrike">
              <a:solidFill>
                <a:srgbClr val="000000"/>
              </a:solidFill>
              <a:effectLst/>
              <a:uFillTx/>
              <a:latin typeface="Arial"/>
            </a:endParaRPr>
          </a:p>
        </p:txBody>
      </p:sp>
      <p:pic>
        <p:nvPicPr>
          <p:cNvPr id="175" name="Picture 2"/>
          <p:cNvPicPr/>
          <p:nvPr/>
        </p:nvPicPr>
        <p:blipFill>
          <a:blip r:embed="rId1"/>
          <a:stretch/>
        </p:blipFill>
        <p:spPr>
          <a:xfrm>
            <a:off x="455760" y="1604520"/>
            <a:ext cx="8193960" cy="4488120"/>
          </a:xfrm>
          <a:prstGeom prst="rect">
            <a:avLst/>
          </a:prstGeom>
          <a:noFill/>
          <a:ln w="9525">
            <a:noFill/>
          </a:ln>
        </p:spPr>
      </p:pic>
      <p:sp>
        <p:nvSpPr>
          <p:cNvPr id="176" name="PlaceHolder 2"/>
          <p:cNvSpPr>
            <a:spLocks noGrp="1"/>
          </p:cNvSpPr>
          <p:nvPr>
            <p:ph type="ftr" idx="75"/>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77" name="PlaceHolder 3"/>
          <p:cNvSpPr>
            <a:spLocks noGrp="1"/>
          </p:cNvSpPr>
          <p:nvPr>
            <p:ph type="sldNum" idx="76"/>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CA" sz="1100" b="0" u="none" strike="noStrike">
                <a:solidFill>
                  <a:schemeClr val="dk1">
                    <a:tint val="75000"/>
                  </a:schemeClr>
                </a:solidFill>
                <a:effectLst/>
                <a:uFillTx/>
                <a:latin typeface="Arial"/>
              </a:defRPr>
            </a:lvl1pPr>
          </a:lstStyle>
          <a:p>
            <a:pPr indent="0" algn="r">
              <a:lnSpc>
                <a:spcPct val="100000"/>
              </a:lnSpc>
              <a:buNone/>
              <a:tabLst>
                <a:tab algn="l" pos="0"/>
              </a:tabLst>
            </a:pPr>
            <a:fld id="{6A1391DF-971D-4569-BA71-5F275BD93DF8}" type="slidenum">
              <a:rPr lang="en-CA" sz="1100" b="0" u="none" strike="noStrike">
                <a:solidFill>
                  <a:schemeClr val="dk1">
                    <a:tint val="75000"/>
                  </a:schemeClr>
                </a:solidFill>
                <a:effectLst/>
                <a:uFillTx/>
                <a:latin typeface="Arial"/>
              </a:rPr>
              <a:t>17</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CA" sz="4200" b="0" u="none" strike="noStrike">
                <a:solidFill>
                  <a:srgbClr val="0070c0"/>
                </a:solidFill>
                <a:effectLst/>
                <a:uFillTx/>
                <a:latin typeface="Calibri"/>
              </a:rPr>
              <a:t>Các mức kiểm thử</a:t>
            </a:r>
            <a:endParaRPr lang="en-US" sz="4200" b="0" u="none" strike="noStrike">
              <a:solidFill>
                <a:srgbClr val="000000"/>
              </a:solidFill>
              <a:effectLst/>
              <a:uFillTx/>
              <a:latin typeface="Arial"/>
            </a:endParaRPr>
          </a:p>
        </p:txBody>
      </p:sp>
      <p:sp>
        <p:nvSpPr>
          <p:cNvPr id="179" name="PlaceHolder 2"/>
          <p:cNvSpPr>
            <a:spLocks noGrp="1"/>
          </p:cNvSpPr>
          <p:nvPr>
            <p:ph/>
          </p:nvPr>
        </p:nvSpPr>
        <p:spPr>
          <a:xfrm>
            <a:off x="455400" y="1594440"/>
            <a:ext cx="8194680" cy="4508640"/>
          </a:xfrm>
          <a:prstGeom prst="rect">
            <a:avLst/>
          </a:prstGeom>
          <a:noFill/>
          <a:ln w="9360">
            <a:noFill/>
          </a:ln>
        </p:spPr>
        <p:txBody>
          <a:bodyPr numCol="1" spcCol="0" lIns="86760" rIns="86760" tIns="43560" bIns="43560" anchor="t">
            <a:normAutofit fontScale="85000" lnSpcReduction="9999"/>
          </a:bodyPr>
          <a:p>
            <a:pPr marL="326160" indent="-326160">
              <a:lnSpc>
                <a:spcPct val="100000"/>
              </a:lnSpc>
              <a:spcBef>
                <a:spcPts val="601"/>
              </a:spcBef>
              <a:buClr>
                <a:srgbClr val="000000"/>
              </a:buClr>
              <a:buFont typeface="Arial"/>
              <a:buChar char="•"/>
            </a:pPr>
            <a:r>
              <a:rPr lang="en-CA" sz="3000" b="0" u="none" strike="noStrike">
                <a:solidFill>
                  <a:schemeClr val="dk1"/>
                </a:solidFill>
                <a:effectLst/>
                <a:uFillTx/>
                <a:latin typeface="Calibri"/>
              </a:rPr>
              <a:t>Đơn vị</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CA" sz="2700" b="0" u="none" strike="noStrike">
                <a:solidFill>
                  <a:srgbClr val="0070c0"/>
                </a:solidFill>
                <a:effectLst/>
                <a:uFillTx/>
                <a:latin typeface="Calibri"/>
              </a:rPr>
              <a:t>Tìm lỗi trong từng đơn vị</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CA" sz="3000" b="0" u="none" strike="noStrike">
                <a:solidFill>
                  <a:schemeClr val="dk1"/>
                </a:solidFill>
                <a:effectLst/>
                <a:uFillTx/>
                <a:latin typeface="Calibri"/>
              </a:rPr>
              <a:t>Tích hợp</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CA" sz="2700" b="0" u="none" strike="noStrike">
                <a:solidFill>
                  <a:srgbClr val="0070c0"/>
                </a:solidFill>
                <a:effectLst/>
                <a:uFillTx/>
                <a:latin typeface="Calibri"/>
              </a:rPr>
              <a:t>Tìm lỗi khi ghép các đơn vị</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CA" sz="3000" b="0" u="none" strike="noStrike">
                <a:solidFill>
                  <a:schemeClr val="dk1"/>
                </a:solidFill>
                <a:effectLst/>
                <a:uFillTx/>
                <a:latin typeface="Calibri"/>
              </a:rPr>
              <a:t>Hệ thống</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CA" sz="2700" b="0" u="none" strike="noStrike">
                <a:solidFill>
                  <a:srgbClr val="0070c0"/>
                </a:solidFill>
                <a:effectLst/>
                <a:uFillTx/>
                <a:latin typeface="Calibri"/>
              </a:rPr>
              <a:t>Tìm lỗi khi hệ thống đã tích hợp xong, trước khi phát hành, chuyển giao</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CA" sz="3000" b="0" u="none" strike="noStrike">
                <a:solidFill>
                  <a:schemeClr val="dk1"/>
                </a:solidFill>
                <a:effectLst/>
                <a:uFillTx/>
                <a:latin typeface="Calibri"/>
              </a:rPr>
              <a:t>Chấp thuận</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CA" sz="2700" b="0" u="none" strike="noStrike">
                <a:solidFill>
                  <a:srgbClr val="0070c0"/>
                </a:solidFill>
                <a:effectLst/>
                <a:uFillTx/>
                <a:latin typeface="Calibri"/>
              </a:rPr>
              <a:t>Người sử dụng dùng thử xem hệ thống đáp ứng đúng mong muốn chưa. </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CA" sz="2700" b="0" u="none" strike="noStrike">
                <a:solidFill>
                  <a:srgbClr val="0070c0"/>
                </a:solidFill>
                <a:effectLst/>
                <a:uFillTx/>
                <a:latin typeface="Calibri"/>
              </a:rPr>
              <a:t>Còn gọi là kiểm thử alpha.</a:t>
            </a:r>
            <a:endParaRPr lang="en-US" sz="2700" b="0" u="none" strike="noStrike">
              <a:solidFill>
                <a:srgbClr val="000000"/>
              </a:solidFill>
              <a:effectLst/>
              <a:uFillTx/>
              <a:latin typeface="Arial"/>
            </a:endParaRPr>
          </a:p>
        </p:txBody>
      </p:sp>
      <p:sp>
        <p:nvSpPr>
          <p:cNvPr id="180" name="PlaceHolder 3"/>
          <p:cNvSpPr>
            <a:spLocks noGrp="1"/>
          </p:cNvSpPr>
          <p:nvPr>
            <p:ph type="ftr" idx="77"/>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81" name="PlaceHolder 4"/>
          <p:cNvSpPr>
            <a:spLocks noGrp="1"/>
          </p:cNvSpPr>
          <p:nvPr>
            <p:ph type="sldNum" idx="78"/>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3B095D4F-E9D1-4881-868E-BE249C499D44}" type="slidenum">
              <a:rPr lang="en-CA" sz="1200" b="0" u="none" strike="noStrike">
                <a:solidFill>
                  <a:srgbClr val="898989"/>
                </a:solidFill>
                <a:effectLst/>
                <a:uFillTx/>
                <a:latin typeface="Calibri"/>
              </a:rPr>
              <a:t>22</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PlaceHolder 1"/>
          <p:cNvSpPr>
            <a:spLocks noGrp="1"/>
          </p:cNvSpPr>
          <p:nvPr>
            <p:ph type="title"/>
          </p:nvPr>
        </p:nvSpPr>
        <p:spPr>
          <a:xfrm>
            <a:off x="682920" y="-56880"/>
            <a:ext cx="7739280" cy="1137960"/>
          </a:xfrm>
          <a:prstGeom prst="rect">
            <a:avLst/>
          </a:prstGeom>
          <a:noFill/>
          <a:ln w="9360">
            <a:noFill/>
          </a:ln>
        </p:spPr>
        <p:txBody>
          <a:bodyPr numCol="1" spcCol="0" lIns="90000" rIns="90000" tIns="44280" bIns="44280" anchor="ctr">
            <a:noAutofit/>
          </a:bodyPr>
          <a:p>
            <a:pPr indent="0" algn="ctr">
              <a:lnSpc>
                <a:spcPct val="100000"/>
              </a:lnSpc>
              <a:buNone/>
              <a:tabLst>
                <a:tab algn="l" pos="0"/>
              </a:tabLst>
            </a:pPr>
            <a:r>
              <a:rPr lang="en-US" sz="4200" b="0" u="none" strike="noStrike">
                <a:solidFill>
                  <a:srgbClr val="0070c0"/>
                </a:solidFill>
                <a:effectLst/>
                <a:uFillTx/>
                <a:latin typeface="Calibri"/>
              </a:rPr>
              <a:t>Các mức kiểm thử</a:t>
            </a:r>
            <a:endParaRPr lang="en-US" sz="4200" b="0" u="none" strike="noStrike">
              <a:solidFill>
                <a:srgbClr val="000000"/>
              </a:solidFill>
              <a:effectLst/>
              <a:uFillTx/>
              <a:latin typeface="Arial"/>
            </a:endParaRPr>
          </a:p>
        </p:txBody>
      </p:sp>
      <p:sp>
        <p:nvSpPr>
          <p:cNvPr id="183" name="PlaceHolder 2"/>
          <p:cNvSpPr>
            <a:spLocks noGrp="1"/>
          </p:cNvSpPr>
          <p:nvPr>
            <p:ph type="ftr" idx="79"/>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184" name="PlaceHolder 3"/>
          <p:cNvSpPr>
            <a:spLocks noGrp="1"/>
          </p:cNvSpPr>
          <p:nvPr>
            <p:ph type="sldNum" idx="80"/>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CC08AE41-2C20-4313-9C84-3CFB281B2017}" type="slidenum">
              <a:rPr lang="en-CA" sz="1200" b="0" u="none" strike="noStrike">
                <a:solidFill>
                  <a:srgbClr val="898989"/>
                </a:solidFill>
                <a:effectLst/>
                <a:uFillTx/>
                <a:latin typeface="Calibri"/>
              </a:rPr>
              <a:t>22</a:t>
            </a:fld>
            <a:endParaRPr lang="en-US" sz="1200" b="0" u="none" strike="noStrike">
              <a:solidFill>
                <a:srgbClr val="000000"/>
              </a:solidFill>
              <a:effectLst/>
              <a:uFillTx/>
              <a:latin typeface="Times New Roman"/>
            </a:endParaRPr>
          </a:p>
        </p:txBody>
      </p:sp>
      <p:sp>
        <p:nvSpPr>
          <p:cNvPr id="185" name="Rectangle 3"/>
          <p:cNvSpPr/>
          <p:nvPr/>
        </p:nvSpPr>
        <p:spPr>
          <a:xfrm>
            <a:off x="2141280" y="3370680"/>
            <a:ext cx="1191960" cy="518040"/>
          </a:xfrm>
          <a:prstGeom prst="rect">
            <a:avLst/>
          </a:prstGeom>
          <a:noFill/>
          <a:ln w="0">
            <a:noFill/>
          </a:ln>
        </p:spPr>
        <p:style>
          <a:lnRef idx="0"/>
          <a:fillRef idx="0"/>
          <a:effectRef idx="0"/>
          <a:fontRef idx="minor"/>
        </p:style>
        <p:txBody>
          <a:bodyPr wrap="none" lIns="90000" rIns="90000" tIns="44280" bIns="44280" anchor="t">
            <a:spAutoFit/>
          </a:bodyPr>
          <a:p>
            <a:pPr marL="343080" indent="-343080" algn="ctr">
              <a:lnSpc>
                <a:spcPct val="100000"/>
              </a:lnSpc>
              <a:tabLst>
                <a:tab algn="l" pos="0"/>
              </a:tabLst>
            </a:pPr>
            <a:r>
              <a:rPr lang="en-US" sz="1400" b="0" u="none" strike="noStrike">
                <a:solidFill>
                  <a:srgbClr val="000000"/>
                </a:solidFill>
                <a:effectLst/>
                <a:uFillTx/>
                <a:latin typeface="Calibri"/>
              </a:rPr>
              <a:t>Hệ thống con </a:t>
            </a:r>
            <a:endParaRPr lang="en-US" sz="1400" b="0" u="none" strike="noStrike">
              <a:solidFill>
                <a:srgbClr val="000000"/>
              </a:solidFill>
              <a:effectLst/>
              <a:uFillTx/>
              <a:latin typeface="Arial"/>
            </a:endParaRPr>
          </a:p>
          <a:p>
            <a:pPr marL="343080" indent="-343080" algn="ctr">
              <a:lnSpc>
                <a:spcPct val="100000"/>
              </a:lnSpc>
              <a:tabLst>
                <a:tab algn="l" pos="0"/>
              </a:tabLst>
            </a:pPr>
            <a:r>
              <a:rPr lang="en-US" sz="1400" b="0" u="none" strike="noStrike">
                <a:solidFill>
                  <a:srgbClr val="000000"/>
                </a:solidFill>
                <a:effectLst/>
                <a:uFillTx/>
                <a:latin typeface="Calibri"/>
              </a:rPr>
              <a:t>đã kiểm thử</a:t>
            </a:r>
            <a:endParaRPr lang="en-US" sz="1400" b="0" u="none" strike="noStrike">
              <a:solidFill>
                <a:srgbClr val="000000"/>
              </a:solidFill>
              <a:effectLst/>
              <a:uFillTx/>
              <a:latin typeface="Arial"/>
            </a:endParaRPr>
          </a:p>
        </p:txBody>
      </p:sp>
      <p:sp>
        <p:nvSpPr>
          <p:cNvPr id="186" name="Rectangle 4" descr="10%"/>
          <p:cNvSpPr/>
          <p:nvPr/>
        </p:nvSpPr>
        <p:spPr>
          <a:xfrm>
            <a:off x="124920" y="5113440"/>
            <a:ext cx="1104480" cy="810720"/>
          </a:xfrm>
          <a:prstGeom prst="rect">
            <a:avLst/>
          </a:prstGeom>
          <a:solidFill>
            <a:schemeClr val="bg1">
              <a:lumMod val="85000"/>
            </a:schemeClr>
          </a:solidFill>
          <a:ln w="12700">
            <a:solidFill>
              <a:srgbClr val="ffffff"/>
            </a:solidFill>
            <a:miter/>
          </a:ln>
        </p:spPr>
        <p:style>
          <a:lnRef idx="0"/>
          <a:fillRef idx="0"/>
          <a:effectRef idx="0"/>
          <a:fontRef idx="minor"/>
        </p:style>
        <p:txBody>
          <a:bodyPr wrap="none" lIns="90000" rIns="90000" tIns="44280" bIns="44280" anchor="ctr">
            <a:noAutofit/>
          </a:bodyPr>
          <a:p>
            <a:pPr algn="ctr">
              <a:lnSpc>
                <a:spcPct val="100000"/>
              </a:lnSpc>
            </a:pPr>
            <a:r>
              <a:rPr lang="en-US" sz="1800" b="1" u="none" strike="noStrike">
                <a:solidFill>
                  <a:schemeClr val="dk1"/>
                </a:solidFill>
                <a:effectLst/>
                <a:uFillTx/>
                <a:latin typeface="Calibri"/>
              </a:rPr>
              <a:t>Mã đơn vị</a:t>
            </a:r>
            <a:endParaRPr lang="en-US" sz="1800" b="0" u="none" strike="noStrike">
              <a:solidFill>
                <a:srgbClr val="000000"/>
              </a:solidFill>
              <a:effectLst/>
              <a:uFillTx/>
              <a:latin typeface="Arial"/>
            </a:endParaRPr>
          </a:p>
        </p:txBody>
      </p:sp>
      <p:sp>
        <p:nvSpPr>
          <p:cNvPr id="187" name="Oval 5"/>
          <p:cNvSpPr/>
          <p:nvPr/>
        </p:nvSpPr>
        <p:spPr>
          <a:xfrm>
            <a:off x="5650200" y="3095280"/>
            <a:ext cx="1561320" cy="1264680"/>
          </a:xfrm>
          <a:prstGeom prst="ellipse">
            <a:avLst/>
          </a:prstGeom>
          <a:solidFill>
            <a:srgbClr val="ffffff"/>
          </a:solidFill>
          <a:ln w="12700">
            <a:solidFill>
              <a:srgbClr val="000000"/>
            </a:solidFill>
            <a:round/>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000" b="0" u="none" strike="noStrike">
                <a:solidFill>
                  <a:schemeClr val="dk1"/>
                </a:solidFill>
                <a:effectLst/>
                <a:uFillTx/>
                <a:latin typeface="Calibri"/>
              </a:rPr>
              <a:t>KT hệ thống</a:t>
            </a:r>
            <a:endParaRPr lang="en-US" sz="2000" b="0" u="none" strike="noStrike">
              <a:solidFill>
                <a:srgbClr val="000000"/>
              </a:solidFill>
              <a:effectLst/>
              <a:uFillTx/>
              <a:latin typeface="Arial"/>
            </a:endParaRPr>
          </a:p>
        </p:txBody>
      </p:sp>
      <p:sp>
        <p:nvSpPr>
          <p:cNvPr id="188" name="Oval 7"/>
          <p:cNvSpPr/>
          <p:nvPr/>
        </p:nvSpPr>
        <p:spPr>
          <a:xfrm>
            <a:off x="3462120" y="3038400"/>
            <a:ext cx="1635480" cy="1264680"/>
          </a:xfrm>
          <a:prstGeom prst="ellipse">
            <a:avLst/>
          </a:prstGeom>
          <a:solidFill>
            <a:srgbClr val="ffffff"/>
          </a:solidFill>
          <a:ln w="12700">
            <a:solidFill>
              <a:srgbClr val="000000"/>
            </a:solidFill>
            <a:round/>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000" b="0" u="none" strike="noStrike">
                <a:solidFill>
                  <a:schemeClr val="dk1"/>
                </a:solidFill>
                <a:effectLst/>
                <a:uFillTx/>
                <a:latin typeface="Calibri"/>
              </a:rPr>
              <a:t>KT tích hợp</a:t>
            </a:r>
            <a:endParaRPr lang="en-US" sz="2000" b="0" u="none" strike="noStrike">
              <a:solidFill>
                <a:srgbClr val="000000"/>
              </a:solidFill>
              <a:effectLst/>
              <a:uFillTx/>
              <a:latin typeface="Arial"/>
            </a:endParaRPr>
          </a:p>
        </p:txBody>
      </p:sp>
      <p:sp>
        <p:nvSpPr>
          <p:cNvPr id="189" name="Oval 9"/>
          <p:cNvSpPr/>
          <p:nvPr/>
        </p:nvSpPr>
        <p:spPr>
          <a:xfrm>
            <a:off x="1384920" y="5081760"/>
            <a:ext cx="1085400" cy="834480"/>
          </a:xfrm>
          <a:prstGeom prst="ellipse">
            <a:avLst/>
          </a:prstGeom>
          <a:solidFill>
            <a:srgbClr val="ffffff"/>
          </a:solidFill>
          <a:ln w="12700">
            <a:solidFill>
              <a:srgbClr val="000000"/>
            </a:solidFill>
            <a:round/>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000" b="0" u="none" strike="noStrike">
                <a:solidFill>
                  <a:schemeClr val="dk1"/>
                </a:solidFill>
                <a:effectLst/>
                <a:uFillTx/>
                <a:latin typeface="Calibri"/>
              </a:rPr>
              <a:t>KT </a:t>
            </a:r>
            <a:endParaRPr lang="en-US" sz="2000" b="0" u="none" strike="noStrike">
              <a:solidFill>
                <a:srgbClr val="000000"/>
              </a:solidFill>
              <a:effectLst/>
              <a:uFillTx/>
              <a:latin typeface="Arial"/>
            </a:endParaRPr>
          </a:p>
          <a:p>
            <a:pPr marL="343080" indent="-343080" algn="ctr">
              <a:lnSpc>
                <a:spcPct val="100000"/>
              </a:lnSpc>
              <a:tabLst>
                <a:tab algn="l" pos="0"/>
              </a:tabLst>
            </a:pPr>
            <a:r>
              <a:rPr lang="en-US" sz="2000" b="0" u="none" strike="noStrike">
                <a:solidFill>
                  <a:schemeClr val="dk1"/>
                </a:solidFill>
                <a:effectLst/>
                <a:uFillTx/>
                <a:latin typeface="Calibri"/>
              </a:rPr>
              <a:t>đơn vị</a:t>
            </a:r>
            <a:endParaRPr lang="en-US" sz="2000" b="0" u="none" strike="noStrike">
              <a:solidFill>
                <a:srgbClr val="000000"/>
              </a:solidFill>
              <a:effectLst/>
              <a:uFillTx/>
              <a:latin typeface="Arial"/>
            </a:endParaRPr>
          </a:p>
        </p:txBody>
      </p:sp>
      <p:sp>
        <p:nvSpPr>
          <p:cNvPr id="190" name="Freeform 11"/>
          <p:cNvSpPr/>
          <p:nvPr/>
        </p:nvSpPr>
        <p:spPr>
          <a:xfrm>
            <a:off x="3444840" y="3197880"/>
            <a:ext cx="106920" cy="120960"/>
          </a:xfrm>
          <a:custGeom>
            <a:avLst/>
            <a:gdLst>
              <a:gd name="textAreaLeft" fmla="*/ 0 w 106920"/>
              <a:gd name="textAreaRight" fmla="*/ 107640 w 106920"/>
              <a:gd name="textAreaTop" fmla="*/ 0 h 120960"/>
              <a:gd name="textAreaBottom" fmla="*/ 121680 h 120960"/>
              <a:gd name="GluePoint1X" fmla="*/ 2147483646 w 68"/>
              <a:gd name="GluePoint1Y" fmla="*/ 0 h 77"/>
              <a:gd name="GluePoint2X" fmla="*/ 2147483646 w 68"/>
              <a:gd name="GluePoint2Y" fmla="*/ 2147483646 h 77"/>
              <a:gd name="GluePoint3X" fmla="*/ 0 w 68"/>
              <a:gd name="GluePoint3Y" fmla="*/ 2147483646 h 77"/>
              <a:gd name="GluePoint4X" fmla="*/ 2147483646 w 68"/>
              <a:gd name="GluePoint4Y" fmla="*/ 2147483646 h 77"/>
              <a:gd name="GluePoint5X" fmla="*/ 2147483646 w 68"/>
              <a:gd name="GluePoint5Y" fmla="*/ 0 h 77"/>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68" h="77">
                <a:moveTo>
                  <a:pt x="27" y="0"/>
                </a:moveTo>
                <a:lnTo>
                  <a:pt x="67" y="76"/>
                </a:lnTo>
                <a:lnTo>
                  <a:pt x="0" y="34"/>
                </a:lnTo>
                <a:lnTo>
                  <a:pt x="13" y="21"/>
                </a:lnTo>
                <a:lnTo>
                  <a:pt x="27" y="0"/>
                </a:lnTo>
              </a:path>
            </a:pathLst>
          </a:custGeom>
          <a:solidFill>
            <a:srgbClr val="000000"/>
          </a:solidFill>
          <a:ln w="0">
            <a:noFill/>
          </a:ln>
        </p:spPr>
        <p:style>
          <a:lnRef idx="0"/>
          <a:fillRef idx="0"/>
          <a:effectRef idx="0"/>
          <a:fontRef idx="minor"/>
        </p:style>
        <p:txBody>
          <a:bodyPr lIns="91080" rIns="91080" tIns="45360" bIns="45360" anchor="t">
            <a:noAutofit/>
          </a:bodyPr>
          <a:p>
            <a:pPr algn="ctr">
              <a:lnSpc>
                <a:spcPct val="100000"/>
              </a:lnSpc>
            </a:pPr>
            <a:endParaRPr lang="vi-VN" sz="2000" b="0" u="none" strike="noStrike">
              <a:solidFill>
                <a:schemeClr val="dk1"/>
              </a:solidFill>
              <a:effectLst/>
              <a:uFillTx/>
              <a:latin typeface="Times New Roman"/>
            </a:endParaRPr>
          </a:p>
        </p:txBody>
      </p:sp>
      <p:sp>
        <p:nvSpPr>
          <p:cNvPr id="191" name="Line 12"/>
          <p:cNvSpPr/>
          <p:nvPr/>
        </p:nvSpPr>
        <p:spPr>
          <a:xfrm>
            <a:off x="2423160" y="2177640"/>
            <a:ext cx="1051560" cy="1063080"/>
          </a:xfrm>
          <a:prstGeom prst="line">
            <a:avLst/>
          </a:prstGeom>
          <a:ln w="12700">
            <a:solidFill>
              <a:srgbClr val="000000"/>
            </a:solidFill>
            <a:round/>
          </a:ln>
        </p:spPr>
        <p:style>
          <a:lnRef idx="0"/>
          <a:fillRef idx="0"/>
          <a:effectRef idx="0"/>
          <a:fontRef idx="minor"/>
        </p:style>
        <p:txBody>
          <a:bodyPr lIns="91080" rIns="91080" tIns="45360" bIns="45360" anchor="ctr">
            <a:noAutofit/>
          </a:bodyPr>
          <a:p>
            <a:endParaRPr lang="vi-VN" sz="2000" b="0" u="none" strike="noStrike">
              <a:solidFill>
                <a:schemeClr val="dk1"/>
              </a:solidFill>
              <a:effectLst/>
              <a:uFillTx/>
              <a:latin typeface="Times New Roman"/>
            </a:endParaRPr>
          </a:p>
        </p:txBody>
      </p:sp>
      <p:sp>
        <p:nvSpPr>
          <p:cNvPr id="192" name="Oval 13"/>
          <p:cNvSpPr/>
          <p:nvPr/>
        </p:nvSpPr>
        <p:spPr>
          <a:xfrm>
            <a:off x="1086120" y="4483800"/>
            <a:ext cx="34200" cy="57960"/>
          </a:xfrm>
          <a:prstGeom prst="ellipse">
            <a:avLst/>
          </a:prstGeom>
          <a:solidFill>
            <a:srgbClr val="000000"/>
          </a:solidFill>
          <a:ln w="12700">
            <a:solidFill>
              <a:srgbClr val="000000"/>
            </a:solidFill>
            <a:round/>
          </a:ln>
        </p:spPr>
        <p:style>
          <a:lnRef idx="0"/>
          <a:fillRef idx="0"/>
          <a:effectRef idx="0"/>
          <a:fontRef idx="minor"/>
        </p:style>
        <p:txBody>
          <a:bodyPr wrap="none" lIns="91080" rIns="91080" tIns="20520" bIns="20520" anchor="ctr">
            <a:noAutofit/>
          </a:bodyPr>
          <a:p>
            <a:pPr marL="343080" indent="-343080" algn="ctr">
              <a:lnSpc>
                <a:spcPct val="100000"/>
              </a:lnSpc>
              <a:tabLst>
                <a:tab algn="l" pos="0"/>
              </a:tabLst>
            </a:pPr>
            <a:endParaRPr lang="en-US" sz="2000" b="0" u="none" strike="noStrike">
              <a:solidFill>
                <a:schemeClr val="dk1"/>
              </a:solidFill>
              <a:effectLst/>
              <a:uFillTx/>
              <a:latin typeface="Calibri"/>
            </a:endParaRPr>
          </a:p>
        </p:txBody>
      </p:sp>
      <p:sp>
        <p:nvSpPr>
          <p:cNvPr id="193" name="Oval 14"/>
          <p:cNvSpPr/>
          <p:nvPr/>
        </p:nvSpPr>
        <p:spPr>
          <a:xfrm>
            <a:off x="1086120" y="4161240"/>
            <a:ext cx="34200" cy="57960"/>
          </a:xfrm>
          <a:prstGeom prst="ellipse">
            <a:avLst/>
          </a:prstGeom>
          <a:solidFill>
            <a:srgbClr val="000000"/>
          </a:solidFill>
          <a:ln w="12700">
            <a:solidFill>
              <a:srgbClr val="000000"/>
            </a:solidFill>
            <a:round/>
          </a:ln>
        </p:spPr>
        <p:style>
          <a:lnRef idx="0"/>
          <a:fillRef idx="0"/>
          <a:effectRef idx="0"/>
          <a:fontRef idx="minor"/>
        </p:style>
        <p:txBody>
          <a:bodyPr wrap="none" lIns="91080" rIns="91080" tIns="20520" bIns="20520" anchor="ctr">
            <a:noAutofit/>
          </a:bodyPr>
          <a:p>
            <a:pPr marL="343080" indent="-343080" algn="ctr">
              <a:lnSpc>
                <a:spcPct val="100000"/>
              </a:lnSpc>
              <a:tabLst>
                <a:tab algn="l" pos="0"/>
              </a:tabLst>
            </a:pPr>
            <a:endParaRPr lang="en-US" sz="2000" b="0" u="none" strike="noStrike">
              <a:solidFill>
                <a:schemeClr val="dk1"/>
              </a:solidFill>
              <a:effectLst/>
              <a:uFillTx/>
              <a:latin typeface="Calibri"/>
            </a:endParaRPr>
          </a:p>
        </p:txBody>
      </p:sp>
      <p:sp>
        <p:nvSpPr>
          <p:cNvPr id="194" name="Freeform 18"/>
          <p:cNvSpPr/>
          <p:nvPr/>
        </p:nvSpPr>
        <p:spPr>
          <a:xfrm>
            <a:off x="3349800" y="3425760"/>
            <a:ext cx="130320" cy="72000"/>
          </a:xfrm>
          <a:custGeom>
            <a:avLst/>
            <a:gdLst>
              <a:gd name="textAreaLeft" fmla="*/ 0 w 130320"/>
              <a:gd name="textAreaRight" fmla="*/ 131040 w 130320"/>
              <a:gd name="textAreaTop" fmla="*/ 0 h 72000"/>
              <a:gd name="textAreaBottom" fmla="*/ 72720 h 72000"/>
              <a:gd name="GluePoint1X" fmla="*/ 2147483646 w 83"/>
              <a:gd name="GluePoint1Y" fmla="*/ 0 h 46"/>
              <a:gd name="GluePoint2X" fmla="*/ 2147483646 w 83"/>
              <a:gd name="GluePoint2Y" fmla="*/ 2147483646 h 46"/>
              <a:gd name="GluePoint3X" fmla="*/ 0 w 83"/>
              <a:gd name="GluePoint3Y" fmla="*/ 2147483646 h 46"/>
              <a:gd name="GluePoint4X" fmla="*/ 2147483646 w 83"/>
              <a:gd name="GluePoint4Y" fmla="*/ 2147483646 h 46"/>
              <a:gd name="GluePoint5X" fmla="*/ 2147483646 w 83"/>
              <a:gd name="GluePoint5Y" fmla="*/ 0 h 46"/>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83" h="46">
                <a:moveTo>
                  <a:pt x="14" y="0"/>
                </a:moveTo>
                <a:lnTo>
                  <a:pt x="82" y="45"/>
                </a:lnTo>
                <a:lnTo>
                  <a:pt x="0" y="38"/>
                </a:lnTo>
                <a:lnTo>
                  <a:pt x="6" y="20"/>
                </a:lnTo>
                <a:lnTo>
                  <a:pt x="14" y="0"/>
                </a:lnTo>
              </a:path>
            </a:pathLst>
          </a:custGeom>
          <a:solidFill>
            <a:srgbClr val="000000"/>
          </a:solidFill>
          <a:ln w="0">
            <a:noFill/>
          </a:ln>
        </p:spPr>
        <p:style>
          <a:lnRef idx="0"/>
          <a:fillRef idx="0"/>
          <a:effectRef idx="0"/>
          <a:fontRef idx="minor"/>
        </p:style>
        <p:txBody>
          <a:bodyPr lIns="91080" rIns="91080" tIns="36360" bIns="36360" anchor="t">
            <a:noAutofit/>
          </a:bodyPr>
          <a:p>
            <a:pPr algn="ctr">
              <a:lnSpc>
                <a:spcPct val="100000"/>
              </a:lnSpc>
            </a:pPr>
            <a:endParaRPr lang="vi-VN" sz="2000" b="0" u="none" strike="noStrike">
              <a:solidFill>
                <a:schemeClr val="dk1"/>
              </a:solidFill>
              <a:effectLst/>
              <a:uFillTx/>
              <a:latin typeface="Times New Roman"/>
            </a:endParaRPr>
          </a:p>
        </p:txBody>
      </p:sp>
      <p:sp>
        <p:nvSpPr>
          <p:cNvPr id="195" name="Line 19"/>
          <p:cNvSpPr/>
          <p:nvPr/>
        </p:nvSpPr>
        <p:spPr>
          <a:xfrm>
            <a:off x="2495880" y="3152160"/>
            <a:ext cx="858600" cy="309960"/>
          </a:xfrm>
          <a:prstGeom prst="line">
            <a:avLst/>
          </a:prstGeom>
          <a:ln w="12700">
            <a:solidFill>
              <a:srgbClr val="000000"/>
            </a:solidFill>
            <a:round/>
          </a:ln>
        </p:spPr>
        <p:style>
          <a:lnRef idx="0"/>
          <a:fillRef idx="0"/>
          <a:effectRef idx="0"/>
          <a:fontRef idx="minor"/>
        </p:style>
        <p:txBody>
          <a:bodyPr lIns="91080" rIns="91080" tIns="45360" bIns="45360" anchor="ctr">
            <a:noAutofit/>
          </a:bodyPr>
          <a:p>
            <a:endParaRPr lang="vi-VN" sz="2000" b="0" u="none" strike="noStrike">
              <a:solidFill>
                <a:schemeClr val="dk1"/>
              </a:solidFill>
              <a:effectLst/>
              <a:uFillTx/>
              <a:latin typeface="Times New Roman"/>
            </a:endParaRPr>
          </a:p>
        </p:txBody>
      </p:sp>
      <p:sp>
        <p:nvSpPr>
          <p:cNvPr id="196" name="Freeform 20"/>
          <p:cNvSpPr/>
          <p:nvPr/>
        </p:nvSpPr>
        <p:spPr>
          <a:xfrm>
            <a:off x="3432240" y="3951000"/>
            <a:ext cx="108360" cy="120960"/>
          </a:xfrm>
          <a:custGeom>
            <a:avLst/>
            <a:gdLst>
              <a:gd name="textAreaLeft" fmla="*/ 0 w 108360"/>
              <a:gd name="textAreaRight" fmla="*/ 109080 w 108360"/>
              <a:gd name="textAreaTop" fmla="*/ 0 h 120960"/>
              <a:gd name="textAreaBottom" fmla="*/ 121680 h 120960"/>
              <a:gd name="GluePoint1X" fmla="*/ 0 w 69"/>
              <a:gd name="GluePoint1Y" fmla="*/ 2147483646 h 77"/>
              <a:gd name="GluePoint2X" fmla="*/ 2147483646 w 69"/>
              <a:gd name="GluePoint2Y" fmla="*/ 0 h 77"/>
              <a:gd name="GluePoint3X" fmla="*/ 2147483646 w 69"/>
              <a:gd name="GluePoint3Y" fmla="*/ 2147483646 h 77"/>
              <a:gd name="GluePoint4X" fmla="*/ 2147483646 w 69"/>
              <a:gd name="GluePoint4Y" fmla="*/ 2147483646 h 77"/>
              <a:gd name="GluePoint5X" fmla="*/ 0 w 69"/>
              <a:gd name="GluePoint5Y" fmla="*/ 2147483646 h 77"/>
            </a:gdLst>
            <a:ahLst/>
            <a:cxnLst>
              <a:cxn ang="0">
                <a:pos x="GluePoint1X" y="GluePoint1Y"/>
              </a:cxn>
              <a:cxn ang="0">
                <a:pos x="GluePoint2X" y="GluePoint2Y"/>
              </a:cxn>
              <a:cxn ang="0">
                <a:pos x="GluePoint3X" y="GluePoint3Y"/>
              </a:cxn>
              <a:cxn ang="0">
                <a:pos x="GluePoint4X" y="GluePoint4Y"/>
              </a:cxn>
              <a:cxn ang="0">
                <a:pos x="GluePoint5X" y="GluePoint5Y"/>
              </a:cxn>
            </a:cxnLst>
            <a:rect l="textAreaLeft" t="textAreaTop" r="textAreaRight" b="textAreaBottom"/>
            <a:pathLst>
              <a:path w="69" h="77">
                <a:moveTo>
                  <a:pt x="0" y="42"/>
                </a:moveTo>
                <a:lnTo>
                  <a:pt x="68" y="0"/>
                </a:lnTo>
                <a:lnTo>
                  <a:pt x="28" y="76"/>
                </a:lnTo>
                <a:lnTo>
                  <a:pt x="13" y="55"/>
                </a:lnTo>
                <a:lnTo>
                  <a:pt x="0" y="42"/>
                </a:lnTo>
              </a:path>
            </a:pathLst>
          </a:custGeom>
          <a:solidFill>
            <a:srgbClr val="000000"/>
          </a:solidFill>
          <a:ln w="0">
            <a:noFill/>
          </a:ln>
        </p:spPr>
        <p:style>
          <a:lnRef idx="0"/>
          <a:fillRef idx="0"/>
          <a:effectRef idx="0"/>
          <a:fontRef idx="minor"/>
        </p:style>
        <p:txBody>
          <a:bodyPr lIns="91080" rIns="91080" tIns="45360" bIns="45360" anchor="t">
            <a:noAutofit/>
          </a:bodyPr>
          <a:p>
            <a:pPr algn="ctr">
              <a:lnSpc>
                <a:spcPct val="100000"/>
              </a:lnSpc>
            </a:pPr>
            <a:endParaRPr lang="vi-VN" sz="2000" b="0" u="none" strike="noStrike">
              <a:solidFill>
                <a:schemeClr val="dk1"/>
              </a:solidFill>
              <a:effectLst/>
              <a:uFillTx/>
              <a:latin typeface="Times New Roman"/>
            </a:endParaRPr>
          </a:p>
        </p:txBody>
      </p:sp>
      <p:sp>
        <p:nvSpPr>
          <p:cNvPr id="197" name="Line 21"/>
          <p:cNvSpPr/>
          <p:nvPr/>
        </p:nvSpPr>
        <p:spPr>
          <a:xfrm flipV="1">
            <a:off x="2280960" y="4047120"/>
            <a:ext cx="1181160" cy="1148400"/>
          </a:xfrm>
          <a:prstGeom prst="line">
            <a:avLst/>
          </a:prstGeom>
          <a:ln w="12700">
            <a:solidFill>
              <a:srgbClr val="000000"/>
            </a:solidFill>
            <a:round/>
          </a:ln>
        </p:spPr>
        <p:style>
          <a:lnRef idx="0"/>
          <a:fillRef idx="0"/>
          <a:effectRef idx="0"/>
          <a:fontRef idx="minor"/>
        </p:style>
        <p:txBody>
          <a:bodyPr lIns="91080" rIns="91080" tIns="45360" bIns="45360" anchor="ctr">
            <a:noAutofit/>
          </a:bodyPr>
          <a:p>
            <a:endParaRPr lang="vi-VN" sz="2000" b="0" u="none" strike="noStrike">
              <a:solidFill>
                <a:schemeClr val="dk1"/>
              </a:solidFill>
              <a:effectLst/>
              <a:uFillTx/>
              <a:latin typeface="Times New Roman"/>
            </a:endParaRPr>
          </a:p>
        </p:txBody>
      </p:sp>
      <p:sp>
        <p:nvSpPr>
          <p:cNvPr id="198" name="Rectangle 23" descr="10%"/>
          <p:cNvSpPr/>
          <p:nvPr/>
        </p:nvSpPr>
        <p:spPr>
          <a:xfrm>
            <a:off x="3432240" y="1456560"/>
            <a:ext cx="1589760" cy="957600"/>
          </a:xfrm>
          <a:prstGeom prst="rect">
            <a:avLst/>
          </a:prstGeom>
          <a:solidFill>
            <a:schemeClr val="bg1">
              <a:lumMod val="85000"/>
            </a:schemeClr>
          </a:solidFill>
          <a:ln w="12700">
            <a:solidFill>
              <a:srgbClr val="ffffff"/>
            </a:solidFill>
            <a:miter/>
          </a:ln>
        </p:spPr>
        <p:style>
          <a:lnRef idx="0"/>
          <a:fillRef idx="0"/>
          <a:effectRef idx="0"/>
          <a:fontRef idx="minor"/>
        </p:style>
        <p:txBody>
          <a:bodyPr wrap="none" lIns="90000" rIns="90000" tIns="44280" bIns="44280" anchor="ctr">
            <a:noAutofit/>
          </a:bodyPr>
          <a:p>
            <a:pPr algn="ctr">
              <a:lnSpc>
                <a:spcPct val="100000"/>
              </a:lnSpc>
            </a:pPr>
            <a:r>
              <a:rPr lang="en-US" sz="1800" b="1" u="none" strike="noStrike">
                <a:solidFill>
                  <a:schemeClr val="dk1"/>
                </a:solidFill>
                <a:effectLst/>
                <a:uFillTx/>
                <a:latin typeface="Calibri"/>
              </a:rPr>
              <a:t>Tài liệu thiết kế</a:t>
            </a:r>
            <a:endParaRPr lang="en-US" sz="1800" b="0" u="none" strike="noStrike">
              <a:solidFill>
                <a:srgbClr val="000000"/>
              </a:solidFill>
              <a:effectLst/>
              <a:uFillTx/>
              <a:latin typeface="Arial"/>
            </a:endParaRPr>
          </a:p>
        </p:txBody>
      </p:sp>
      <p:sp>
        <p:nvSpPr>
          <p:cNvPr id="199" name="Oval 24"/>
          <p:cNvSpPr/>
          <p:nvPr/>
        </p:nvSpPr>
        <p:spPr>
          <a:xfrm>
            <a:off x="2520000" y="4866480"/>
            <a:ext cx="844920" cy="223920"/>
          </a:xfrm>
          <a:prstGeom prst="ellipse">
            <a:avLst/>
          </a:prstGeom>
          <a:solidFill>
            <a:srgbClr val="ffffff"/>
          </a:solidFill>
          <a:ln w="12700">
            <a:solidFill>
              <a:srgbClr val="ffffff"/>
            </a:solidFill>
            <a:round/>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endParaRPr lang="en-US" sz="2000" b="0" u="none" strike="noStrike">
              <a:solidFill>
                <a:schemeClr val="dk1"/>
              </a:solidFill>
              <a:effectLst/>
              <a:uFillTx/>
              <a:latin typeface="Calibri"/>
            </a:endParaRPr>
          </a:p>
        </p:txBody>
      </p:sp>
      <p:sp>
        <p:nvSpPr>
          <p:cNvPr id="200" name="Oval 34"/>
          <p:cNvSpPr/>
          <p:nvPr/>
        </p:nvSpPr>
        <p:spPr>
          <a:xfrm>
            <a:off x="1384920" y="1532520"/>
            <a:ext cx="1085400" cy="834480"/>
          </a:xfrm>
          <a:prstGeom prst="ellipse">
            <a:avLst/>
          </a:prstGeom>
          <a:solidFill>
            <a:srgbClr val="ffffff"/>
          </a:solidFill>
          <a:ln w="12700">
            <a:solidFill>
              <a:srgbClr val="000000"/>
            </a:solidFill>
            <a:round/>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000" b="0" u="none" strike="noStrike">
                <a:solidFill>
                  <a:schemeClr val="dk1"/>
                </a:solidFill>
                <a:effectLst/>
                <a:uFillTx/>
                <a:latin typeface="Calibri"/>
              </a:rPr>
              <a:t>KT </a:t>
            </a:r>
            <a:endParaRPr lang="en-US" sz="2000" b="0" u="none" strike="noStrike">
              <a:solidFill>
                <a:srgbClr val="000000"/>
              </a:solidFill>
              <a:effectLst/>
              <a:uFillTx/>
              <a:latin typeface="Arial"/>
            </a:endParaRPr>
          </a:p>
          <a:p>
            <a:pPr marL="343080" indent="-343080" algn="ctr">
              <a:lnSpc>
                <a:spcPct val="100000"/>
              </a:lnSpc>
              <a:tabLst>
                <a:tab algn="l" pos="0"/>
              </a:tabLst>
            </a:pPr>
            <a:r>
              <a:rPr lang="en-US" sz="2000" b="0" u="none" strike="noStrike">
                <a:solidFill>
                  <a:schemeClr val="dk1"/>
                </a:solidFill>
                <a:effectLst/>
                <a:uFillTx/>
                <a:latin typeface="Calibri"/>
              </a:rPr>
              <a:t>đơn vị</a:t>
            </a:r>
            <a:endParaRPr lang="en-US" sz="2000" b="0" u="none" strike="noStrike">
              <a:solidFill>
                <a:srgbClr val="000000"/>
              </a:solidFill>
              <a:effectLst/>
              <a:uFillTx/>
              <a:latin typeface="Arial"/>
            </a:endParaRPr>
          </a:p>
        </p:txBody>
      </p:sp>
      <p:sp>
        <p:nvSpPr>
          <p:cNvPr id="201" name="Rectangle 38" descr="10%"/>
          <p:cNvSpPr/>
          <p:nvPr/>
        </p:nvSpPr>
        <p:spPr>
          <a:xfrm>
            <a:off x="7656480" y="1466280"/>
            <a:ext cx="1360440" cy="900720"/>
          </a:xfrm>
          <a:prstGeom prst="rect">
            <a:avLst/>
          </a:prstGeom>
          <a:solidFill>
            <a:schemeClr val="bg1">
              <a:lumMod val="85000"/>
            </a:schemeClr>
          </a:solidFill>
          <a:ln w="12700">
            <a:solidFill>
              <a:srgbClr val="ffffff"/>
            </a:solidFill>
            <a:miter/>
          </a:ln>
        </p:spPr>
        <p:style>
          <a:lnRef idx="0"/>
          <a:fillRef idx="0"/>
          <a:effectRef idx="0"/>
          <a:fontRef idx="minor"/>
        </p:style>
        <p:txBody>
          <a:bodyPr wrap="none" lIns="90000" rIns="90000" tIns="44280" bIns="44280" anchor="ctr">
            <a:noAutofit/>
          </a:bodyPr>
          <a:p>
            <a:pPr algn="ctr">
              <a:lnSpc>
                <a:spcPct val="100000"/>
              </a:lnSpc>
            </a:pPr>
            <a:r>
              <a:rPr lang="en-US" sz="1800" b="1" u="none" strike="noStrike">
                <a:solidFill>
                  <a:schemeClr val="dk1"/>
                </a:solidFill>
                <a:effectLst/>
                <a:uFillTx/>
                <a:latin typeface="Calibri"/>
              </a:rPr>
              <a:t>Hướng dẫn </a:t>
            </a:r>
            <a:endParaRPr lang="en-US" sz="1800" b="0" u="none" strike="noStrike">
              <a:solidFill>
                <a:srgbClr val="000000"/>
              </a:solidFill>
              <a:effectLst/>
              <a:uFillTx/>
              <a:latin typeface="Arial"/>
            </a:endParaRPr>
          </a:p>
          <a:p>
            <a:pPr algn="ctr">
              <a:lnSpc>
                <a:spcPct val="100000"/>
              </a:lnSpc>
            </a:pPr>
            <a:r>
              <a:rPr lang="en-US" sz="1800" b="1" u="none" strike="noStrike">
                <a:solidFill>
                  <a:schemeClr val="dk1"/>
                </a:solidFill>
                <a:effectLst/>
                <a:uFillTx/>
                <a:latin typeface="Calibri"/>
              </a:rPr>
              <a:t>sử dụng</a:t>
            </a:r>
            <a:endParaRPr lang="en-US" sz="1800" b="0" u="none" strike="noStrike">
              <a:solidFill>
                <a:srgbClr val="000000"/>
              </a:solidFill>
              <a:effectLst/>
              <a:uFillTx/>
              <a:latin typeface="Arial"/>
            </a:endParaRPr>
          </a:p>
        </p:txBody>
      </p:sp>
      <p:sp>
        <p:nvSpPr>
          <p:cNvPr id="202" name="Rectangle 39" descr="10%"/>
          <p:cNvSpPr/>
          <p:nvPr/>
        </p:nvSpPr>
        <p:spPr>
          <a:xfrm>
            <a:off x="5473800" y="1460160"/>
            <a:ext cx="1924920" cy="954720"/>
          </a:xfrm>
          <a:prstGeom prst="rect">
            <a:avLst/>
          </a:prstGeom>
          <a:solidFill>
            <a:schemeClr val="bg1">
              <a:lumMod val="85000"/>
            </a:schemeClr>
          </a:solidFill>
          <a:ln w="12700">
            <a:solidFill>
              <a:srgbClr val="ffffff"/>
            </a:solidFill>
            <a:miter/>
          </a:ln>
        </p:spPr>
        <p:style>
          <a:lnRef idx="0"/>
          <a:fillRef idx="0"/>
          <a:effectRef idx="0"/>
          <a:fontRef idx="minor"/>
        </p:style>
        <p:txBody>
          <a:bodyPr wrap="none" lIns="90000" rIns="90000" tIns="44280" bIns="44280" anchor="ctr">
            <a:noAutofit/>
          </a:bodyPr>
          <a:p>
            <a:pPr algn="ctr">
              <a:lnSpc>
                <a:spcPct val="100000"/>
              </a:lnSpc>
            </a:pPr>
            <a:r>
              <a:rPr lang="en-US" sz="1800" b="1" u="none" strike="noStrike">
                <a:solidFill>
                  <a:schemeClr val="dk1"/>
                </a:solidFill>
                <a:effectLst/>
                <a:uFillTx/>
                <a:latin typeface="Calibri"/>
              </a:rPr>
              <a:t>Tài liệu </a:t>
            </a:r>
            <a:endParaRPr lang="en-US" sz="1800" b="0" u="none" strike="noStrike">
              <a:solidFill>
                <a:srgbClr val="000000"/>
              </a:solidFill>
              <a:effectLst/>
              <a:uFillTx/>
              <a:latin typeface="Arial"/>
            </a:endParaRPr>
          </a:p>
          <a:p>
            <a:pPr algn="ctr">
              <a:lnSpc>
                <a:spcPct val="100000"/>
              </a:lnSpc>
            </a:pPr>
            <a:r>
              <a:rPr lang="en-US" sz="1800" b="1" u="none" strike="noStrike">
                <a:solidFill>
                  <a:schemeClr val="dk1"/>
                </a:solidFill>
                <a:effectLst/>
                <a:uFillTx/>
                <a:latin typeface="Calibri"/>
              </a:rPr>
              <a:t>phân tích </a:t>
            </a:r>
            <a:endParaRPr lang="en-US" sz="1800" b="0" u="none" strike="noStrike">
              <a:solidFill>
                <a:srgbClr val="000000"/>
              </a:solidFill>
              <a:effectLst/>
              <a:uFillTx/>
              <a:latin typeface="Arial"/>
            </a:endParaRPr>
          </a:p>
          <a:p>
            <a:pPr algn="ctr">
              <a:lnSpc>
                <a:spcPct val="100000"/>
              </a:lnSpc>
            </a:pPr>
            <a:r>
              <a:rPr lang="en-US" sz="1800" b="1" u="none" strike="noStrike">
                <a:solidFill>
                  <a:schemeClr val="dk1"/>
                </a:solidFill>
                <a:effectLst/>
                <a:uFillTx/>
                <a:latin typeface="Calibri"/>
              </a:rPr>
              <a:t>yêu cầu</a:t>
            </a:r>
            <a:endParaRPr lang="en-US" sz="1800" b="0" u="none" strike="noStrike">
              <a:solidFill>
                <a:srgbClr val="000000"/>
              </a:solidFill>
              <a:effectLst/>
              <a:uFillTx/>
              <a:latin typeface="Arial"/>
            </a:endParaRPr>
          </a:p>
        </p:txBody>
      </p:sp>
      <p:sp>
        <p:nvSpPr>
          <p:cNvPr id="203" name="Line 40"/>
          <p:cNvSpPr/>
          <p:nvPr/>
        </p:nvSpPr>
        <p:spPr>
          <a:xfrm>
            <a:off x="1229400" y="5513400"/>
            <a:ext cx="167760" cy="0"/>
          </a:xfrm>
          <a:prstGeom prst="line">
            <a:avLst/>
          </a:prstGeom>
          <a:ln w="12700">
            <a:solidFill>
              <a:srgbClr val="000000"/>
            </a:solidFill>
            <a:round/>
            <a:tailEnd len="med" type="triangle" w="med"/>
          </a:ln>
        </p:spPr>
        <p:style>
          <a:lnRef idx="0"/>
          <a:fillRef idx="0"/>
          <a:effectRef idx="0"/>
          <a:fontRef idx="minor"/>
        </p:style>
        <p:txBody>
          <a:bodyPr lIns="91080" rIns="91080" tIns="-9360" bIns="-9360" anchor="ctr">
            <a:noAutofit/>
          </a:bodyPr>
          <a:p>
            <a:endParaRPr lang="vi-VN" sz="2000" b="0" u="none" strike="noStrike">
              <a:solidFill>
                <a:schemeClr val="dk1"/>
              </a:solidFill>
              <a:effectLst/>
              <a:uFillTx/>
              <a:latin typeface="Times New Roman"/>
            </a:endParaRPr>
          </a:p>
        </p:txBody>
      </p:sp>
      <p:sp>
        <p:nvSpPr>
          <p:cNvPr id="204" name="Rectangle 43" descr="10%"/>
          <p:cNvSpPr/>
          <p:nvPr/>
        </p:nvSpPr>
        <p:spPr>
          <a:xfrm>
            <a:off x="68040" y="1583280"/>
            <a:ext cx="1104480" cy="810720"/>
          </a:xfrm>
          <a:prstGeom prst="rect">
            <a:avLst/>
          </a:prstGeom>
          <a:solidFill>
            <a:schemeClr val="bg1">
              <a:lumMod val="85000"/>
            </a:schemeClr>
          </a:solidFill>
          <a:ln w="12700">
            <a:solidFill>
              <a:srgbClr val="ffffff"/>
            </a:solidFill>
            <a:miter/>
          </a:ln>
        </p:spPr>
        <p:style>
          <a:lnRef idx="0"/>
          <a:fillRef idx="0"/>
          <a:effectRef idx="0"/>
          <a:fontRef idx="minor"/>
        </p:style>
        <p:txBody>
          <a:bodyPr wrap="none" lIns="90000" rIns="90000" tIns="44280" bIns="44280" anchor="ctr">
            <a:noAutofit/>
          </a:bodyPr>
          <a:p>
            <a:pPr algn="ctr">
              <a:lnSpc>
                <a:spcPct val="100000"/>
              </a:lnSpc>
            </a:pPr>
            <a:r>
              <a:rPr lang="en-US" sz="1800" b="1" u="none" strike="noStrike">
                <a:solidFill>
                  <a:schemeClr val="dk1"/>
                </a:solidFill>
                <a:effectLst/>
                <a:uFillTx/>
                <a:latin typeface="Calibri"/>
              </a:rPr>
              <a:t>Mã đơn vị</a:t>
            </a:r>
            <a:endParaRPr lang="en-US" sz="1800" b="0" u="none" strike="noStrike">
              <a:solidFill>
                <a:srgbClr val="000000"/>
              </a:solidFill>
              <a:effectLst/>
              <a:uFillTx/>
              <a:latin typeface="Arial"/>
            </a:endParaRPr>
          </a:p>
        </p:txBody>
      </p:sp>
      <p:sp>
        <p:nvSpPr>
          <p:cNvPr id="205" name="Line 44"/>
          <p:cNvSpPr/>
          <p:nvPr/>
        </p:nvSpPr>
        <p:spPr>
          <a:xfrm>
            <a:off x="1172520" y="1983240"/>
            <a:ext cx="167760" cy="0"/>
          </a:xfrm>
          <a:prstGeom prst="line">
            <a:avLst/>
          </a:prstGeom>
          <a:ln w="12700">
            <a:solidFill>
              <a:srgbClr val="000000"/>
            </a:solidFill>
            <a:round/>
            <a:tailEnd len="med" type="triangle" w="med"/>
          </a:ln>
        </p:spPr>
        <p:style>
          <a:lnRef idx="0"/>
          <a:fillRef idx="0"/>
          <a:effectRef idx="0"/>
          <a:fontRef idx="minor"/>
        </p:style>
        <p:txBody>
          <a:bodyPr lIns="91080" rIns="91080" tIns="-9360" bIns="-9360" anchor="ctr">
            <a:noAutofit/>
          </a:bodyPr>
          <a:p>
            <a:endParaRPr lang="vi-VN" sz="2000" b="0" u="none" strike="noStrike">
              <a:solidFill>
                <a:schemeClr val="dk1"/>
              </a:solidFill>
              <a:effectLst/>
              <a:uFillTx/>
              <a:latin typeface="Times New Roman"/>
            </a:endParaRPr>
          </a:p>
        </p:txBody>
      </p:sp>
      <p:sp>
        <p:nvSpPr>
          <p:cNvPr id="206" name="Line 45"/>
          <p:cNvSpPr/>
          <p:nvPr/>
        </p:nvSpPr>
        <p:spPr>
          <a:xfrm flipH="1">
            <a:off x="6982560" y="2253600"/>
            <a:ext cx="1374840" cy="1050120"/>
          </a:xfrm>
          <a:prstGeom prst="line">
            <a:avLst/>
          </a:prstGeom>
          <a:ln w="12700">
            <a:solidFill>
              <a:srgbClr val="000000"/>
            </a:solidFill>
            <a:round/>
            <a:tailEnd len="med" type="triangle" w="med"/>
          </a:ln>
        </p:spPr>
        <p:style>
          <a:lnRef idx="0"/>
          <a:fillRef idx="0"/>
          <a:effectRef idx="0"/>
          <a:fontRef idx="minor"/>
        </p:style>
        <p:txBody>
          <a:bodyPr lIns="91080" rIns="91080" tIns="45360" bIns="45360" anchor="ctr">
            <a:noAutofit/>
          </a:bodyPr>
          <a:p>
            <a:endParaRPr lang="vi-VN" sz="2000" b="0" u="none" strike="noStrike">
              <a:solidFill>
                <a:schemeClr val="dk1"/>
              </a:solidFill>
              <a:effectLst/>
              <a:uFillTx/>
              <a:latin typeface="Times New Roman"/>
            </a:endParaRPr>
          </a:p>
        </p:txBody>
      </p:sp>
      <p:sp>
        <p:nvSpPr>
          <p:cNvPr id="207" name="Line 46"/>
          <p:cNvSpPr/>
          <p:nvPr/>
        </p:nvSpPr>
        <p:spPr>
          <a:xfrm>
            <a:off x="6431760" y="2412000"/>
            <a:ext cx="720" cy="665640"/>
          </a:xfrm>
          <a:prstGeom prst="line">
            <a:avLst/>
          </a:prstGeom>
          <a:ln w="12700">
            <a:solidFill>
              <a:srgbClr val="000000"/>
            </a:solidFill>
            <a:round/>
            <a:tailEnd len="med" type="triangle" w="med"/>
          </a:ln>
        </p:spPr>
        <p:style>
          <a:lnRef idx="0"/>
          <a:fillRef idx="0"/>
          <a:effectRef idx="0"/>
          <a:fontRef idx="minor"/>
        </p:style>
        <p:txBody>
          <a:bodyPr lIns="91080" rIns="91080" tIns="45360" bIns="45360" anchor="ctr">
            <a:noAutofit/>
          </a:bodyPr>
          <a:p>
            <a:endParaRPr lang="vi-VN" sz="2000" b="0" u="none" strike="noStrike">
              <a:solidFill>
                <a:schemeClr val="dk1"/>
              </a:solidFill>
              <a:effectLst/>
              <a:uFillTx/>
              <a:latin typeface="Times New Roman"/>
            </a:endParaRPr>
          </a:p>
        </p:txBody>
      </p:sp>
      <p:sp>
        <p:nvSpPr>
          <p:cNvPr id="208" name="Line 47"/>
          <p:cNvSpPr/>
          <p:nvPr/>
        </p:nvSpPr>
        <p:spPr>
          <a:xfrm flipH="1">
            <a:off x="4287240" y="2367360"/>
            <a:ext cx="11520" cy="653400"/>
          </a:xfrm>
          <a:prstGeom prst="line">
            <a:avLst/>
          </a:prstGeom>
          <a:ln w="12700">
            <a:solidFill>
              <a:srgbClr val="000000"/>
            </a:solidFill>
            <a:round/>
            <a:tailEnd len="med" type="triangle" w="med"/>
          </a:ln>
        </p:spPr>
        <p:style>
          <a:lnRef idx="0"/>
          <a:fillRef idx="0"/>
          <a:effectRef idx="0"/>
          <a:fontRef idx="minor"/>
        </p:style>
        <p:txBody>
          <a:bodyPr lIns="91080" rIns="91080" tIns="45360" bIns="45360" anchor="ctr">
            <a:noAutofit/>
          </a:bodyPr>
          <a:p>
            <a:endParaRPr lang="vi-VN" sz="2000" b="0" u="none" strike="noStrike">
              <a:solidFill>
                <a:schemeClr val="dk1"/>
              </a:solidFill>
              <a:effectLst/>
              <a:uFillTx/>
              <a:latin typeface="Times New Roman"/>
            </a:endParaRPr>
          </a:p>
        </p:txBody>
      </p:sp>
      <p:sp>
        <p:nvSpPr>
          <p:cNvPr id="209" name="Line 48"/>
          <p:cNvSpPr/>
          <p:nvPr/>
        </p:nvSpPr>
        <p:spPr>
          <a:xfrm>
            <a:off x="5098320" y="3748320"/>
            <a:ext cx="551520" cy="360"/>
          </a:xfrm>
          <a:prstGeom prst="line">
            <a:avLst/>
          </a:prstGeom>
          <a:ln w="12700">
            <a:solidFill>
              <a:srgbClr val="000000"/>
            </a:solidFill>
            <a:round/>
            <a:tailEnd len="med" type="triangle" w="med"/>
          </a:ln>
        </p:spPr>
        <p:style>
          <a:lnRef idx="0"/>
          <a:fillRef idx="0"/>
          <a:effectRef idx="0"/>
          <a:fontRef idx="minor"/>
        </p:style>
        <p:txBody>
          <a:bodyPr lIns="91080" rIns="91080" tIns="0" bIns="0" anchor="ctr">
            <a:noAutofit/>
          </a:bodyPr>
          <a:p>
            <a:endParaRPr lang="vi-VN" sz="2000" b="0" u="none" strike="noStrike">
              <a:solidFill>
                <a:schemeClr val="dk1"/>
              </a:solidFill>
              <a:effectLst/>
              <a:uFillTx/>
              <a:latin typeface="Times New Roman"/>
            </a:endParaRPr>
          </a:p>
        </p:txBody>
      </p:sp>
      <p:sp>
        <p:nvSpPr>
          <p:cNvPr id="210" name="Line 49"/>
          <p:cNvSpPr/>
          <p:nvPr/>
        </p:nvSpPr>
        <p:spPr>
          <a:xfrm>
            <a:off x="7211880" y="3748320"/>
            <a:ext cx="1546200" cy="360"/>
          </a:xfrm>
          <a:prstGeom prst="line">
            <a:avLst/>
          </a:prstGeom>
          <a:ln w="12700">
            <a:solidFill>
              <a:srgbClr val="000000"/>
            </a:solidFill>
            <a:round/>
            <a:tailEnd len="med" type="triangle" w="med"/>
          </a:ln>
        </p:spPr>
        <p:style>
          <a:lnRef idx="0"/>
          <a:fillRef idx="0"/>
          <a:effectRef idx="0"/>
          <a:fontRef idx="minor"/>
        </p:style>
        <p:txBody>
          <a:bodyPr lIns="91080" rIns="91080" tIns="0" bIns="0" anchor="ctr">
            <a:noAutofit/>
          </a:bodyPr>
          <a:p>
            <a:endParaRPr lang="vi-VN" sz="2000" b="0" u="none" strike="noStrike">
              <a:solidFill>
                <a:schemeClr val="dk1"/>
              </a:solidFill>
              <a:effectLst/>
              <a:uFillTx/>
              <a:latin typeface="Times New Roman"/>
            </a:endParaRPr>
          </a:p>
        </p:txBody>
      </p:sp>
      <p:sp>
        <p:nvSpPr>
          <p:cNvPr id="211" name="Rectangle 50"/>
          <p:cNvSpPr/>
          <p:nvPr/>
        </p:nvSpPr>
        <p:spPr>
          <a:xfrm>
            <a:off x="1501200" y="6006960"/>
            <a:ext cx="6024240" cy="532440"/>
          </a:xfrm>
          <a:prstGeom prst="rect">
            <a:avLst/>
          </a:prstGeom>
          <a:gradFill rotWithShape="0">
            <a:gsLst>
              <a:gs pos="0">
                <a:srgbClr val="bd005a"/>
              </a:gs>
              <a:gs pos="80000">
                <a:srgbClr val="f60075"/>
              </a:gs>
              <a:gs pos="100000">
                <a:srgbClr val="f70075"/>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wrap="none" lIns="90000" rIns="90000" tIns="44280" bIns="44280" anchor="ctr">
            <a:noAutofit/>
          </a:bodyPr>
          <a:p>
            <a:pPr marL="343080" indent="-343080" algn="ctr">
              <a:lnSpc>
                <a:spcPct val="100000"/>
              </a:lnSpc>
              <a:tabLst>
                <a:tab algn="l" pos="0"/>
              </a:tabLst>
            </a:pPr>
            <a:r>
              <a:rPr lang="en-US" sz="2000" b="1" u="none" strike="noStrike">
                <a:solidFill>
                  <a:schemeClr val="dk1"/>
                </a:solidFill>
                <a:effectLst/>
                <a:uFillTx/>
                <a:latin typeface="Calibri"/>
              </a:rPr>
              <a:t>Người phát triển thực hiện</a:t>
            </a:r>
            <a:endParaRPr lang="en-US" sz="2000" b="0" u="none" strike="noStrike">
              <a:solidFill>
                <a:srgbClr val="000000"/>
              </a:solidFill>
              <a:effectLst/>
              <a:uFillTx/>
              <a:latin typeface="Arial"/>
            </a:endParaRPr>
          </a:p>
        </p:txBody>
      </p:sp>
      <p:sp>
        <p:nvSpPr>
          <p:cNvPr id="212" name="Rectangle 51"/>
          <p:cNvSpPr/>
          <p:nvPr/>
        </p:nvSpPr>
        <p:spPr>
          <a:xfrm>
            <a:off x="5968440" y="4360680"/>
            <a:ext cx="1556640" cy="334080"/>
          </a:xfrm>
          <a:prstGeom prst="rect">
            <a:avLst/>
          </a:prstGeom>
          <a:noFill/>
          <a:ln w="0">
            <a:noFill/>
          </a:ln>
        </p:spPr>
        <p:style>
          <a:lnRef idx="0"/>
          <a:fillRef idx="0"/>
          <a:effectRef idx="0"/>
          <a:fontRef idx="minor"/>
        </p:style>
        <p:txBody>
          <a:bodyPr wrap="none" lIns="90000" rIns="90000" tIns="44280" bIns="44280" anchor="t">
            <a:spAutoFit/>
          </a:bodyPr>
          <a:p>
            <a:pPr marL="343080" indent="-343080" algn="ctr">
              <a:lnSpc>
                <a:spcPct val="100000"/>
              </a:lnSpc>
              <a:tabLst>
                <a:tab algn="l" pos="0"/>
              </a:tabLst>
            </a:pPr>
            <a:r>
              <a:rPr lang="en-US" sz="1600" b="0" u="none" strike="noStrike">
                <a:solidFill>
                  <a:srgbClr val="000000"/>
                </a:solidFill>
                <a:effectLst/>
                <a:uFillTx/>
                <a:latin typeface="Calibri"/>
              </a:rPr>
              <a:t>Hệ thống đầy đủ</a:t>
            </a:r>
            <a:endParaRPr lang="en-US" sz="1600" b="0" u="none" strike="noStrike">
              <a:solidFill>
                <a:srgbClr val="000000"/>
              </a:solidFill>
              <a:effectLst/>
              <a:uFillTx/>
              <a:latin typeface="Arial"/>
            </a:endParaRPr>
          </a:p>
        </p:txBody>
      </p:sp>
      <p:sp>
        <p:nvSpPr>
          <p:cNvPr id="213" name="Rectangle 52"/>
          <p:cNvSpPr/>
          <p:nvPr/>
        </p:nvSpPr>
        <p:spPr>
          <a:xfrm>
            <a:off x="3350160" y="4363200"/>
            <a:ext cx="2280240" cy="334080"/>
          </a:xfrm>
          <a:prstGeom prst="rect">
            <a:avLst/>
          </a:prstGeom>
          <a:noFill/>
          <a:ln w="0">
            <a:noFill/>
          </a:ln>
        </p:spPr>
        <p:style>
          <a:lnRef idx="0"/>
          <a:fillRef idx="0"/>
          <a:effectRef idx="0"/>
          <a:fontRef idx="minor"/>
        </p:style>
        <p:txBody>
          <a:bodyPr wrap="none" lIns="90000" rIns="90000" tIns="44280" bIns="44280" anchor="t">
            <a:spAutoFit/>
          </a:bodyPr>
          <a:p>
            <a:pPr marL="343080" indent="-343080" algn="ctr">
              <a:lnSpc>
                <a:spcPct val="100000"/>
              </a:lnSpc>
              <a:tabLst>
                <a:tab algn="l" pos="0"/>
              </a:tabLst>
            </a:pPr>
            <a:r>
              <a:rPr lang="en-US" sz="1600" b="0" u="none" strike="noStrike">
                <a:solidFill>
                  <a:srgbClr val="000000"/>
                </a:solidFill>
                <a:effectLst/>
                <a:uFillTx/>
                <a:latin typeface="Calibri"/>
              </a:rPr>
              <a:t>Hệ thống con đã tích hợp</a:t>
            </a:r>
            <a:endParaRPr lang="en-US" sz="1600" b="0" u="none" strike="noStrike">
              <a:solidFill>
                <a:srgbClr val="000000"/>
              </a:solidFill>
              <a:effectLst/>
              <a:uFillTx/>
              <a:latin typeface="Arial"/>
            </a:endParaRPr>
          </a:p>
        </p:txBody>
      </p:sp>
      <p:sp>
        <p:nvSpPr>
          <p:cNvPr id="214" name="Oval 34"/>
          <p:cNvSpPr/>
          <p:nvPr/>
        </p:nvSpPr>
        <p:spPr>
          <a:xfrm>
            <a:off x="1381680" y="2642760"/>
            <a:ext cx="1085400" cy="834480"/>
          </a:xfrm>
          <a:prstGeom prst="ellipse">
            <a:avLst/>
          </a:prstGeom>
          <a:solidFill>
            <a:srgbClr val="ffffff"/>
          </a:solidFill>
          <a:ln w="12700">
            <a:solidFill>
              <a:srgbClr val="000000"/>
            </a:solidFill>
            <a:round/>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000" b="0" u="none" strike="noStrike">
                <a:solidFill>
                  <a:schemeClr val="dk1"/>
                </a:solidFill>
                <a:effectLst/>
                <a:uFillTx/>
                <a:latin typeface="Calibri"/>
              </a:rPr>
              <a:t>KT </a:t>
            </a:r>
            <a:endParaRPr lang="en-US" sz="2000" b="0" u="none" strike="noStrike">
              <a:solidFill>
                <a:srgbClr val="000000"/>
              </a:solidFill>
              <a:effectLst/>
              <a:uFillTx/>
              <a:latin typeface="Arial"/>
            </a:endParaRPr>
          </a:p>
          <a:p>
            <a:pPr marL="343080" indent="-343080" algn="ctr">
              <a:lnSpc>
                <a:spcPct val="100000"/>
              </a:lnSpc>
              <a:tabLst>
                <a:tab algn="l" pos="0"/>
              </a:tabLst>
            </a:pPr>
            <a:r>
              <a:rPr lang="en-US" sz="2000" b="0" u="none" strike="noStrike">
                <a:solidFill>
                  <a:schemeClr val="dk1"/>
                </a:solidFill>
                <a:effectLst/>
                <a:uFillTx/>
                <a:latin typeface="Calibri"/>
              </a:rPr>
              <a:t>đơn vị</a:t>
            </a:r>
            <a:endParaRPr lang="en-US" sz="2000" b="0" u="none" strike="noStrike">
              <a:solidFill>
                <a:srgbClr val="000000"/>
              </a:solidFill>
              <a:effectLst/>
              <a:uFillTx/>
              <a:latin typeface="Arial"/>
            </a:endParaRPr>
          </a:p>
        </p:txBody>
      </p:sp>
      <p:sp>
        <p:nvSpPr>
          <p:cNvPr id="215" name="Rectangle 43" descr="10%"/>
          <p:cNvSpPr/>
          <p:nvPr/>
        </p:nvSpPr>
        <p:spPr>
          <a:xfrm>
            <a:off x="64800" y="2693520"/>
            <a:ext cx="1104480" cy="810720"/>
          </a:xfrm>
          <a:prstGeom prst="rect">
            <a:avLst/>
          </a:prstGeom>
          <a:solidFill>
            <a:schemeClr val="bg1">
              <a:lumMod val="85000"/>
            </a:schemeClr>
          </a:solidFill>
          <a:ln w="12700">
            <a:solidFill>
              <a:srgbClr val="ffffff"/>
            </a:solidFill>
            <a:miter/>
          </a:ln>
        </p:spPr>
        <p:style>
          <a:lnRef idx="0"/>
          <a:fillRef idx="0"/>
          <a:effectRef idx="0"/>
          <a:fontRef idx="minor"/>
        </p:style>
        <p:txBody>
          <a:bodyPr wrap="none" lIns="90000" rIns="90000" tIns="44280" bIns="44280" anchor="ctr">
            <a:noAutofit/>
          </a:bodyPr>
          <a:p>
            <a:pPr algn="ctr">
              <a:lnSpc>
                <a:spcPct val="100000"/>
              </a:lnSpc>
            </a:pPr>
            <a:r>
              <a:rPr lang="en-US" sz="1800" b="1" u="none" strike="noStrike">
                <a:solidFill>
                  <a:schemeClr val="dk1"/>
                </a:solidFill>
                <a:effectLst/>
                <a:uFillTx/>
                <a:latin typeface="Calibri"/>
              </a:rPr>
              <a:t>Mã đơn vị</a:t>
            </a:r>
            <a:endParaRPr lang="en-US" sz="1800" b="0" u="none" strike="noStrike">
              <a:solidFill>
                <a:srgbClr val="000000"/>
              </a:solidFill>
              <a:effectLst/>
              <a:uFillTx/>
              <a:latin typeface="Arial"/>
            </a:endParaRPr>
          </a:p>
        </p:txBody>
      </p:sp>
      <p:sp>
        <p:nvSpPr>
          <p:cNvPr id="216" name="Line 44"/>
          <p:cNvSpPr/>
          <p:nvPr/>
        </p:nvSpPr>
        <p:spPr>
          <a:xfrm>
            <a:off x="1169280" y="3093480"/>
            <a:ext cx="167760" cy="0"/>
          </a:xfrm>
          <a:prstGeom prst="line">
            <a:avLst/>
          </a:prstGeom>
          <a:ln w="12700">
            <a:solidFill>
              <a:srgbClr val="000000"/>
            </a:solidFill>
            <a:round/>
            <a:tailEnd len="med" type="triangle" w="med"/>
          </a:ln>
        </p:spPr>
        <p:style>
          <a:lnRef idx="0"/>
          <a:fillRef idx="0"/>
          <a:effectRef idx="0"/>
          <a:fontRef idx="minor"/>
        </p:style>
        <p:txBody>
          <a:bodyPr lIns="91080" rIns="91080" tIns="-9360" bIns="-9360" anchor="ctr">
            <a:noAutofit/>
          </a:bodyPr>
          <a:p>
            <a:endParaRPr lang="vi-VN" sz="2000" b="0" u="none" strike="noStrike">
              <a:solidFill>
                <a:schemeClr val="dk1"/>
              </a:solidFill>
              <a:effectLst/>
              <a:uFillTx/>
              <a:latin typeface="Times New Roman"/>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title"/>
          </p:nvPr>
        </p:nvSpPr>
        <p:spPr>
          <a:xfrm>
            <a:off x="682920" y="-75960"/>
            <a:ext cx="7739280" cy="1137960"/>
          </a:xfrm>
          <a:prstGeom prst="rect">
            <a:avLst/>
          </a:prstGeom>
          <a:noFill/>
          <a:ln w="9360">
            <a:noFill/>
          </a:ln>
        </p:spPr>
        <p:txBody>
          <a:bodyPr numCol="1" spcCol="0" lIns="90000" rIns="90000" tIns="44280" bIns="44280" anchor="ctr">
            <a:noAutofit/>
          </a:bodyPr>
          <a:p>
            <a:pPr indent="0" algn="ctr">
              <a:lnSpc>
                <a:spcPct val="100000"/>
              </a:lnSpc>
              <a:buNone/>
              <a:tabLst>
                <a:tab algn="l" pos="0"/>
              </a:tabLst>
            </a:pPr>
            <a:r>
              <a:rPr lang="en-US" sz="4200" b="0" u="none" strike="noStrike">
                <a:solidFill>
                  <a:srgbClr val="0070c0"/>
                </a:solidFill>
                <a:effectLst/>
                <a:uFillTx/>
                <a:latin typeface="Calibri"/>
              </a:rPr>
              <a:t>Các mức kiểm thử (tiếp)</a:t>
            </a:r>
            <a:endParaRPr lang="en-US" sz="4200" b="0" u="none" strike="noStrike">
              <a:solidFill>
                <a:srgbClr val="000000"/>
              </a:solidFill>
              <a:effectLst/>
              <a:uFillTx/>
              <a:latin typeface="Arial"/>
            </a:endParaRPr>
          </a:p>
        </p:txBody>
      </p:sp>
      <p:sp>
        <p:nvSpPr>
          <p:cNvPr id="218" name="PlaceHolder 2"/>
          <p:cNvSpPr>
            <a:spLocks noGrp="1"/>
          </p:cNvSpPr>
          <p:nvPr>
            <p:ph type="ftr" idx="81"/>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19" name="PlaceHolder 3"/>
          <p:cNvSpPr>
            <a:spLocks noGrp="1"/>
          </p:cNvSpPr>
          <p:nvPr>
            <p:ph type="sldNum" idx="82"/>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35195E81-1105-43CD-83A2-7970CA30B58B}" type="slidenum">
              <a:rPr lang="en-CA" sz="1200" b="0" u="none" strike="noStrike">
                <a:solidFill>
                  <a:srgbClr val="898989"/>
                </a:solidFill>
                <a:effectLst/>
                <a:uFillTx/>
                <a:latin typeface="Calibri"/>
              </a:rPr>
              <a:t>22</a:t>
            </a:fld>
            <a:endParaRPr lang="en-US" sz="1200" b="0" u="none" strike="noStrike">
              <a:solidFill>
                <a:srgbClr val="000000"/>
              </a:solidFill>
              <a:effectLst/>
              <a:uFillTx/>
              <a:latin typeface="Times New Roman"/>
            </a:endParaRPr>
          </a:p>
        </p:txBody>
      </p:sp>
      <p:sp>
        <p:nvSpPr>
          <p:cNvPr id="220" name="Rectangle 2" descr="10%"/>
          <p:cNvSpPr/>
          <p:nvPr/>
        </p:nvSpPr>
        <p:spPr>
          <a:xfrm>
            <a:off x="4051800" y="5222520"/>
            <a:ext cx="2034000" cy="206640"/>
          </a:xfrm>
          <a:prstGeom prst="rect">
            <a:avLst/>
          </a:prstGeom>
          <a:pattFill prst="wdUpDiag">
            <a:fgClr>
              <a:srgbClr val="000000"/>
            </a:fgClr>
            <a:bgClr>
              <a:srgbClr val="ffffff"/>
            </a:bgClr>
          </a:pattFill>
          <a:ln w="0">
            <a:noFill/>
          </a:ln>
        </p:spPr>
        <p:style>
          <a:lnRef idx="0"/>
          <a:fillRef idx="0"/>
          <a:effectRef idx="0"/>
          <a:fontRef idx="minor"/>
        </p:style>
        <p:txBody>
          <a:bodyPr wrap="none" lIns="91080" rIns="91080" tIns="45360" bIns="45360" anchor="ctr">
            <a:noAutofit/>
          </a:bodyPr>
          <a:p>
            <a:pPr marL="343080" indent="-343080">
              <a:lnSpc>
                <a:spcPct val="100000"/>
              </a:lnSpc>
              <a:tabLst>
                <a:tab algn="l" pos="0"/>
              </a:tabLst>
            </a:pPr>
            <a:endParaRPr lang="en-US" sz="2000" b="0" u="none" strike="noStrike">
              <a:solidFill>
                <a:schemeClr val="dk1"/>
              </a:solidFill>
              <a:effectLst/>
              <a:uFillTx/>
              <a:latin typeface="Calibri"/>
            </a:endParaRPr>
          </a:p>
        </p:txBody>
      </p:sp>
      <p:sp>
        <p:nvSpPr>
          <p:cNvPr id="221" name="Rectangle 4" descr="10%"/>
          <p:cNvSpPr/>
          <p:nvPr/>
        </p:nvSpPr>
        <p:spPr>
          <a:xfrm>
            <a:off x="1057680" y="1504080"/>
            <a:ext cx="1875960" cy="802800"/>
          </a:xfrm>
          <a:prstGeom prst="rect">
            <a:avLst/>
          </a:prstGeom>
          <a:solidFill>
            <a:schemeClr val="bg1">
              <a:lumMod val="85000"/>
            </a:schemeClr>
          </a:solidFill>
          <a:ln w="12700">
            <a:solidFill>
              <a:srgbClr val="ffffff"/>
            </a:solidFill>
            <a:miter/>
          </a:ln>
        </p:spPr>
        <p:style>
          <a:lnRef idx="0"/>
          <a:fillRef idx="0"/>
          <a:effectRef idx="0"/>
          <a:fontRef idx="minor"/>
        </p:style>
        <p:txBody>
          <a:bodyPr wrap="none" lIns="90000" rIns="90000" tIns="44280" bIns="44280" anchor="ctr">
            <a:noAutofit/>
          </a:bodyPr>
          <a:p>
            <a:pPr algn="ctr">
              <a:lnSpc>
                <a:spcPct val="100000"/>
              </a:lnSpc>
            </a:pPr>
            <a:r>
              <a:rPr lang="en-US" sz="1800" b="1" u="none" strike="noStrike">
                <a:solidFill>
                  <a:schemeClr val="dk1"/>
                </a:solidFill>
                <a:effectLst/>
                <a:uFillTx/>
                <a:latin typeface="Calibri"/>
              </a:rPr>
              <a:t>Yêu cầu chất lượng</a:t>
            </a:r>
            <a:endParaRPr lang="en-US" sz="1800" b="0" u="none" strike="noStrike">
              <a:solidFill>
                <a:srgbClr val="000000"/>
              </a:solidFill>
              <a:effectLst/>
              <a:uFillTx/>
              <a:latin typeface="Arial"/>
            </a:endParaRPr>
          </a:p>
        </p:txBody>
      </p:sp>
      <p:sp>
        <p:nvSpPr>
          <p:cNvPr id="222" name="Rectangle 6" descr="10%"/>
          <p:cNvSpPr/>
          <p:nvPr/>
        </p:nvSpPr>
        <p:spPr>
          <a:xfrm>
            <a:off x="3936240" y="5154480"/>
            <a:ext cx="2297880" cy="331560"/>
          </a:xfrm>
          <a:prstGeom prst="rect">
            <a:avLst/>
          </a:prstGeom>
          <a:pattFill prst="wdUpDiag">
            <a:fgClr>
              <a:srgbClr val="000000"/>
            </a:fgClr>
            <a:bgClr>
              <a:srgbClr val="ffffff"/>
            </a:bgClr>
          </a:pattFill>
          <a:ln w="0">
            <a:noFill/>
          </a:ln>
        </p:spPr>
        <p:style>
          <a:lnRef idx="0"/>
          <a:fillRef idx="0"/>
          <a:effectRef idx="0"/>
          <a:fontRef idx="minor"/>
        </p:style>
        <p:txBody>
          <a:bodyPr wrap="none" lIns="90000" rIns="90000" tIns="44280" bIns="44280" anchor="ctr">
            <a:noAutofit/>
          </a:bodyPr>
          <a:p>
            <a:pPr marL="343080" indent="-343080" algn="ctr">
              <a:lnSpc>
                <a:spcPct val="100000"/>
              </a:lnSpc>
              <a:tabLst>
                <a:tab algn="l" pos="0"/>
              </a:tabLst>
            </a:pPr>
            <a:r>
              <a:rPr lang="en-US" sz="1800" b="1" u="none" strike="noStrike">
                <a:solidFill>
                  <a:schemeClr val="dk1"/>
                </a:solidFill>
                <a:effectLst/>
                <a:uFillTx/>
                <a:latin typeface="Calibri"/>
              </a:rPr>
              <a:t>Hiểu biết của người sử dụng</a:t>
            </a:r>
            <a:endParaRPr lang="en-US" sz="1800" b="0" u="none" strike="noStrike">
              <a:solidFill>
                <a:srgbClr val="000000"/>
              </a:solidFill>
              <a:effectLst/>
              <a:uFillTx/>
              <a:latin typeface="Arial"/>
            </a:endParaRPr>
          </a:p>
        </p:txBody>
      </p:sp>
      <p:sp>
        <p:nvSpPr>
          <p:cNvPr id="223" name="Rectangle 7"/>
          <p:cNvSpPr/>
          <p:nvPr/>
        </p:nvSpPr>
        <p:spPr>
          <a:xfrm>
            <a:off x="421920" y="4885560"/>
            <a:ext cx="2607840" cy="331560"/>
          </a:xfrm>
          <a:prstGeom prst="rect">
            <a:avLst/>
          </a:prstGeom>
          <a:gradFill rotWithShape="0">
            <a:gsLst>
              <a:gs pos="0">
                <a:srgbClr val="bd005a"/>
              </a:gs>
              <a:gs pos="80000">
                <a:srgbClr val="f60075"/>
              </a:gs>
              <a:gs pos="100000">
                <a:srgbClr val="f70075"/>
              </a:gs>
            </a:gsLst>
            <a:lin ang="16200000"/>
          </a:gradFill>
          <a:ln w="0">
            <a:noFill/>
          </a:ln>
          <a:effectLst>
            <a:outerShdw blurRad="39960" dir="5400000" dist="23040" rotWithShape="0">
              <a:srgbClr val="000000">
                <a:alpha val="35000"/>
              </a:srgbClr>
            </a:outerShdw>
          </a:effectLst>
        </p:spPr>
        <p:style>
          <a:lnRef idx="0">
            <a:schemeClr val="accent2"/>
          </a:lnRef>
          <a:fillRef idx="3">
            <a:schemeClr val="accent2"/>
          </a:fillRef>
          <a:effectRef idx="3">
            <a:schemeClr val="accent2"/>
          </a:effectRef>
          <a:fontRef idx="minor"/>
        </p:style>
        <p:txBody>
          <a:bodyPr wrap="none" lIns="90000" rIns="90000" tIns="44280" bIns="44280" anchor="ctr">
            <a:noAutofit/>
          </a:bodyPr>
          <a:p>
            <a:pPr marL="343080" indent="-343080" algn="ctr">
              <a:lnSpc>
                <a:spcPct val="100000"/>
              </a:lnSpc>
              <a:tabLst>
                <a:tab algn="l" pos="0"/>
              </a:tabLst>
            </a:pPr>
            <a:r>
              <a:rPr lang="en-US" sz="1800" b="1" u="none" strike="noStrike">
                <a:solidFill>
                  <a:schemeClr val="dk1"/>
                </a:solidFill>
                <a:effectLst/>
                <a:uFillTx/>
                <a:latin typeface="Calibri"/>
              </a:rPr>
              <a:t>Người phát triển thực hiện</a:t>
            </a:r>
            <a:endParaRPr lang="en-US" sz="1800" b="0" u="none" strike="noStrike">
              <a:solidFill>
                <a:srgbClr val="000000"/>
              </a:solidFill>
              <a:effectLst/>
              <a:uFillTx/>
              <a:latin typeface="Arial"/>
            </a:endParaRPr>
          </a:p>
        </p:txBody>
      </p:sp>
      <p:sp>
        <p:nvSpPr>
          <p:cNvPr id="224" name="Oval 8"/>
          <p:cNvSpPr/>
          <p:nvPr/>
        </p:nvSpPr>
        <p:spPr>
          <a:xfrm>
            <a:off x="1193400" y="2811960"/>
            <a:ext cx="1815840" cy="1217160"/>
          </a:xfrm>
          <a:prstGeom prst="ellipse">
            <a:avLst/>
          </a:prstGeom>
          <a:solidFill>
            <a:srgbClr val="ffffff"/>
          </a:solidFill>
          <a:ln w="12700">
            <a:solidFill>
              <a:srgbClr val="000000"/>
            </a:solidFill>
            <a:round/>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000" b="0" u="none" strike="noStrike">
                <a:solidFill>
                  <a:schemeClr val="dk1"/>
                </a:solidFill>
                <a:effectLst/>
                <a:uFillTx/>
                <a:latin typeface="Calibri"/>
              </a:rPr>
              <a:t>KT </a:t>
            </a:r>
            <a:endParaRPr lang="en-US" sz="2000" b="0" u="none" strike="noStrike">
              <a:solidFill>
                <a:srgbClr val="000000"/>
              </a:solidFill>
              <a:effectLst/>
              <a:uFillTx/>
              <a:latin typeface="Arial"/>
            </a:endParaRPr>
          </a:p>
          <a:p>
            <a:pPr marL="343080" indent="-343080" algn="ctr">
              <a:lnSpc>
                <a:spcPct val="100000"/>
              </a:lnSpc>
              <a:tabLst>
                <a:tab algn="l" pos="0"/>
              </a:tabLst>
            </a:pPr>
            <a:r>
              <a:rPr lang="en-US" sz="2000" b="0" u="none" strike="noStrike">
                <a:solidFill>
                  <a:schemeClr val="dk1"/>
                </a:solidFill>
                <a:effectLst/>
                <a:uFillTx/>
                <a:latin typeface="Calibri"/>
              </a:rPr>
              <a:t>chất lượng</a:t>
            </a:r>
            <a:endParaRPr lang="en-US" sz="2000" b="0" u="none" strike="noStrike">
              <a:solidFill>
                <a:srgbClr val="000000"/>
              </a:solidFill>
              <a:effectLst/>
              <a:uFillTx/>
              <a:latin typeface="Arial"/>
            </a:endParaRPr>
          </a:p>
        </p:txBody>
      </p:sp>
      <p:sp>
        <p:nvSpPr>
          <p:cNvPr id="225" name="Line 10"/>
          <p:cNvSpPr/>
          <p:nvPr/>
        </p:nvSpPr>
        <p:spPr>
          <a:xfrm>
            <a:off x="2998800" y="3441600"/>
            <a:ext cx="653040" cy="360"/>
          </a:xfrm>
          <a:prstGeom prst="line">
            <a:avLst/>
          </a:prstGeom>
          <a:ln w="12700">
            <a:solidFill>
              <a:srgbClr val="000000"/>
            </a:solidFill>
            <a:round/>
            <a:tailEnd len="med" type="triangle" w="med"/>
          </a:ln>
        </p:spPr>
        <p:style>
          <a:lnRef idx="0"/>
          <a:fillRef idx="0"/>
          <a:effectRef idx="0"/>
          <a:fontRef idx="minor"/>
        </p:style>
        <p:txBody>
          <a:bodyPr lIns="91080" rIns="91080" tIns="0" bIns="0" anchor="ctr">
            <a:noAutofit/>
          </a:bodyPr>
          <a:p>
            <a:endParaRPr lang="vi-VN" sz="2000" b="0" u="none" strike="noStrike">
              <a:solidFill>
                <a:schemeClr val="dk1"/>
              </a:solidFill>
              <a:effectLst/>
              <a:uFillTx/>
              <a:latin typeface="Times New Roman"/>
            </a:endParaRPr>
          </a:p>
        </p:txBody>
      </p:sp>
      <p:sp>
        <p:nvSpPr>
          <p:cNvPr id="226" name="Oval 11"/>
          <p:cNvSpPr/>
          <p:nvPr/>
        </p:nvSpPr>
        <p:spPr>
          <a:xfrm>
            <a:off x="3678840" y="2811960"/>
            <a:ext cx="1722600" cy="1217160"/>
          </a:xfrm>
          <a:prstGeom prst="ellipse">
            <a:avLst/>
          </a:prstGeom>
          <a:solidFill>
            <a:srgbClr val="ffffff"/>
          </a:solidFill>
          <a:ln w="12700">
            <a:solidFill>
              <a:srgbClr val="000000"/>
            </a:solidFill>
            <a:round/>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000" b="0" u="none" strike="noStrike">
                <a:solidFill>
                  <a:schemeClr val="dk1"/>
                </a:solidFill>
                <a:effectLst/>
                <a:uFillTx/>
                <a:latin typeface="Calibri"/>
              </a:rPr>
              <a:t>KT </a:t>
            </a:r>
            <a:endParaRPr lang="en-US" sz="2000" b="0" u="none" strike="noStrike">
              <a:solidFill>
                <a:srgbClr val="000000"/>
              </a:solidFill>
              <a:effectLst/>
              <a:uFillTx/>
              <a:latin typeface="Arial"/>
            </a:endParaRPr>
          </a:p>
          <a:p>
            <a:pPr marL="343080" indent="-343080" algn="ctr">
              <a:lnSpc>
                <a:spcPct val="100000"/>
              </a:lnSpc>
              <a:tabLst>
                <a:tab algn="l" pos="0"/>
              </a:tabLst>
            </a:pPr>
            <a:r>
              <a:rPr lang="en-US" sz="2000" b="0" u="none" strike="noStrike">
                <a:solidFill>
                  <a:schemeClr val="dk1"/>
                </a:solidFill>
                <a:effectLst/>
                <a:uFillTx/>
                <a:latin typeface="Calibri"/>
              </a:rPr>
              <a:t>chấp thuận</a:t>
            </a:r>
            <a:endParaRPr lang="en-US" sz="2000" b="0" u="none" strike="noStrike">
              <a:solidFill>
                <a:srgbClr val="000000"/>
              </a:solidFill>
              <a:effectLst/>
              <a:uFillTx/>
              <a:latin typeface="Arial"/>
            </a:endParaRPr>
          </a:p>
        </p:txBody>
      </p:sp>
      <p:sp>
        <p:nvSpPr>
          <p:cNvPr id="227" name="Rectangle 13" descr="10%"/>
          <p:cNvSpPr/>
          <p:nvPr/>
        </p:nvSpPr>
        <p:spPr>
          <a:xfrm>
            <a:off x="3762360" y="1222560"/>
            <a:ext cx="2320200" cy="1155600"/>
          </a:xfrm>
          <a:prstGeom prst="rect">
            <a:avLst/>
          </a:prstGeom>
          <a:solidFill>
            <a:schemeClr val="bg1">
              <a:lumMod val="85000"/>
            </a:schemeClr>
          </a:solidFill>
          <a:ln w="12700">
            <a:solidFill>
              <a:srgbClr val="ffffff"/>
            </a:solidFill>
            <a:miter/>
          </a:ln>
        </p:spPr>
        <p:style>
          <a:lnRef idx="0"/>
          <a:fillRef idx="0"/>
          <a:effectRef idx="0"/>
          <a:fontRef idx="minor"/>
        </p:style>
        <p:txBody>
          <a:bodyPr wrap="none" lIns="90000" rIns="90000" tIns="44280" bIns="44280" anchor="ctr">
            <a:noAutofit/>
          </a:bodyPr>
          <a:p>
            <a:pPr algn="ctr">
              <a:lnSpc>
                <a:spcPct val="100000"/>
              </a:lnSpc>
            </a:pPr>
            <a:r>
              <a:rPr lang="en-US" sz="1800" b="1" u="none" strike="noStrike">
                <a:solidFill>
                  <a:schemeClr val="dk1"/>
                </a:solidFill>
                <a:effectLst/>
                <a:uFillTx/>
                <a:latin typeface="Calibri"/>
              </a:rPr>
              <a:t>Dựa trên </a:t>
            </a:r>
            <a:r>
              <a:rPr lang="en-US" sz="1800" b="1" u="none" strike="noStrike">
                <a:solidFill>
                  <a:schemeClr val="dk1"/>
                </a:solidFill>
                <a:effectLst/>
                <a:uFillTx/>
                <a:latin typeface="Calibri"/>
              </a:rPr>
              <a:t>hiểu biết của </a:t>
            </a:r>
            <a:endParaRPr lang="en-US" sz="1800" b="0" u="none" strike="noStrike">
              <a:solidFill>
                <a:srgbClr val="000000"/>
              </a:solidFill>
              <a:effectLst/>
              <a:uFillTx/>
              <a:latin typeface="Arial"/>
            </a:endParaRPr>
          </a:p>
          <a:p>
            <a:pPr algn="ctr">
              <a:lnSpc>
                <a:spcPct val="100000"/>
              </a:lnSpc>
            </a:pPr>
            <a:r>
              <a:rPr lang="en-US" sz="1800" b="1" u="none" strike="noStrike">
                <a:solidFill>
                  <a:schemeClr val="dk1"/>
                </a:solidFill>
                <a:effectLst/>
                <a:uFillTx/>
                <a:latin typeface="Calibri"/>
              </a:rPr>
              <a:t>khách hàng về</a:t>
            </a:r>
            <a:endParaRPr lang="en-US" sz="1800" b="0" u="none" strike="noStrike">
              <a:solidFill>
                <a:srgbClr val="000000"/>
              </a:solidFill>
              <a:effectLst/>
              <a:uFillTx/>
              <a:latin typeface="Arial"/>
            </a:endParaRPr>
          </a:p>
          <a:p>
            <a:pPr algn="ctr">
              <a:lnSpc>
                <a:spcPct val="100000"/>
              </a:lnSpc>
            </a:pPr>
            <a:r>
              <a:rPr lang="en-US" sz="1800" b="1" u="none" strike="noStrike">
                <a:solidFill>
                  <a:schemeClr val="dk1"/>
                </a:solidFill>
                <a:effectLst/>
                <a:uFillTx/>
                <a:latin typeface="Calibri"/>
              </a:rPr>
              <a:t>yêu cầu</a:t>
            </a:r>
            <a:endParaRPr lang="en-US" sz="1800" b="0" u="none" strike="noStrike">
              <a:solidFill>
                <a:srgbClr val="000000"/>
              </a:solidFill>
              <a:effectLst/>
              <a:uFillTx/>
              <a:latin typeface="Arial"/>
            </a:endParaRPr>
          </a:p>
        </p:txBody>
      </p:sp>
      <p:sp>
        <p:nvSpPr>
          <p:cNvPr id="228" name="Rectangle 15"/>
          <p:cNvSpPr/>
          <p:nvPr/>
        </p:nvSpPr>
        <p:spPr>
          <a:xfrm>
            <a:off x="105120" y="2563920"/>
            <a:ext cx="1233360" cy="824760"/>
          </a:xfrm>
          <a:prstGeom prst="rect">
            <a:avLst/>
          </a:prstGeom>
          <a:noFill/>
          <a:ln w="0">
            <a:noFill/>
          </a:ln>
        </p:spPr>
        <p:style>
          <a:lnRef idx="0"/>
          <a:fillRef idx="0"/>
          <a:effectRef idx="0"/>
          <a:fontRef idx="minor"/>
        </p:style>
        <p:txBody>
          <a:bodyPr wrap="none" lIns="90000" rIns="90000" tIns="44280" bIns="44280" anchor="t">
            <a:spAutoFit/>
          </a:bodyPr>
          <a:p>
            <a:pPr marL="343080" indent="-343080" algn="ctr">
              <a:lnSpc>
                <a:spcPct val="100000"/>
              </a:lnSpc>
              <a:tabLst>
                <a:tab algn="l" pos="0"/>
              </a:tabLst>
            </a:pPr>
            <a:r>
              <a:rPr lang="en-US" sz="1600" b="0" u="none" strike="noStrike">
                <a:solidFill>
                  <a:srgbClr val="000000"/>
                </a:solidFill>
                <a:effectLst/>
                <a:uFillTx/>
                <a:latin typeface="Calibri"/>
              </a:rPr>
              <a:t>Hệ thống </a:t>
            </a:r>
            <a:endParaRPr lang="en-US" sz="1600" b="0" u="none" strike="noStrike">
              <a:solidFill>
                <a:srgbClr val="000000"/>
              </a:solidFill>
              <a:effectLst/>
              <a:uFillTx/>
              <a:latin typeface="Arial"/>
            </a:endParaRPr>
          </a:p>
          <a:p>
            <a:pPr marL="343080" indent="-343080" algn="ctr">
              <a:lnSpc>
                <a:spcPct val="100000"/>
              </a:lnSpc>
              <a:tabLst>
                <a:tab algn="l" pos="0"/>
              </a:tabLst>
            </a:pPr>
            <a:r>
              <a:rPr lang="en-US" sz="1600" b="0" u="none" strike="noStrike">
                <a:solidFill>
                  <a:srgbClr val="000000"/>
                </a:solidFill>
                <a:effectLst/>
                <a:uFillTx/>
                <a:latin typeface="Calibri"/>
              </a:rPr>
              <a:t>đã kiểm thử </a:t>
            </a:r>
            <a:endParaRPr lang="en-US" sz="1600" b="0" u="none" strike="noStrike">
              <a:solidFill>
                <a:srgbClr val="000000"/>
              </a:solidFill>
              <a:effectLst/>
              <a:uFillTx/>
              <a:latin typeface="Arial"/>
            </a:endParaRPr>
          </a:p>
          <a:p>
            <a:pPr marL="343080" indent="-343080" algn="ctr">
              <a:lnSpc>
                <a:spcPct val="100000"/>
              </a:lnSpc>
              <a:tabLst>
                <a:tab algn="l" pos="0"/>
              </a:tabLst>
            </a:pPr>
            <a:r>
              <a:rPr lang="en-US" sz="1600" b="0" u="none" strike="noStrike">
                <a:solidFill>
                  <a:srgbClr val="000000"/>
                </a:solidFill>
                <a:effectLst/>
                <a:uFillTx/>
                <a:latin typeface="Calibri"/>
              </a:rPr>
              <a:t>chức năng</a:t>
            </a:r>
            <a:endParaRPr lang="en-US" sz="1600" b="0" u="none" strike="noStrike">
              <a:solidFill>
                <a:srgbClr val="000000"/>
              </a:solidFill>
              <a:effectLst/>
              <a:uFillTx/>
              <a:latin typeface="Arial"/>
            </a:endParaRPr>
          </a:p>
        </p:txBody>
      </p:sp>
      <p:sp>
        <p:nvSpPr>
          <p:cNvPr id="229" name="Oval 17"/>
          <p:cNvSpPr/>
          <p:nvPr/>
        </p:nvSpPr>
        <p:spPr>
          <a:xfrm>
            <a:off x="6151320" y="2811960"/>
            <a:ext cx="1722600" cy="1217160"/>
          </a:xfrm>
          <a:prstGeom prst="ellipse">
            <a:avLst/>
          </a:prstGeom>
          <a:solidFill>
            <a:srgbClr val="ffffff"/>
          </a:solidFill>
          <a:ln w="12700">
            <a:solidFill>
              <a:srgbClr val="000000"/>
            </a:solidFill>
            <a:round/>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000" b="0" u="none" strike="noStrike">
                <a:solidFill>
                  <a:schemeClr val="dk1"/>
                </a:solidFill>
                <a:effectLst/>
                <a:uFillTx/>
                <a:latin typeface="Calibri"/>
              </a:rPr>
              <a:t>KT </a:t>
            </a:r>
            <a:endParaRPr lang="en-US" sz="2000" b="0" u="none" strike="noStrike">
              <a:solidFill>
                <a:srgbClr val="000000"/>
              </a:solidFill>
              <a:effectLst/>
              <a:uFillTx/>
              <a:latin typeface="Arial"/>
            </a:endParaRPr>
          </a:p>
          <a:p>
            <a:pPr marL="343080" indent="-343080" algn="ctr">
              <a:lnSpc>
                <a:spcPct val="100000"/>
              </a:lnSpc>
              <a:tabLst>
                <a:tab algn="l" pos="0"/>
              </a:tabLst>
            </a:pPr>
            <a:r>
              <a:rPr lang="en-US" sz="2000" b="0" u="none" strike="noStrike">
                <a:solidFill>
                  <a:schemeClr val="dk1"/>
                </a:solidFill>
                <a:effectLst/>
                <a:uFillTx/>
                <a:latin typeface="Calibri"/>
              </a:rPr>
              <a:t>cài đặt</a:t>
            </a:r>
            <a:endParaRPr lang="en-US" sz="2000" b="0" u="none" strike="noStrike">
              <a:solidFill>
                <a:srgbClr val="000000"/>
              </a:solidFill>
              <a:effectLst/>
              <a:uFillTx/>
              <a:latin typeface="Arial"/>
            </a:endParaRPr>
          </a:p>
        </p:txBody>
      </p:sp>
      <p:sp>
        <p:nvSpPr>
          <p:cNvPr id="230" name="Rectangle 18"/>
          <p:cNvSpPr/>
          <p:nvPr/>
        </p:nvSpPr>
        <p:spPr>
          <a:xfrm>
            <a:off x="6250680" y="3103200"/>
            <a:ext cx="181440" cy="395280"/>
          </a:xfrm>
          <a:prstGeom prst="rect">
            <a:avLst/>
          </a:prstGeom>
          <a:noFill/>
          <a:ln w="0">
            <a:noFill/>
          </a:ln>
        </p:spPr>
        <p:style>
          <a:lnRef idx="0"/>
          <a:fillRef idx="0"/>
          <a:effectRef idx="0"/>
          <a:fontRef idx="minor"/>
        </p:style>
        <p:txBody>
          <a:bodyPr wrap="none" lIns="90000" rIns="90000" tIns="44280" bIns="44280" anchor="t">
            <a:spAutoFit/>
          </a:bodyPr>
          <a:p>
            <a:pPr marL="343080" indent="-343080">
              <a:lnSpc>
                <a:spcPct val="100000"/>
              </a:lnSpc>
              <a:tabLst>
                <a:tab algn="l" pos="0"/>
              </a:tabLst>
            </a:pPr>
            <a:endParaRPr lang="en-US" sz="2000" b="1" u="none" strike="noStrike">
              <a:solidFill>
                <a:srgbClr val="000000"/>
              </a:solidFill>
              <a:effectLst/>
              <a:uFillTx/>
              <a:latin typeface="Calibri"/>
            </a:endParaRPr>
          </a:p>
        </p:txBody>
      </p:sp>
      <p:sp>
        <p:nvSpPr>
          <p:cNvPr id="231" name="Rectangle 19" descr="10%"/>
          <p:cNvSpPr/>
          <p:nvPr/>
        </p:nvSpPr>
        <p:spPr>
          <a:xfrm>
            <a:off x="6394680" y="1466280"/>
            <a:ext cx="1717560" cy="954720"/>
          </a:xfrm>
          <a:prstGeom prst="rect">
            <a:avLst/>
          </a:prstGeom>
          <a:solidFill>
            <a:schemeClr val="bg1">
              <a:lumMod val="85000"/>
            </a:schemeClr>
          </a:solidFill>
          <a:ln w="12700">
            <a:solidFill>
              <a:srgbClr val="ffffff"/>
            </a:solidFill>
            <a:miter/>
          </a:ln>
        </p:spPr>
        <p:style>
          <a:lnRef idx="0"/>
          <a:fillRef idx="0"/>
          <a:effectRef idx="0"/>
          <a:fontRef idx="minor"/>
        </p:style>
        <p:txBody>
          <a:bodyPr wrap="none" lIns="90000" rIns="90000" tIns="44280" bIns="44280" anchor="ctr">
            <a:noAutofit/>
          </a:bodyPr>
          <a:p>
            <a:pPr algn="ctr">
              <a:lnSpc>
                <a:spcPct val="100000"/>
              </a:lnSpc>
            </a:pPr>
            <a:r>
              <a:rPr lang="en-US" sz="1800" b="1" u="none" strike="noStrike">
                <a:solidFill>
                  <a:schemeClr val="dk1"/>
                </a:solidFill>
                <a:effectLst/>
                <a:uFillTx/>
                <a:latin typeface="Calibri"/>
              </a:rPr>
              <a:t>Môi trường </a:t>
            </a:r>
            <a:endParaRPr lang="en-US" sz="1800" b="0" u="none" strike="noStrike">
              <a:solidFill>
                <a:srgbClr val="000000"/>
              </a:solidFill>
              <a:effectLst/>
              <a:uFillTx/>
              <a:latin typeface="Arial"/>
            </a:endParaRPr>
          </a:p>
          <a:p>
            <a:pPr algn="ctr">
              <a:lnSpc>
                <a:spcPct val="100000"/>
              </a:lnSpc>
            </a:pPr>
            <a:r>
              <a:rPr lang="en-US" sz="1800" b="1" u="none" strike="noStrike">
                <a:solidFill>
                  <a:schemeClr val="dk1"/>
                </a:solidFill>
                <a:effectLst/>
                <a:uFillTx/>
                <a:latin typeface="Calibri"/>
              </a:rPr>
              <a:t>NSD</a:t>
            </a:r>
            <a:endParaRPr lang="en-US" sz="1800" b="0" u="none" strike="noStrike">
              <a:solidFill>
                <a:srgbClr val="000000"/>
              </a:solidFill>
              <a:effectLst/>
              <a:uFillTx/>
              <a:latin typeface="Arial"/>
            </a:endParaRPr>
          </a:p>
        </p:txBody>
      </p:sp>
      <p:sp>
        <p:nvSpPr>
          <p:cNvPr id="232" name="Rectangle 21"/>
          <p:cNvSpPr/>
          <p:nvPr/>
        </p:nvSpPr>
        <p:spPr>
          <a:xfrm>
            <a:off x="3533400" y="4958280"/>
            <a:ext cx="10440" cy="32400"/>
          </a:xfrm>
          <a:prstGeom prst="rect">
            <a:avLst/>
          </a:prstGeom>
          <a:solidFill>
            <a:srgbClr val="000000"/>
          </a:solidFill>
          <a:ln w="0">
            <a:noFill/>
          </a:ln>
        </p:spPr>
        <p:style>
          <a:lnRef idx="0"/>
          <a:fillRef idx="0"/>
          <a:effectRef idx="0"/>
          <a:fontRef idx="minor"/>
        </p:style>
        <p:txBody>
          <a:bodyPr wrap="none" lIns="91080" rIns="91080" tIns="16200" bIns="16200" anchor="ctr">
            <a:noAutofit/>
          </a:bodyPr>
          <a:p>
            <a:pPr marL="343080" indent="-343080">
              <a:lnSpc>
                <a:spcPct val="100000"/>
              </a:lnSpc>
              <a:tabLst>
                <a:tab algn="l" pos="0"/>
              </a:tabLst>
            </a:pPr>
            <a:endParaRPr lang="en-US" sz="2000" b="0" u="none" strike="noStrike">
              <a:solidFill>
                <a:schemeClr val="dk1"/>
              </a:solidFill>
              <a:effectLst/>
              <a:uFillTx/>
              <a:latin typeface="Calibri"/>
            </a:endParaRPr>
          </a:p>
        </p:txBody>
      </p:sp>
      <p:sp>
        <p:nvSpPr>
          <p:cNvPr id="233" name="Rectangle 22"/>
          <p:cNvSpPr/>
          <p:nvPr/>
        </p:nvSpPr>
        <p:spPr>
          <a:xfrm>
            <a:off x="8340840" y="4958280"/>
            <a:ext cx="10440" cy="32400"/>
          </a:xfrm>
          <a:prstGeom prst="rect">
            <a:avLst/>
          </a:prstGeom>
          <a:solidFill>
            <a:srgbClr val="000000"/>
          </a:solidFill>
          <a:ln w="0">
            <a:noFill/>
          </a:ln>
        </p:spPr>
        <p:style>
          <a:lnRef idx="0"/>
          <a:fillRef idx="0"/>
          <a:effectRef idx="0"/>
          <a:fontRef idx="minor"/>
        </p:style>
        <p:txBody>
          <a:bodyPr wrap="none" lIns="91080" rIns="91080" tIns="16200" bIns="16200" anchor="ctr">
            <a:noAutofit/>
          </a:bodyPr>
          <a:p>
            <a:pPr marL="343080" indent="-343080">
              <a:lnSpc>
                <a:spcPct val="100000"/>
              </a:lnSpc>
              <a:tabLst>
                <a:tab algn="l" pos="0"/>
              </a:tabLst>
            </a:pPr>
            <a:endParaRPr lang="en-US" sz="2000" b="0" u="none" strike="noStrike">
              <a:solidFill>
                <a:schemeClr val="dk1"/>
              </a:solidFill>
              <a:effectLst/>
              <a:uFillTx/>
              <a:latin typeface="Calibri"/>
            </a:endParaRPr>
          </a:p>
        </p:txBody>
      </p:sp>
      <p:sp>
        <p:nvSpPr>
          <p:cNvPr id="234" name="Rectangle 23"/>
          <p:cNvSpPr/>
          <p:nvPr/>
        </p:nvSpPr>
        <p:spPr>
          <a:xfrm>
            <a:off x="3557160" y="4958280"/>
            <a:ext cx="4770360" cy="32400"/>
          </a:xfrm>
          <a:prstGeom prst="rect">
            <a:avLst/>
          </a:prstGeom>
          <a:solidFill>
            <a:srgbClr val="000000"/>
          </a:solidFill>
          <a:ln w="0">
            <a:noFill/>
          </a:ln>
        </p:spPr>
        <p:style>
          <a:lnRef idx="0"/>
          <a:fillRef idx="0"/>
          <a:effectRef idx="0"/>
          <a:fontRef idx="minor"/>
        </p:style>
        <p:txBody>
          <a:bodyPr wrap="none" lIns="91080" rIns="91080" tIns="16200" bIns="16200" anchor="ctr">
            <a:noAutofit/>
          </a:bodyPr>
          <a:p>
            <a:pPr marL="343080" indent="-343080">
              <a:lnSpc>
                <a:spcPct val="100000"/>
              </a:lnSpc>
              <a:tabLst>
                <a:tab algn="l" pos="0"/>
              </a:tabLst>
            </a:pPr>
            <a:endParaRPr lang="en-US" sz="2000" b="0" u="none" strike="noStrike">
              <a:solidFill>
                <a:schemeClr val="dk1"/>
              </a:solidFill>
              <a:effectLst/>
              <a:uFillTx/>
              <a:latin typeface="Calibri"/>
            </a:endParaRPr>
          </a:p>
        </p:txBody>
      </p:sp>
      <p:sp>
        <p:nvSpPr>
          <p:cNvPr id="235" name="Oval 24"/>
          <p:cNvSpPr/>
          <p:nvPr/>
        </p:nvSpPr>
        <p:spPr>
          <a:xfrm>
            <a:off x="6415200" y="5459760"/>
            <a:ext cx="1297080" cy="802800"/>
          </a:xfrm>
          <a:prstGeom prst="ellipse">
            <a:avLst/>
          </a:prstGeom>
          <a:solidFill>
            <a:srgbClr val="ffffff"/>
          </a:solidFill>
          <a:ln w="12700">
            <a:solidFill>
              <a:srgbClr val="000000"/>
            </a:solidFill>
            <a:round/>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1400" b="1" u="none" strike="noStrike">
                <a:solidFill>
                  <a:schemeClr val="dk1"/>
                </a:solidFill>
                <a:effectLst/>
                <a:uFillTx/>
                <a:latin typeface="Calibri"/>
              </a:rPr>
              <a:t>Hệ thống </a:t>
            </a:r>
            <a:endParaRPr lang="en-US" sz="1400" b="0" u="none" strike="noStrike">
              <a:solidFill>
                <a:srgbClr val="000000"/>
              </a:solidFill>
              <a:effectLst/>
              <a:uFillTx/>
              <a:latin typeface="Arial"/>
            </a:endParaRPr>
          </a:p>
          <a:p>
            <a:pPr marL="343080" indent="-343080" algn="ctr">
              <a:lnSpc>
                <a:spcPct val="100000"/>
              </a:lnSpc>
              <a:tabLst>
                <a:tab algn="l" pos="0"/>
              </a:tabLst>
            </a:pPr>
            <a:r>
              <a:rPr lang="en-US" sz="1400" b="1" u="none" strike="noStrike">
                <a:solidFill>
                  <a:schemeClr val="dk1"/>
                </a:solidFill>
                <a:effectLst/>
                <a:uFillTx/>
                <a:latin typeface="Calibri"/>
              </a:rPr>
              <a:t>đang sử dụng</a:t>
            </a:r>
            <a:endParaRPr lang="en-US" sz="1400" b="0" u="none" strike="noStrike">
              <a:solidFill>
                <a:srgbClr val="000000"/>
              </a:solidFill>
              <a:effectLst/>
              <a:uFillTx/>
              <a:latin typeface="Arial"/>
            </a:endParaRPr>
          </a:p>
        </p:txBody>
      </p:sp>
      <p:sp>
        <p:nvSpPr>
          <p:cNvPr id="236" name="Line 27"/>
          <p:cNvSpPr/>
          <p:nvPr/>
        </p:nvSpPr>
        <p:spPr>
          <a:xfrm>
            <a:off x="3200040" y="1164240"/>
            <a:ext cx="360" cy="5168520"/>
          </a:xfrm>
          <a:prstGeom prst="line">
            <a:avLst/>
          </a:prstGeom>
          <a:ln>
            <a:solidFill>
              <a:srgbClr val="738ac8"/>
            </a:solidFill>
            <a:round/>
          </a:ln>
        </p:spPr>
        <p:style>
          <a:lnRef idx="3">
            <a:schemeClr val="accent5"/>
          </a:lnRef>
          <a:fillRef idx="0">
            <a:schemeClr val="accent5"/>
          </a:fillRef>
          <a:effectRef idx="2">
            <a:schemeClr val="accent5"/>
          </a:effectRef>
          <a:fontRef idx="minor"/>
        </p:style>
        <p:txBody>
          <a:bodyPr lIns="91080" rIns="91080" tIns="45360" bIns="45360" anchor="ctr">
            <a:noAutofit/>
          </a:bodyPr>
          <a:p>
            <a:endParaRPr lang="vi-VN" sz="2400" b="0" u="none" strike="noStrike">
              <a:solidFill>
                <a:schemeClr val="dk1"/>
              </a:solidFill>
              <a:effectLst/>
              <a:uFillTx/>
              <a:latin typeface="Calibri"/>
            </a:endParaRPr>
          </a:p>
        </p:txBody>
      </p:sp>
      <p:sp>
        <p:nvSpPr>
          <p:cNvPr id="237" name="Rectangle 28"/>
          <p:cNvSpPr/>
          <p:nvPr/>
        </p:nvSpPr>
        <p:spPr>
          <a:xfrm>
            <a:off x="7453440" y="4169160"/>
            <a:ext cx="1084680" cy="579240"/>
          </a:xfrm>
          <a:prstGeom prst="rect">
            <a:avLst/>
          </a:prstGeom>
          <a:noFill/>
          <a:ln w="0">
            <a:noFill/>
          </a:ln>
        </p:spPr>
        <p:style>
          <a:lnRef idx="0"/>
          <a:fillRef idx="0"/>
          <a:effectRef idx="0"/>
          <a:fontRef idx="minor"/>
        </p:style>
        <p:txBody>
          <a:bodyPr wrap="none" lIns="90000" rIns="90000" tIns="44280" bIns="44280" anchor="t">
            <a:spAutoFit/>
          </a:bodyPr>
          <a:p>
            <a:pPr marL="343080" indent="-343080" algn="ctr">
              <a:lnSpc>
                <a:spcPct val="100000"/>
              </a:lnSpc>
              <a:tabLst>
                <a:tab algn="l" pos="0"/>
              </a:tabLst>
            </a:pPr>
            <a:r>
              <a:rPr lang="en-US" sz="1600" b="0" u="none" strike="noStrike">
                <a:solidFill>
                  <a:srgbClr val="000000"/>
                </a:solidFill>
                <a:effectLst/>
                <a:uFillTx/>
                <a:latin typeface="Calibri"/>
              </a:rPr>
              <a:t>Hệ thống </a:t>
            </a:r>
            <a:endParaRPr lang="en-US" sz="1600" b="0" u="none" strike="noStrike">
              <a:solidFill>
                <a:srgbClr val="000000"/>
              </a:solidFill>
              <a:effectLst/>
              <a:uFillTx/>
              <a:latin typeface="Arial"/>
            </a:endParaRPr>
          </a:p>
          <a:p>
            <a:pPr marL="343080" indent="-343080" algn="ctr">
              <a:lnSpc>
                <a:spcPct val="100000"/>
              </a:lnSpc>
              <a:tabLst>
                <a:tab algn="l" pos="0"/>
              </a:tabLst>
            </a:pPr>
            <a:r>
              <a:rPr lang="en-US" sz="1600" b="0" u="none" strike="noStrike">
                <a:solidFill>
                  <a:srgbClr val="000000"/>
                </a:solidFill>
                <a:effectLst/>
                <a:uFillTx/>
                <a:latin typeface="Calibri"/>
              </a:rPr>
              <a:t>dùng được</a:t>
            </a:r>
            <a:endParaRPr lang="en-US" sz="1600" b="0" u="none" strike="noStrike">
              <a:solidFill>
                <a:srgbClr val="000000"/>
              </a:solidFill>
              <a:effectLst/>
              <a:uFillTx/>
              <a:latin typeface="Arial"/>
            </a:endParaRPr>
          </a:p>
        </p:txBody>
      </p:sp>
      <p:sp>
        <p:nvSpPr>
          <p:cNvPr id="238" name="Rectangle 29"/>
          <p:cNvSpPr/>
          <p:nvPr/>
        </p:nvSpPr>
        <p:spPr>
          <a:xfrm>
            <a:off x="1600200" y="2971800"/>
            <a:ext cx="1638720" cy="579240"/>
          </a:xfrm>
          <a:prstGeom prst="rect">
            <a:avLst/>
          </a:prstGeom>
          <a:noFill/>
          <a:ln w="0">
            <a:noFill/>
          </a:ln>
        </p:spPr>
        <p:style>
          <a:lnRef idx="0"/>
          <a:fillRef idx="0"/>
          <a:effectRef idx="0"/>
          <a:fontRef idx="minor"/>
        </p:style>
        <p:txBody>
          <a:bodyPr wrap="none" lIns="90000" rIns="90000" tIns="44280" bIns="44280" anchor="t">
            <a:spAutoFit/>
          </a:bodyPr>
          <a:p>
            <a:pPr marL="343080" indent="-343080" algn="ctr">
              <a:lnSpc>
                <a:spcPct val="100000"/>
              </a:lnSpc>
              <a:tabLst>
                <a:tab algn="l" pos="0"/>
              </a:tabLst>
            </a:pPr>
            <a:r>
              <a:rPr lang="en-US" sz="1600" b="0" u="none" strike="noStrike">
                <a:solidFill>
                  <a:srgbClr val="000000"/>
                </a:solidFill>
                <a:effectLst/>
                <a:uFillTx/>
                <a:latin typeface="Calibri"/>
              </a:rPr>
              <a:t>Hệ thống</a:t>
            </a:r>
            <a:br>
              <a:rPr sz="1600"/>
            </a:br>
            <a:r>
              <a:rPr lang="en-US" sz="1600" b="0" u="none" strike="noStrike">
                <a:solidFill>
                  <a:srgbClr val="000000"/>
                </a:solidFill>
                <a:effectLst/>
                <a:uFillTx/>
                <a:latin typeface="Calibri"/>
              </a:rPr>
              <a:t>đã thẩm định</a:t>
            </a:r>
            <a:endParaRPr lang="en-US" sz="1600" b="0" u="none" strike="noStrike">
              <a:solidFill>
                <a:srgbClr val="000000"/>
              </a:solidFill>
              <a:effectLst/>
              <a:uFillTx/>
              <a:latin typeface="Arial"/>
            </a:endParaRPr>
          </a:p>
        </p:txBody>
      </p:sp>
      <p:sp>
        <p:nvSpPr>
          <p:cNvPr id="239" name="Rectangle 30"/>
          <p:cNvSpPr/>
          <p:nvPr/>
        </p:nvSpPr>
        <p:spPr>
          <a:xfrm>
            <a:off x="4754520" y="2514600"/>
            <a:ext cx="1874880" cy="579240"/>
          </a:xfrm>
          <a:prstGeom prst="rect">
            <a:avLst/>
          </a:prstGeom>
          <a:noFill/>
          <a:ln w="0">
            <a:noFill/>
          </a:ln>
        </p:spPr>
        <p:style>
          <a:lnRef idx="0"/>
          <a:fillRef idx="0"/>
          <a:effectRef idx="0"/>
          <a:fontRef idx="minor"/>
        </p:style>
        <p:txBody>
          <a:bodyPr wrap="none" lIns="90000" rIns="90000" tIns="44280" bIns="44280" anchor="t">
            <a:spAutoFit/>
          </a:bodyPr>
          <a:p>
            <a:pPr marL="343080" indent="-343080" algn="ctr">
              <a:lnSpc>
                <a:spcPct val="100000"/>
              </a:lnSpc>
              <a:tabLst>
                <a:tab algn="l" pos="0"/>
              </a:tabLst>
            </a:pPr>
            <a:r>
              <a:rPr lang="en-US" sz="1600" b="0" u="none" strike="noStrike">
                <a:solidFill>
                  <a:srgbClr val="000000"/>
                </a:solidFill>
                <a:effectLst/>
                <a:uFillTx/>
                <a:latin typeface="Calibri"/>
              </a:rPr>
              <a:t>Hệ thống</a:t>
            </a:r>
            <a:br>
              <a:rPr sz="1600"/>
            </a:br>
            <a:r>
              <a:rPr lang="en-US" sz="1600" b="0" u="none" strike="noStrike">
                <a:solidFill>
                  <a:srgbClr val="000000"/>
                </a:solidFill>
                <a:effectLst/>
                <a:uFillTx/>
                <a:latin typeface="Calibri"/>
              </a:rPr>
              <a:t>được chấp nhận</a:t>
            </a:r>
            <a:endParaRPr lang="en-US" sz="1600" b="0" u="none" strike="noStrike">
              <a:solidFill>
                <a:srgbClr val="000000"/>
              </a:solidFill>
              <a:effectLst/>
              <a:uFillTx/>
              <a:latin typeface="Arial"/>
            </a:endParaRPr>
          </a:p>
        </p:txBody>
      </p:sp>
      <p:sp>
        <p:nvSpPr>
          <p:cNvPr id="240" name="Line 31"/>
          <p:cNvSpPr/>
          <p:nvPr/>
        </p:nvSpPr>
        <p:spPr>
          <a:xfrm>
            <a:off x="2067480" y="2285280"/>
            <a:ext cx="360" cy="556560"/>
          </a:xfrm>
          <a:prstGeom prst="line">
            <a:avLst/>
          </a:prstGeom>
          <a:ln w="12700">
            <a:solidFill>
              <a:srgbClr val="000000"/>
            </a:solidFill>
            <a:round/>
            <a:tailEnd len="med" type="triangle" w="med"/>
          </a:ln>
        </p:spPr>
        <p:style>
          <a:lnRef idx="0"/>
          <a:fillRef idx="0"/>
          <a:effectRef idx="0"/>
          <a:fontRef idx="minor"/>
        </p:style>
        <p:txBody>
          <a:bodyPr lIns="91080" rIns="91080" tIns="45360" bIns="45360" anchor="ctr">
            <a:noAutofit/>
          </a:bodyPr>
          <a:p>
            <a:endParaRPr lang="vi-VN" sz="2000" b="0" u="none" strike="noStrike">
              <a:solidFill>
                <a:schemeClr val="dk1"/>
              </a:solidFill>
              <a:effectLst/>
              <a:uFillTx/>
              <a:latin typeface="Times New Roman"/>
            </a:endParaRPr>
          </a:p>
        </p:txBody>
      </p:sp>
      <p:sp>
        <p:nvSpPr>
          <p:cNvPr id="241" name="Line 32"/>
          <p:cNvSpPr/>
          <p:nvPr/>
        </p:nvSpPr>
        <p:spPr>
          <a:xfrm flipH="1">
            <a:off x="4590720" y="2380320"/>
            <a:ext cx="113760" cy="423720"/>
          </a:xfrm>
          <a:prstGeom prst="line">
            <a:avLst/>
          </a:prstGeom>
          <a:ln w="12700">
            <a:solidFill>
              <a:srgbClr val="000000"/>
            </a:solidFill>
            <a:round/>
            <a:tailEnd len="med" type="triangle" w="med"/>
          </a:ln>
        </p:spPr>
        <p:style>
          <a:lnRef idx="0"/>
          <a:fillRef idx="0"/>
          <a:effectRef idx="0"/>
          <a:fontRef idx="minor"/>
        </p:style>
        <p:txBody>
          <a:bodyPr lIns="91080" rIns="91080" tIns="45360" bIns="45360" anchor="ctr">
            <a:noAutofit/>
          </a:bodyPr>
          <a:p>
            <a:endParaRPr lang="vi-VN" sz="2000" b="0" u="none" strike="noStrike">
              <a:solidFill>
                <a:schemeClr val="dk1"/>
              </a:solidFill>
              <a:effectLst/>
              <a:uFillTx/>
              <a:latin typeface="Times New Roman"/>
            </a:endParaRPr>
          </a:p>
        </p:txBody>
      </p:sp>
      <p:sp>
        <p:nvSpPr>
          <p:cNvPr id="242" name="Line 33"/>
          <p:cNvSpPr/>
          <p:nvPr/>
        </p:nvSpPr>
        <p:spPr>
          <a:xfrm flipH="1">
            <a:off x="7132680" y="2418120"/>
            <a:ext cx="189720" cy="405000"/>
          </a:xfrm>
          <a:prstGeom prst="line">
            <a:avLst/>
          </a:prstGeom>
          <a:ln w="12700">
            <a:solidFill>
              <a:srgbClr val="000000"/>
            </a:solidFill>
            <a:round/>
            <a:tailEnd len="med" type="triangle" w="med"/>
          </a:ln>
        </p:spPr>
        <p:style>
          <a:lnRef idx="0"/>
          <a:fillRef idx="0"/>
          <a:effectRef idx="0"/>
          <a:fontRef idx="minor"/>
        </p:style>
        <p:txBody>
          <a:bodyPr lIns="91080" rIns="91080" tIns="45360" bIns="45360" anchor="ctr">
            <a:noAutofit/>
          </a:bodyPr>
          <a:p>
            <a:endParaRPr lang="vi-VN" sz="2000" b="0" u="none" strike="noStrike">
              <a:solidFill>
                <a:schemeClr val="dk1"/>
              </a:solidFill>
              <a:effectLst/>
              <a:uFillTx/>
              <a:latin typeface="Times New Roman"/>
            </a:endParaRPr>
          </a:p>
        </p:txBody>
      </p:sp>
      <p:sp>
        <p:nvSpPr>
          <p:cNvPr id="243" name="Line 34"/>
          <p:cNvSpPr/>
          <p:nvPr/>
        </p:nvSpPr>
        <p:spPr>
          <a:xfrm>
            <a:off x="385560" y="3436560"/>
            <a:ext cx="784080" cy="360"/>
          </a:xfrm>
          <a:prstGeom prst="line">
            <a:avLst/>
          </a:prstGeom>
          <a:ln w="12700">
            <a:solidFill>
              <a:srgbClr val="000000"/>
            </a:solidFill>
            <a:round/>
            <a:tailEnd len="med" type="triangle" w="med"/>
          </a:ln>
        </p:spPr>
        <p:style>
          <a:lnRef idx="0"/>
          <a:fillRef idx="0"/>
          <a:effectRef idx="0"/>
          <a:fontRef idx="minor"/>
        </p:style>
        <p:txBody>
          <a:bodyPr lIns="91080" rIns="91080" tIns="0" bIns="0" anchor="ctr">
            <a:noAutofit/>
          </a:bodyPr>
          <a:p>
            <a:endParaRPr lang="vi-VN" sz="2000" b="0" u="none" strike="noStrike">
              <a:solidFill>
                <a:schemeClr val="dk1"/>
              </a:solidFill>
              <a:effectLst/>
              <a:uFillTx/>
              <a:latin typeface="Times New Roman"/>
            </a:endParaRPr>
          </a:p>
        </p:txBody>
      </p:sp>
      <p:sp>
        <p:nvSpPr>
          <p:cNvPr id="244" name="Line 35"/>
          <p:cNvSpPr/>
          <p:nvPr/>
        </p:nvSpPr>
        <p:spPr>
          <a:xfrm>
            <a:off x="5431680" y="3398760"/>
            <a:ext cx="689400" cy="360"/>
          </a:xfrm>
          <a:prstGeom prst="line">
            <a:avLst/>
          </a:prstGeom>
          <a:ln w="12700">
            <a:solidFill>
              <a:srgbClr val="000000"/>
            </a:solidFill>
            <a:round/>
            <a:tailEnd len="med" type="triangle" w="med"/>
          </a:ln>
        </p:spPr>
        <p:style>
          <a:lnRef idx="0"/>
          <a:fillRef idx="0"/>
          <a:effectRef idx="0"/>
          <a:fontRef idx="minor"/>
        </p:style>
        <p:txBody>
          <a:bodyPr lIns="91080" rIns="91080" tIns="0" bIns="0" anchor="ctr">
            <a:noAutofit/>
          </a:bodyPr>
          <a:p>
            <a:endParaRPr lang="vi-VN" sz="2000" b="0" u="none" strike="noStrike">
              <a:solidFill>
                <a:schemeClr val="dk1"/>
              </a:solidFill>
              <a:effectLst/>
              <a:uFillTx/>
              <a:latin typeface="Times New Roman"/>
            </a:endParaRPr>
          </a:p>
        </p:txBody>
      </p:sp>
      <p:sp>
        <p:nvSpPr>
          <p:cNvPr id="245" name="Line 36"/>
          <p:cNvSpPr/>
          <p:nvPr/>
        </p:nvSpPr>
        <p:spPr>
          <a:xfrm>
            <a:off x="7038000" y="4069440"/>
            <a:ext cx="360" cy="1372680"/>
          </a:xfrm>
          <a:prstGeom prst="line">
            <a:avLst/>
          </a:prstGeom>
          <a:ln w="12700">
            <a:solidFill>
              <a:srgbClr val="000000"/>
            </a:solidFill>
            <a:round/>
            <a:tailEnd len="med" type="triangle" w="med"/>
          </a:ln>
        </p:spPr>
        <p:style>
          <a:lnRef idx="0"/>
          <a:fillRef idx="0"/>
          <a:effectRef idx="0"/>
          <a:fontRef idx="minor"/>
        </p:style>
        <p:txBody>
          <a:bodyPr lIns="91080" rIns="91080" tIns="45360" bIns="45360" anchor="ctr">
            <a:noAutofit/>
          </a:bodyPr>
          <a:p>
            <a:endParaRPr lang="vi-VN" sz="2000" b="0" u="none" strike="noStrike">
              <a:solidFill>
                <a:schemeClr val="dk1"/>
              </a:solidFill>
              <a:effectLst/>
              <a:uFillTx/>
              <a:latin typeface="Times New Roman"/>
            </a:endParaRPr>
          </a:p>
        </p:txBody>
      </p:sp>
      <p:sp>
        <p:nvSpPr>
          <p:cNvPr id="246" name="Line 37"/>
          <p:cNvSpPr/>
          <p:nvPr/>
        </p:nvSpPr>
        <p:spPr>
          <a:xfrm>
            <a:off x="5317920" y="5625720"/>
            <a:ext cx="1087560" cy="196200"/>
          </a:xfrm>
          <a:prstGeom prst="line">
            <a:avLst/>
          </a:prstGeom>
          <a:ln w="12700">
            <a:solidFill>
              <a:srgbClr val="000000"/>
            </a:solidFill>
            <a:round/>
            <a:tailEnd len="med" type="triangle" w="med"/>
          </a:ln>
        </p:spPr>
        <p:style>
          <a:lnRef idx="0"/>
          <a:fillRef idx="0"/>
          <a:effectRef idx="0"/>
          <a:fontRef idx="minor"/>
        </p:style>
        <p:txBody>
          <a:bodyPr lIns="91080" rIns="91080" tIns="45360" bIns="45360" anchor="ctr">
            <a:noAutofit/>
          </a:bodyPr>
          <a:p>
            <a:endParaRPr lang="vi-VN" sz="2000" b="0" u="none" strike="noStrike">
              <a:solidFill>
                <a:schemeClr val="dk1"/>
              </a:solidFill>
              <a:effectLst/>
              <a:uFillTx/>
              <a:latin typeface="Times New Roman"/>
            </a:endParaRPr>
          </a:p>
        </p:txBody>
      </p:sp>
      <p:sp>
        <p:nvSpPr>
          <p:cNvPr id="247" name="Rectangle 38"/>
          <p:cNvSpPr/>
          <p:nvPr/>
        </p:nvSpPr>
        <p:spPr>
          <a:xfrm>
            <a:off x="363960" y="5715000"/>
            <a:ext cx="2607840" cy="331560"/>
          </a:xfrm>
          <a:prstGeom prst="rect">
            <a:avLst/>
          </a:prstGeom>
          <a:gradFill rotWithShape="0">
            <a:gsLst>
              <a:gs pos="0">
                <a:srgbClr val="029683"/>
              </a:gs>
              <a:gs pos="80000">
                <a:srgbClr val="03c3ab"/>
              </a:gs>
              <a:gs pos="100000">
                <a:srgbClr val="00c7ac"/>
              </a:gs>
            </a:gsLst>
            <a:lin ang="16200000"/>
          </a:gradFill>
          <a:ln w="0">
            <a:noFill/>
          </a:ln>
          <a:effectLst>
            <a:outerShdw blurRad="39960" dir="5400000" dist="23040" rotWithShape="0">
              <a:srgbClr val="000000">
                <a:alpha val="35000"/>
              </a:srgbClr>
            </a:outerShdw>
          </a:effectLst>
        </p:spPr>
        <p:style>
          <a:lnRef idx="0">
            <a:schemeClr val="accent6"/>
          </a:lnRef>
          <a:fillRef idx="3">
            <a:schemeClr val="accent6"/>
          </a:fillRef>
          <a:effectRef idx="3">
            <a:schemeClr val="accent6"/>
          </a:effectRef>
          <a:fontRef idx="minor"/>
        </p:style>
        <p:txBody>
          <a:bodyPr wrap="none" lIns="90000" rIns="90000" tIns="44280" bIns="44280" anchor="ctr">
            <a:noAutofit/>
          </a:bodyPr>
          <a:p>
            <a:pPr marL="343080" indent="-343080" algn="ctr">
              <a:lnSpc>
                <a:spcPct val="100000"/>
              </a:lnSpc>
              <a:tabLst>
                <a:tab algn="l" pos="0"/>
              </a:tabLst>
            </a:pPr>
            <a:r>
              <a:rPr lang="en-US" sz="1800" b="1" u="none" strike="noStrike">
                <a:solidFill>
                  <a:schemeClr val="dk1"/>
                </a:solidFill>
                <a:effectLst/>
                <a:uFillTx/>
                <a:latin typeface="Calibri"/>
              </a:rPr>
              <a:t>Người sử dụng dùng</a:t>
            </a:r>
            <a:endParaRPr lang="en-US" sz="1800" b="0" u="none" strike="noStrike">
              <a:solidFill>
                <a:srgbClr val="000000"/>
              </a:solidFill>
              <a:effectLst/>
              <a:uFillTx/>
              <a:latin typeface="Arial"/>
            </a:endParaRPr>
          </a:p>
        </p:txBody>
      </p:sp>
      <p:sp>
        <p:nvSpPr>
          <p:cNvPr id="248" name="Rectangle 39"/>
          <p:cNvSpPr/>
          <p:nvPr/>
        </p:nvSpPr>
        <p:spPr>
          <a:xfrm>
            <a:off x="4047120" y="4447440"/>
            <a:ext cx="2607840" cy="331560"/>
          </a:xfrm>
          <a:prstGeom prst="rect">
            <a:avLst/>
          </a:prstGeom>
          <a:solidFill>
            <a:schemeClr val="bg1"/>
          </a:solidFill>
          <a:ln w="12700">
            <a:solidFill>
              <a:srgbClr val="000000"/>
            </a:solidFill>
            <a:miter/>
          </a:ln>
          <a:effectLst>
            <a:outerShdw algn="ctr" dir="2700000" dist="106914" rotWithShape="0">
              <a:schemeClr val="tx1"/>
            </a:outerShdw>
          </a:effectLst>
        </p:spPr>
        <p:style>
          <a:lnRef idx="0"/>
          <a:fillRef idx="0"/>
          <a:effectRef idx="0"/>
          <a:fontRef idx="minor"/>
        </p:style>
        <p:txBody>
          <a:bodyPr wrap="none" lIns="90000" rIns="90000" tIns="44280" bIns="44280" anchor="ctr">
            <a:noAutofit/>
          </a:bodyPr>
          <a:p>
            <a:pPr marL="343080" indent="-343080" algn="ctr">
              <a:lnSpc>
                <a:spcPct val="100000"/>
              </a:lnSpc>
              <a:tabLst>
                <a:tab algn="l" pos="0"/>
              </a:tabLst>
            </a:pPr>
            <a:r>
              <a:rPr lang="en-US" sz="1800" b="1" u="none" strike="noStrike">
                <a:solidFill>
                  <a:schemeClr val="dk1"/>
                </a:solidFill>
                <a:effectLst/>
                <a:uFillTx/>
                <a:latin typeface="Calibri"/>
              </a:rPr>
              <a:t>Khách hàng thực hiện</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9"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Kiểm thử đơn vị</a:t>
            </a:r>
            <a:endParaRPr lang="en-US" sz="4200" b="0" u="none" strike="noStrike">
              <a:solidFill>
                <a:srgbClr val="000000"/>
              </a:solidFill>
              <a:effectLst/>
              <a:uFillTx/>
              <a:latin typeface="Arial"/>
            </a:endParaRPr>
          </a:p>
        </p:txBody>
      </p:sp>
      <p:sp>
        <p:nvSpPr>
          <p:cNvPr id="250" name="PlaceHolder 2"/>
          <p:cNvSpPr>
            <a:spLocks noGrp="1"/>
          </p:cNvSpPr>
          <p:nvPr>
            <p:ph type="ftr" idx="83"/>
          </p:nvPr>
        </p:nvSpPr>
        <p:spPr>
          <a:xfrm>
            <a:off x="1981800" y="809532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51" name="PlaceHolder 3"/>
          <p:cNvSpPr>
            <a:spLocks noGrp="1"/>
          </p:cNvSpPr>
          <p:nvPr>
            <p:ph type="sldNum" idx="84"/>
          </p:nvPr>
        </p:nvSpPr>
        <p:spPr>
          <a:xfrm>
            <a:off x="6791400" y="7381440"/>
            <a:ext cx="2124000" cy="84816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30B9B65E-B0F8-4556-B6B6-2AEC3177F2F6}" type="slidenum">
              <a:rPr lang="en-CA" sz="1200" b="0" u="none" strike="noStrike">
                <a:solidFill>
                  <a:srgbClr val="898989"/>
                </a:solidFill>
                <a:effectLst/>
                <a:uFillTx/>
                <a:latin typeface="Calibri"/>
              </a:rPr>
              <a:t>22</a:t>
            </a:fld>
            <a:endParaRPr lang="en-US" sz="1200" b="0" u="none" strike="noStrike">
              <a:solidFill>
                <a:srgbClr val="000000"/>
              </a:solidFill>
              <a:effectLst/>
              <a:uFillTx/>
              <a:latin typeface="Times New Roman"/>
            </a:endParaRPr>
          </a:p>
        </p:txBody>
      </p:sp>
      <p:sp>
        <p:nvSpPr>
          <p:cNvPr id="252" name="Text Box 4"/>
          <p:cNvSpPr/>
          <p:nvPr/>
        </p:nvSpPr>
        <p:spPr>
          <a:xfrm>
            <a:off x="516960" y="1562040"/>
            <a:ext cx="7663320" cy="1195200"/>
          </a:xfrm>
          <a:prstGeom prst="rect">
            <a:avLst/>
          </a:prstGeom>
          <a:noFill/>
          <a:ln w="0">
            <a:noFill/>
          </a:ln>
        </p:spPr>
        <p:style>
          <a:lnRef idx="0"/>
          <a:fillRef idx="0"/>
          <a:effectRef idx="0"/>
          <a:fontRef idx="minor"/>
        </p:style>
        <p:txBody>
          <a:bodyPr wrap="none" lIns="91080" rIns="91080" tIns="45360" bIns="45360" anchor="t">
            <a:spAutoFit/>
          </a:bodyPr>
          <a:p>
            <a:pPr marL="343080" indent="-343080">
              <a:lnSpc>
                <a:spcPct val="100000"/>
              </a:lnSpc>
              <a:tabLst>
                <a:tab algn="l" pos="0"/>
              </a:tabLst>
            </a:pPr>
            <a:r>
              <a:rPr lang="en-US" sz="2400" b="1" u="none" strike="noStrike">
                <a:solidFill>
                  <a:schemeClr val="dk1"/>
                </a:solidFill>
                <a:effectLst/>
                <a:uFillTx/>
                <a:latin typeface="Calibri"/>
              </a:rPr>
              <a:t>Mục đích</a:t>
            </a:r>
            <a:r>
              <a:rPr lang="en-US" sz="2400" b="0" u="none" strike="noStrike">
                <a:solidFill>
                  <a:schemeClr val="dk1"/>
                </a:solidFill>
                <a:effectLst/>
                <a:uFillTx/>
                <a:latin typeface="Calibri"/>
              </a:rPr>
              <a:t>:  Tìm sự khác biệt giữa đặc tả và cài đặt của đơn vị</a:t>
            </a:r>
            <a:endParaRPr lang="en-US" sz="2400" b="0" u="none" strike="noStrike">
              <a:solidFill>
                <a:srgbClr val="000000"/>
              </a:solidFill>
              <a:effectLst/>
              <a:uFillTx/>
              <a:latin typeface="Arial"/>
            </a:endParaRPr>
          </a:p>
          <a:p>
            <a:pPr marL="343080" indent="-343080">
              <a:lnSpc>
                <a:spcPct val="100000"/>
              </a:lnSpc>
              <a:tabLst>
                <a:tab algn="l" pos="0"/>
              </a:tabLst>
            </a:pPr>
            <a:r>
              <a:rPr lang="en-US" sz="2400" b="1" u="none" strike="noStrike">
                <a:solidFill>
                  <a:schemeClr val="dk1"/>
                </a:solidFill>
                <a:effectLst/>
                <a:uFillTx/>
                <a:latin typeface="Calibri"/>
              </a:rPr>
              <a:t>Đơn vị</a:t>
            </a:r>
            <a:r>
              <a:rPr lang="en-US" sz="2400" b="0" u="none" strike="noStrike">
                <a:solidFill>
                  <a:schemeClr val="dk1"/>
                </a:solidFill>
                <a:effectLst/>
                <a:uFillTx/>
                <a:latin typeface="Calibri"/>
              </a:rPr>
              <a:t>:  các lớp, hàm, đối tượng, gói, mô-đun</a:t>
            </a:r>
            <a:endParaRPr lang="en-US" sz="2400" b="0" u="none" strike="noStrike">
              <a:solidFill>
                <a:srgbClr val="000000"/>
              </a:solidFill>
              <a:effectLst/>
              <a:uFillTx/>
              <a:latin typeface="Arial"/>
            </a:endParaRPr>
          </a:p>
          <a:p>
            <a:pPr marL="343080" indent="-343080">
              <a:lnSpc>
                <a:spcPct val="100000"/>
              </a:lnSpc>
              <a:tabLst>
                <a:tab algn="l" pos="0"/>
              </a:tabLst>
            </a:pPr>
            <a:endParaRPr lang="en-US" sz="2400" b="0" u="none" strike="noStrike">
              <a:solidFill>
                <a:srgbClr val="000000"/>
              </a:solidFill>
              <a:effectLst/>
              <a:uFillTx/>
              <a:latin typeface="Arial"/>
            </a:endParaRPr>
          </a:p>
        </p:txBody>
      </p:sp>
      <p:sp>
        <p:nvSpPr>
          <p:cNvPr id="253" name="Text Box 6"/>
          <p:cNvSpPr/>
          <p:nvPr/>
        </p:nvSpPr>
        <p:spPr>
          <a:xfrm>
            <a:off x="1040400" y="1562040"/>
            <a:ext cx="3988800" cy="459360"/>
          </a:xfrm>
          <a:prstGeom prst="rect">
            <a:avLst/>
          </a:prstGeom>
          <a:noFill/>
          <a:ln w="0">
            <a:noFill/>
          </a:ln>
        </p:spPr>
        <p:style>
          <a:lnRef idx="0"/>
          <a:fillRef idx="0"/>
          <a:effectRef idx="0"/>
          <a:fontRef idx="minor"/>
        </p:style>
        <p:txBody>
          <a:bodyPr wrap="none" lIns="91080" rIns="91080" tIns="45360" bIns="45360" anchor="t">
            <a:spAutoFit/>
          </a:bodyPr>
          <a:p>
            <a:pPr marL="343080" indent="-343080">
              <a:lnSpc>
                <a:spcPct val="100000"/>
              </a:lnSpc>
              <a:tabLst>
                <a:tab algn="l" pos="0"/>
              </a:tabLst>
            </a:pPr>
            <a:r>
              <a:rPr lang="en-US" sz="2400" b="1" u="sng" strike="noStrike">
                <a:solidFill>
                  <a:schemeClr val="dk1"/>
                </a:solidFill>
                <a:effectLst/>
                <a:uFillTx/>
                <a:latin typeface="Calibri"/>
              </a:rPr>
              <a:t>Môi trường kiểm thử đơn vị</a:t>
            </a:r>
            <a:r>
              <a:rPr lang="en-US" sz="2400" b="0" u="none" strike="noStrike">
                <a:solidFill>
                  <a:schemeClr val="dk1"/>
                </a:solidFill>
                <a:effectLst/>
                <a:uFillTx/>
                <a:latin typeface="Calibri"/>
              </a:rPr>
              <a:t>:</a:t>
            </a:r>
            <a:endParaRPr lang="en-US" sz="2400" b="0" u="none" strike="noStrike">
              <a:solidFill>
                <a:srgbClr val="000000"/>
              </a:solidFill>
              <a:effectLst/>
              <a:uFillTx/>
              <a:latin typeface="Arial"/>
            </a:endParaRPr>
          </a:p>
        </p:txBody>
      </p:sp>
      <p:sp>
        <p:nvSpPr>
          <p:cNvPr id="254" name="Rectangle 7"/>
          <p:cNvSpPr/>
          <p:nvPr/>
        </p:nvSpPr>
        <p:spPr>
          <a:xfrm>
            <a:off x="3161880" y="4426920"/>
            <a:ext cx="1592640" cy="734760"/>
          </a:xfrm>
          <a:prstGeom prst="rect">
            <a:avLst/>
          </a:prstGeom>
          <a:solidFill>
            <a:schemeClr val="folHlink"/>
          </a:solidFill>
          <a:ln w="9525">
            <a:solidFill>
              <a:srgbClr val="000000"/>
            </a:solidFill>
            <a:miter/>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000" b="0" u="none" strike="noStrike">
                <a:solidFill>
                  <a:schemeClr val="dk1"/>
                </a:solidFill>
                <a:effectLst/>
                <a:uFillTx/>
                <a:latin typeface="Calibri"/>
              </a:rPr>
              <a:t>Đơn vị được</a:t>
            </a:r>
            <a:endParaRPr lang="en-US" sz="2000" b="0" u="none" strike="noStrike">
              <a:solidFill>
                <a:srgbClr val="ffffff"/>
              </a:solidFill>
              <a:effectLst/>
              <a:uFillTx/>
              <a:latin typeface="Arial"/>
            </a:endParaRPr>
          </a:p>
          <a:p>
            <a:pPr marL="343080" indent="-343080" algn="ctr">
              <a:lnSpc>
                <a:spcPct val="100000"/>
              </a:lnSpc>
              <a:tabLst>
                <a:tab algn="l" pos="0"/>
              </a:tabLst>
            </a:pPr>
            <a:r>
              <a:rPr lang="en-US" sz="2000" b="0" u="none" strike="noStrike">
                <a:solidFill>
                  <a:schemeClr val="dk1"/>
                </a:solidFill>
                <a:effectLst/>
                <a:uFillTx/>
                <a:latin typeface="Calibri"/>
              </a:rPr>
              <a:t> kiểm thử</a:t>
            </a:r>
            <a:endParaRPr lang="en-US" sz="2000" b="0" u="none" strike="noStrike">
              <a:solidFill>
                <a:srgbClr val="ffffff"/>
              </a:solidFill>
              <a:effectLst/>
              <a:uFillTx/>
              <a:latin typeface="Arial"/>
            </a:endParaRPr>
          </a:p>
        </p:txBody>
      </p:sp>
      <p:sp>
        <p:nvSpPr>
          <p:cNvPr id="255" name="Rectangle 8"/>
          <p:cNvSpPr/>
          <p:nvPr/>
        </p:nvSpPr>
        <p:spPr>
          <a:xfrm>
            <a:off x="2478960" y="5769720"/>
            <a:ext cx="1137600" cy="530640"/>
          </a:xfrm>
          <a:prstGeom prst="rect">
            <a:avLst/>
          </a:prstGeom>
          <a:solidFill>
            <a:srgbClr val="3399ff"/>
          </a:solidFill>
          <a:ln w="9525">
            <a:solidFill>
              <a:srgbClr val="000000"/>
            </a:solidFill>
            <a:miter/>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400" b="0" u="none" strike="noStrike">
                <a:solidFill>
                  <a:schemeClr val="dk1"/>
                </a:solidFill>
                <a:effectLst/>
                <a:uFillTx/>
                <a:latin typeface="Calibri"/>
              </a:rPr>
              <a:t>Stub</a:t>
            </a:r>
            <a:endParaRPr lang="en-US" sz="2400" b="0" u="none" strike="noStrike">
              <a:solidFill>
                <a:srgbClr val="ffffff"/>
              </a:solidFill>
              <a:effectLst/>
              <a:uFillTx/>
              <a:latin typeface="Arial"/>
            </a:endParaRPr>
          </a:p>
        </p:txBody>
      </p:sp>
      <p:sp>
        <p:nvSpPr>
          <p:cNvPr id="256" name="Rectangle 9"/>
          <p:cNvSpPr/>
          <p:nvPr/>
        </p:nvSpPr>
        <p:spPr>
          <a:xfrm>
            <a:off x="4224240" y="5769720"/>
            <a:ext cx="1137600" cy="530640"/>
          </a:xfrm>
          <a:prstGeom prst="rect">
            <a:avLst/>
          </a:prstGeom>
          <a:solidFill>
            <a:srgbClr val="3399ff"/>
          </a:solidFill>
          <a:ln w="9525">
            <a:solidFill>
              <a:srgbClr val="000000"/>
            </a:solidFill>
            <a:miter/>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2400" b="0" u="none" strike="noStrike">
                <a:solidFill>
                  <a:schemeClr val="dk1"/>
                </a:solidFill>
                <a:effectLst/>
                <a:uFillTx/>
                <a:latin typeface="Calibri"/>
              </a:rPr>
              <a:t>Stub</a:t>
            </a:r>
            <a:endParaRPr lang="en-US" sz="2400" b="0" u="none" strike="noStrike">
              <a:solidFill>
                <a:srgbClr val="ffffff"/>
              </a:solidFill>
              <a:effectLst/>
              <a:uFillTx/>
              <a:latin typeface="Arial"/>
            </a:endParaRPr>
          </a:p>
        </p:txBody>
      </p:sp>
      <p:sp>
        <p:nvSpPr>
          <p:cNvPr id="257" name="Rectangle 10"/>
          <p:cNvSpPr/>
          <p:nvPr/>
        </p:nvSpPr>
        <p:spPr>
          <a:xfrm>
            <a:off x="3085920" y="3416400"/>
            <a:ext cx="1668600" cy="530640"/>
          </a:xfrm>
          <a:prstGeom prst="rect">
            <a:avLst/>
          </a:prstGeom>
          <a:solidFill>
            <a:srgbClr val="66ffcc"/>
          </a:solidFill>
          <a:ln w="9525">
            <a:solidFill>
              <a:srgbClr val="000000"/>
            </a:solidFill>
            <a:miter/>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1600" b="0" u="none" strike="noStrike">
                <a:solidFill>
                  <a:schemeClr val="dk1"/>
                </a:solidFill>
                <a:effectLst/>
                <a:uFillTx/>
                <a:latin typeface="Calibri"/>
              </a:rPr>
              <a:t>Bộ điều khiển</a:t>
            </a:r>
            <a:endParaRPr lang="en-US" sz="1600" b="0" u="none" strike="noStrike">
              <a:solidFill>
                <a:srgbClr val="000000"/>
              </a:solidFill>
              <a:effectLst/>
              <a:uFillTx/>
              <a:latin typeface="Arial"/>
            </a:endParaRPr>
          </a:p>
        </p:txBody>
      </p:sp>
      <p:sp>
        <p:nvSpPr>
          <p:cNvPr id="258" name="Line 11"/>
          <p:cNvSpPr/>
          <p:nvPr/>
        </p:nvSpPr>
        <p:spPr>
          <a:xfrm>
            <a:off x="3926880" y="3947400"/>
            <a:ext cx="15840" cy="479520"/>
          </a:xfrm>
          <a:prstGeom prst="line">
            <a:avLst/>
          </a:prstGeom>
          <a:ln w="28575">
            <a:solidFill>
              <a:srgbClr val="000000"/>
            </a:solidFill>
            <a:round/>
          </a:ln>
        </p:spPr>
        <p:style>
          <a:lnRef idx="0"/>
          <a:fillRef idx="0"/>
          <a:effectRef idx="0"/>
          <a:fontRef idx="minor"/>
        </p:style>
        <p:txBody>
          <a:bodyPr lIns="91080" rIns="91080" tIns="45360" bIns="45360" anchor="t">
            <a:noAutofit/>
          </a:bodyPr>
          <a:p>
            <a:endParaRPr lang="vi-VN" sz="2400" b="0" u="none" strike="noStrike">
              <a:solidFill>
                <a:schemeClr val="dk1"/>
              </a:solidFill>
              <a:effectLst/>
              <a:uFillTx/>
              <a:latin typeface="Times New Roman"/>
            </a:endParaRPr>
          </a:p>
        </p:txBody>
      </p:sp>
      <p:sp>
        <p:nvSpPr>
          <p:cNvPr id="259" name="Line 12"/>
          <p:cNvSpPr/>
          <p:nvPr/>
        </p:nvSpPr>
        <p:spPr>
          <a:xfrm>
            <a:off x="4299840" y="5162400"/>
            <a:ext cx="455400" cy="607320"/>
          </a:xfrm>
          <a:prstGeom prst="line">
            <a:avLst/>
          </a:prstGeom>
          <a:ln w="28575">
            <a:solidFill>
              <a:srgbClr val="000000"/>
            </a:solidFill>
            <a:round/>
          </a:ln>
        </p:spPr>
        <p:style>
          <a:lnRef idx="0"/>
          <a:fillRef idx="0"/>
          <a:effectRef idx="0"/>
          <a:fontRef idx="minor"/>
        </p:style>
        <p:txBody>
          <a:bodyPr lIns="91080" rIns="91080" tIns="45360" bIns="45360" anchor="t">
            <a:noAutofit/>
          </a:bodyPr>
          <a:p>
            <a:endParaRPr lang="vi-VN" sz="2400" b="0" u="none" strike="noStrike">
              <a:solidFill>
                <a:schemeClr val="dk1"/>
              </a:solidFill>
              <a:effectLst/>
              <a:uFillTx/>
              <a:latin typeface="Times New Roman"/>
            </a:endParaRPr>
          </a:p>
        </p:txBody>
      </p:sp>
      <p:sp>
        <p:nvSpPr>
          <p:cNvPr id="260" name="Line 13"/>
          <p:cNvSpPr/>
          <p:nvPr/>
        </p:nvSpPr>
        <p:spPr>
          <a:xfrm flipH="1">
            <a:off x="3161520" y="5162400"/>
            <a:ext cx="379440" cy="607320"/>
          </a:xfrm>
          <a:prstGeom prst="line">
            <a:avLst/>
          </a:prstGeom>
          <a:ln w="28575">
            <a:solidFill>
              <a:srgbClr val="000000"/>
            </a:solidFill>
            <a:round/>
          </a:ln>
        </p:spPr>
        <p:style>
          <a:lnRef idx="0"/>
          <a:fillRef idx="0"/>
          <a:effectRef idx="0"/>
          <a:fontRef idx="minor"/>
        </p:style>
        <p:txBody>
          <a:bodyPr lIns="91080" rIns="91080" tIns="45360" bIns="45360" anchor="t">
            <a:noAutofit/>
          </a:bodyPr>
          <a:p>
            <a:endParaRPr lang="vi-VN" sz="2400" b="0" u="none" strike="noStrike">
              <a:solidFill>
                <a:schemeClr val="dk1"/>
              </a:solidFill>
              <a:effectLst/>
              <a:uFillTx/>
              <a:latin typeface="Times New Roman"/>
            </a:endParaRPr>
          </a:p>
        </p:txBody>
      </p:sp>
      <p:sp>
        <p:nvSpPr>
          <p:cNvPr id="261" name="Rectangle 14"/>
          <p:cNvSpPr/>
          <p:nvPr/>
        </p:nvSpPr>
        <p:spPr>
          <a:xfrm>
            <a:off x="5514120" y="3264480"/>
            <a:ext cx="1517040" cy="378720"/>
          </a:xfrm>
          <a:prstGeom prst="rect">
            <a:avLst/>
          </a:prstGeom>
          <a:solidFill>
            <a:srgbClr val="99ff66"/>
          </a:solidFill>
          <a:ln w="9525">
            <a:solidFill>
              <a:srgbClr val="000000"/>
            </a:solidFill>
            <a:miter/>
          </a:ln>
        </p:spPr>
        <p:style>
          <a:lnRef idx="0"/>
          <a:fillRef idx="0"/>
          <a:effectRef idx="0"/>
          <a:fontRef idx="minor"/>
        </p:style>
        <p:txBody>
          <a:bodyPr wrap="none" lIns="91080" rIns="91080" tIns="45360" bIns="45360" anchor="ctr">
            <a:noAutofit/>
          </a:bodyPr>
          <a:p>
            <a:pPr marL="343080" indent="-343080">
              <a:lnSpc>
                <a:spcPct val="100000"/>
              </a:lnSpc>
              <a:tabLst>
                <a:tab algn="l" pos="0"/>
              </a:tabLst>
            </a:pPr>
            <a:endParaRPr lang="en-US" sz="2400" b="0" u="none" strike="noStrike">
              <a:solidFill>
                <a:schemeClr val="dk1"/>
              </a:solidFill>
              <a:effectLst/>
              <a:uFillTx/>
              <a:latin typeface="Calibri"/>
            </a:endParaRPr>
          </a:p>
        </p:txBody>
      </p:sp>
      <p:sp>
        <p:nvSpPr>
          <p:cNvPr id="262" name="Rectangle 15"/>
          <p:cNvSpPr/>
          <p:nvPr/>
        </p:nvSpPr>
        <p:spPr>
          <a:xfrm>
            <a:off x="5666040" y="3416400"/>
            <a:ext cx="1517040" cy="378720"/>
          </a:xfrm>
          <a:prstGeom prst="rect">
            <a:avLst/>
          </a:prstGeom>
          <a:solidFill>
            <a:srgbClr val="99ff66"/>
          </a:solidFill>
          <a:ln w="9525">
            <a:solidFill>
              <a:srgbClr val="000000"/>
            </a:solidFill>
            <a:miter/>
          </a:ln>
        </p:spPr>
        <p:style>
          <a:lnRef idx="0"/>
          <a:fillRef idx="0"/>
          <a:effectRef idx="0"/>
          <a:fontRef idx="minor"/>
        </p:style>
        <p:txBody>
          <a:bodyPr wrap="none" lIns="91080" rIns="91080" tIns="45360" bIns="45360" anchor="ctr">
            <a:noAutofit/>
          </a:bodyPr>
          <a:p>
            <a:pPr marL="343080" indent="-343080">
              <a:lnSpc>
                <a:spcPct val="100000"/>
              </a:lnSpc>
              <a:tabLst>
                <a:tab algn="l" pos="0"/>
              </a:tabLst>
            </a:pPr>
            <a:endParaRPr lang="en-US" sz="2400" b="0" u="none" strike="noStrike">
              <a:solidFill>
                <a:schemeClr val="dk1"/>
              </a:solidFill>
              <a:effectLst/>
              <a:uFillTx/>
              <a:latin typeface="Calibri"/>
            </a:endParaRPr>
          </a:p>
        </p:txBody>
      </p:sp>
      <p:sp>
        <p:nvSpPr>
          <p:cNvPr id="263" name="Rectangle 16"/>
          <p:cNvSpPr/>
          <p:nvPr/>
        </p:nvSpPr>
        <p:spPr>
          <a:xfrm>
            <a:off x="5817600" y="3567960"/>
            <a:ext cx="1517040" cy="378720"/>
          </a:xfrm>
          <a:prstGeom prst="rect">
            <a:avLst/>
          </a:prstGeom>
          <a:solidFill>
            <a:srgbClr val="99ff66"/>
          </a:solidFill>
          <a:ln w="9525">
            <a:solidFill>
              <a:srgbClr val="000000"/>
            </a:solidFill>
            <a:miter/>
          </a:ln>
        </p:spPr>
        <p:style>
          <a:lnRef idx="0"/>
          <a:fillRef idx="0"/>
          <a:effectRef idx="0"/>
          <a:fontRef idx="minor"/>
        </p:style>
        <p:txBody>
          <a:bodyPr wrap="none" lIns="91080" rIns="91080" tIns="45360" bIns="45360" anchor="ctr">
            <a:noAutofit/>
          </a:bodyPr>
          <a:p>
            <a:pPr marL="343080" indent="-343080" algn="ctr">
              <a:lnSpc>
                <a:spcPct val="100000"/>
              </a:lnSpc>
              <a:tabLst>
                <a:tab algn="l" pos="0"/>
              </a:tabLst>
            </a:pPr>
            <a:r>
              <a:rPr lang="en-US" sz="1500" b="0" u="none" strike="noStrike">
                <a:solidFill>
                  <a:schemeClr val="dk1"/>
                </a:solidFill>
                <a:effectLst/>
                <a:uFillTx/>
                <a:latin typeface="Calibri"/>
              </a:rPr>
              <a:t>Các ca kiểm thử</a:t>
            </a:r>
            <a:endParaRPr lang="en-US" sz="1500" b="0" u="none" strike="noStrike">
              <a:solidFill>
                <a:srgbClr val="000000"/>
              </a:solidFill>
              <a:effectLst/>
              <a:uFillTx/>
              <a:latin typeface="Arial"/>
            </a:endParaRPr>
          </a:p>
        </p:txBody>
      </p:sp>
      <p:sp>
        <p:nvSpPr>
          <p:cNvPr id="264" name="Freeform 17"/>
          <p:cNvSpPr/>
          <p:nvPr/>
        </p:nvSpPr>
        <p:spPr>
          <a:xfrm>
            <a:off x="3743640" y="3072960"/>
            <a:ext cx="1731960" cy="337680"/>
          </a:xfrm>
          <a:custGeom>
            <a:avLst/>
            <a:gdLst>
              <a:gd name="textAreaLeft" fmla="*/ 0 w 1731960"/>
              <a:gd name="textAreaRight" fmla="*/ 1732680 w 1731960"/>
              <a:gd name="textAreaTop" fmla="*/ 0 h 337680"/>
              <a:gd name="textAreaBottom" fmla="*/ 338400 h 337680"/>
              <a:gd name="GluePoint1X" fmla="*/ 2147483646 w 1096"/>
              <a:gd name="GluePoint1Y" fmla="*/ 2147483646 h 214"/>
              <a:gd name="GluePoint2X" fmla="*/ 2147483646 w 1096"/>
              <a:gd name="GluePoint2Y" fmla="*/ 2147483646 h 214"/>
              <a:gd name="GluePoint3X" fmla="*/ 2147483646 w 1096"/>
              <a:gd name="GluePoint3Y" fmla="*/ 2147483646 h 214"/>
              <a:gd name="GluePoint4X" fmla="*/ 2147483646 w 1096"/>
              <a:gd name="GluePoint4Y" fmla="*/ 2147483646 h 214"/>
              <a:gd name="GluePoint5X" fmla="*/ 2147483646 w 1096"/>
              <a:gd name="GluePoint5Y" fmla="*/ 2147483646 h 214"/>
              <a:gd name="GluePoint6X" fmla="*/ 2147483646 w 1096"/>
              <a:gd name="GluePoint6Y" fmla="*/ 2147483646 h 214"/>
              <a:gd name="GluePoint7X" fmla="*/ 2147483646 w 1096"/>
              <a:gd name="GluePoint7Y" fmla="*/ 2147483646 h 214"/>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Lst>
            <a:rect l="textAreaLeft" t="textAreaTop" r="textAreaRight" b="textAreaBottom"/>
            <a:pathLst>
              <a:path w="1096" h="214">
                <a:moveTo>
                  <a:pt x="1096" y="151"/>
                </a:moveTo>
                <a:cubicBezTo>
                  <a:pt x="1037" y="111"/>
                  <a:pt x="912" y="103"/>
                  <a:pt x="844" y="97"/>
                </a:cubicBezTo>
                <a:cubicBezTo>
                  <a:pt x="700" y="68"/>
                  <a:pt x="558" y="23"/>
                  <a:pt x="412" y="7"/>
                </a:cubicBezTo>
                <a:cubicBezTo>
                  <a:pt x="282" y="12"/>
                  <a:pt x="225" y="0"/>
                  <a:pt x="124" y="34"/>
                </a:cubicBezTo>
                <a:cubicBezTo>
                  <a:pt x="106" y="69"/>
                  <a:pt x="78" y="90"/>
                  <a:pt x="61" y="124"/>
                </a:cubicBezTo>
                <a:cubicBezTo>
                  <a:pt x="57" y="132"/>
                  <a:pt x="57" y="143"/>
                  <a:pt x="52" y="151"/>
                </a:cubicBezTo>
                <a:cubicBezTo>
                  <a:pt x="18" y="213"/>
                  <a:pt x="0" y="189"/>
                  <a:pt x="25" y="214"/>
                </a:cubicBezTo>
              </a:path>
            </a:pathLst>
          </a:custGeom>
          <a:noFill/>
          <a:ln w="28575">
            <a:solidFill>
              <a:srgbClr val="000000"/>
            </a:solidFill>
            <a:round/>
            <a:tailEnd len="med" type="triangle" w="med"/>
          </a:ln>
        </p:spPr>
        <p:style>
          <a:lnRef idx="0"/>
          <a:fillRef idx="0"/>
          <a:effectRef idx="0"/>
          <a:fontRef idx="minor"/>
        </p:style>
        <p:txBody>
          <a:bodyPr lIns="91080" rIns="91080" tIns="45360" bIns="45360" anchor="t">
            <a:noAutofit/>
          </a:bodyPr>
          <a:p>
            <a:pPr>
              <a:lnSpc>
                <a:spcPct val="100000"/>
              </a:lnSpc>
            </a:pPr>
            <a:endParaRPr lang="vi-VN" sz="2400" b="0" u="none" strike="noStrike">
              <a:solidFill>
                <a:schemeClr val="dk1"/>
              </a:solidFill>
              <a:effectLst/>
              <a:uFillTx/>
              <a:latin typeface="Times New Roman"/>
            </a:endParaRPr>
          </a:p>
        </p:txBody>
      </p:sp>
      <p:sp>
        <p:nvSpPr>
          <p:cNvPr id="265" name="Line 18"/>
          <p:cNvSpPr/>
          <p:nvPr/>
        </p:nvSpPr>
        <p:spPr>
          <a:xfrm flipH="1">
            <a:off x="2023200" y="3719880"/>
            <a:ext cx="1062360" cy="360"/>
          </a:xfrm>
          <a:prstGeom prst="line">
            <a:avLst/>
          </a:prstGeom>
          <a:ln w="28575">
            <a:solidFill>
              <a:srgbClr val="000000"/>
            </a:solidFill>
            <a:round/>
            <a:tailEnd len="med" type="triangle" w="med"/>
          </a:ln>
        </p:spPr>
        <p:style>
          <a:lnRef idx="0"/>
          <a:fillRef idx="0"/>
          <a:effectRef idx="0"/>
          <a:fontRef idx="minor"/>
        </p:style>
        <p:txBody>
          <a:bodyPr lIns="91080" rIns="91080" tIns="0" bIns="0" anchor="t">
            <a:noAutofit/>
          </a:bodyPr>
          <a:p>
            <a:endParaRPr lang="vi-VN" sz="2400" b="0" u="none" strike="noStrike">
              <a:solidFill>
                <a:schemeClr val="dk1"/>
              </a:solidFill>
              <a:effectLst/>
              <a:uFillTx/>
              <a:latin typeface="Times New Roman"/>
            </a:endParaRPr>
          </a:p>
        </p:txBody>
      </p:sp>
      <p:sp>
        <p:nvSpPr>
          <p:cNvPr id="266" name="Text Box 19"/>
          <p:cNvSpPr/>
          <p:nvPr/>
        </p:nvSpPr>
        <p:spPr>
          <a:xfrm>
            <a:off x="228600" y="3566520"/>
            <a:ext cx="2404800" cy="319680"/>
          </a:xfrm>
          <a:prstGeom prst="rect">
            <a:avLst/>
          </a:prstGeom>
          <a:noFill/>
          <a:ln w="0">
            <a:noFill/>
          </a:ln>
        </p:spPr>
        <p:style>
          <a:lnRef idx="0"/>
          <a:fillRef idx="0"/>
          <a:effectRef idx="0"/>
          <a:fontRef idx="minor"/>
        </p:style>
        <p:txBody>
          <a:bodyPr wrap="none" lIns="91080" rIns="91080" tIns="45360" bIns="45360" anchor="t">
            <a:spAutoFit/>
          </a:bodyPr>
          <a:p>
            <a:pPr marL="343080" indent="-343080">
              <a:lnSpc>
                <a:spcPct val="100000"/>
              </a:lnSpc>
              <a:tabLst>
                <a:tab algn="l" pos="0"/>
              </a:tabLst>
            </a:pPr>
            <a:r>
              <a:rPr lang="en-US" sz="1500" b="0" u="none" strike="noStrike">
                <a:solidFill>
                  <a:schemeClr val="dk1"/>
                </a:solidFill>
                <a:effectLst/>
                <a:uFillTx/>
                <a:latin typeface="Calibri"/>
              </a:rPr>
              <a:t>Kết quả kiểm thử</a:t>
            </a:r>
            <a:endParaRPr lang="en-US" sz="1500" b="0" u="none" strike="noStrike">
              <a:solidFill>
                <a:srgbClr val="000000"/>
              </a:solidFill>
              <a:effectLst/>
              <a:uFillTx/>
              <a:latin typeface="Arial"/>
            </a:endParaRPr>
          </a:p>
        </p:txBody>
      </p:sp>
      <p:sp>
        <p:nvSpPr>
          <p:cNvPr id="267" name="Freeform 20"/>
          <p:cNvSpPr/>
          <p:nvPr/>
        </p:nvSpPr>
        <p:spPr>
          <a:xfrm>
            <a:off x="1919160" y="5290560"/>
            <a:ext cx="3798000" cy="1378440"/>
          </a:xfrm>
          <a:custGeom>
            <a:avLst/>
            <a:gdLst>
              <a:gd name="textAreaLeft" fmla="*/ 0 w 3798000"/>
              <a:gd name="textAreaRight" fmla="*/ 3798720 w 3798000"/>
              <a:gd name="textAreaTop" fmla="*/ 0 h 1378440"/>
              <a:gd name="textAreaBottom" fmla="*/ 1379160 h 1378440"/>
              <a:gd name="GluePoint1X" fmla="*/ 2147483646 w 2403"/>
              <a:gd name="GluePoint1Y" fmla="*/ 0 h 872"/>
              <a:gd name="GluePoint2X" fmla="*/ 2147483646 w 2403"/>
              <a:gd name="GluePoint2Y" fmla="*/ 2147483646 h 872"/>
              <a:gd name="GluePoint3X" fmla="*/ 2147483646 w 2403"/>
              <a:gd name="GluePoint3Y" fmla="*/ 2147483646 h 872"/>
              <a:gd name="GluePoint4X" fmla="*/ 2147483646 w 2403"/>
              <a:gd name="GluePoint4Y" fmla="*/ 2147483646 h 872"/>
              <a:gd name="GluePoint5X" fmla="*/ 2147483646 w 2403"/>
              <a:gd name="GluePoint5Y" fmla="*/ 2147483646 h 872"/>
              <a:gd name="GluePoint6X" fmla="*/ 2147483646 w 2403"/>
              <a:gd name="GluePoint6Y" fmla="*/ 2147483646 h 872"/>
              <a:gd name="GluePoint7X" fmla="*/ 2147483646 w 2403"/>
              <a:gd name="GluePoint7Y" fmla="*/ 2147483646 h 872"/>
              <a:gd name="GluePoint8X" fmla="*/ 2147483646 w 2403"/>
              <a:gd name="GluePoint8Y" fmla="*/ 2147483646 h 872"/>
              <a:gd name="GluePoint9X" fmla="*/ 2147483646 w 2403"/>
              <a:gd name="GluePoint9Y" fmla="*/ 2147483646 h 872"/>
              <a:gd name="GluePoint10X" fmla="*/ 2147483646 w 2403"/>
              <a:gd name="GluePoint10Y" fmla="*/ 2147483646 h 872"/>
              <a:gd name="GluePoint11X" fmla="*/ 2147483646 w 2403"/>
              <a:gd name="GluePoint11Y" fmla="*/ 2147483646 h 872"/>
              <a:gd name="GluePoint12X" fmla="*/ 2147483646 w 2403"/>
              <a:gd name="GluePoint12Y" fmla="*/ 2147483646 h 872"/>
              <a:gd name="GluePoint13X" fmla="*/ 2147483646 w 2403"/>
              <a:gd name="GluePoint13Y" fmla="*/ 2147483646 h 872"/>
              <a:gd name="GluePoint14X" fmla="*/ 2147483646 w 2403"/>
              <a:gd name="GluePoint14Y" fmla="*/ 2147483646 h 872"/>
              <a:gd name="GluePoint15X" fmla="*/ 2147483646 w 2403"/>
              <a:gd name="GluePoint15Y" fmla="*/ 2147483646 h 872"/>
              <a:gd name="GluePoint16X" fmla="*/ 2147483646 w 2403"/>
              <a:gd name="GluePoint16Y" fmla="*/ 2147483646 h 872"/>
              <a:gd name="GluePoint17X" fmla="*/ 2147483646 w 2403"/>
              <a:gd name="GluePoint17Y" fmla="*/ 2147483646 h 872"/>
              <a:gd name="GluePoint18X" fmla="*/ 2147483646 w 2403"/>
              <a:gd name="GluePoint18Y" fmla="*/ 2147483646 h 872"/>
              <a:gd name="GluePoint19X" fmla="*/ 0 w 2403"/>
              <a:gd name="GluePoint19Y" fmla="*/ 2147483646 h 872"/>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 ang="0">
                <a:pos x="GluePoint14X" y="GluePoint14Y"/>
              </a:cxn>
              <a:cxn ang="0">
                <a:pos x="GluePoint15X" y="GluePoint15Y"/>
              </a:cxn>
              <a:cxn ang="0">
                <a:pos x="GluePoint16X" y="GluePoint16Y"/>
              </a:cxn>
              <a:cxn ang="0">
                <a:pos x="GluePoint17X" y="GluePoint17Y"/>
              </a:cxn>
              <a:cxn ang="0">
                <a:pos x="GluePoint18X" y="GluePoint18Y"/>
              </a:cxn>
              <a:cxn ang="0">
                <a:pos x="GluePoint19X" y="GluePoint19Y"/>
              </a:cxn>
            </a:cxnLst>
            <a:rect l="textAreaLeft" t="textAreaTop" r="textAreaRight" b="textAreaBottom"/>
            <a:pathLst>
              <a:path w="2403" h="872">
                <a:moveTo>
                  <a:pt x="369" y="0"/>
                </a:moveTo>
                <a:cubicBezTo>
                  <a:pt x="335" y="34"/>
                  <a:pt x="329" y="72"/>
                  <a:pt x="288" y="99"/>
                </a:cubicBezTo>
                <a:cubicBezTo>
                  <a:pt x="226" y="192"/>
                  <a:pt x="321" y="48"/>
                  <a:pt x="252" y="162"/>
                </a:cubicBezTo>
                <a:cubicBezTo>
                  <a:pt x="241" y="181"/>
                  <a:pt x="216" y="216"/>
                  <a:pt x="216" y="216"/>
                </a:cubicBezTo>
                <a:cubicBezTo>
                  <a:pt x="199" y="285"/>
                  <a:pt x="180" y="342"/>
                  <a:pt x="171" y="414"/>
                </a:cubicBezTo>
                <a:cubicBezTo>
                  <a:pt x="175" y="474"/>
                  <a:pt x="162" y="540"/>
                  <a:pt x="189" y="594"/>
                </a:cubicBezTo>
                <a:cubicBezTo>
                  <a:pt x="211" y="637"/>
                  <a:pt x="249" y="697"/>
                  <a:pt x="288" y="729"/>
                </a:cubicBezTo>
                <a:cubicBezTo>
                  <a:pt x="397" y="820"/>
                  <a:pt x="622" y="809"/>
                  <a:pt x="747" y="819"/>
                </a:cubicBezTo>
                <a:cubicBezTo>
                  <a:pt x="960" y="872"/>
                  <a:pt x="1152" y="851"/>
                  <a:pt x="1377" y="846"/>
                </a:cubicBezTo>
                <a:cubicBezTo>
                  <a:pt x="1626" y="804"/>
                  <a:pt x="1870" y="790"/>
                  <a:pt x="2124" y="783"/>
                </a:cubicBezTo>
                <a:cubicBezTo>
                  <a:pt x="2200" y="768"/>
                  <a:pt x="2275" y="763"/>
                  <a:pt x="2349" y="738"/>
                </a:cubicBezTo>
                <a:cubicBezTo>
                  <a:pt x="2361" y="720"/>
                  <a:pt x="2373" y="702"/>
                  <a:pt x="2385" y="684"/>
                </a:cubicBezTo>
                <a:cubicBezTo>
                  <a:pt x="2402" y="659"/>
                  <a:pt x="2403" y="594"/>
                  <a:pt x="2403" y="594"/>
                </a:cubicBezTo>
                <a:cubicBezTo>
                  <a:pt x="2395" y="511"/>
                  <a:pt x="2399" y="402"/>
                  <a:pt x="2322" y="351"/>
                </a:cubicBezTo>
                <a:cubicBezTo>
                  <a:pt x="2301" y="320"/>
                  <a:pt x="2286" y="309"/>
                  <a:pt x="2250" y="297"/>
                </a:cubicBezTo>
                <a:cubicBezTo>
                  <a:pt x="2215" y="262"/>
                  <a:pt x="2166" y="239"/>
                  <a:pt x="2115" y="234"/>
                </a:cubicBezTo>
                <a:cubicBezTo>
                  <a:pt x="2046" y="227"/>
                  <a:pt x="1908" y="216"/>
                  <a:pt x="1908" y="216"/>
                </a:cubicBezTo>
                <a:cubicBezTo>
                  <a:pt x="1564" y="147"/>
                  <a:pt x="1215" y="149"/>
                  <a:pt x="864" y="144"/>
                </a:cubicBezTo>
                <a:cubicBezTo>
                  <a:pt x="252" y="134"/>
                  <a:pt x="348" y="135"/>
                  <a:pt x="0" y="135"/>
                </a:cubicBezTo>
              </a:path>
            </a:pathLst>
          </a:custGeom>
          <a:noFill/>
          <a:ln w="28575">
            <a:solidFill>
              <a:srgbClr val="000000"/>
            </a:solidFill>
            <a:prstDash val="sysDot"/>
            <a:round/>
          </a:ln>
        </p:spPr>
        <p:style>
          <a:lnRef idx="0"/>
          <a:fillRef idx="0"/>
          <a:effectRef idx="0"/>
          <a:fontRef idx="minor"/>
        </p:style>
        <p:txBody>
          <a:bodyPr lIns="91080" rIns="91080" tIns="45360" bIns="45360" anchor="t">
            <a:noAutofit/>
          </a:bodyPr>
          <a:p>
            <a:pPr>
              <a:lnSpc>
                <a:spcPct val="100000"/>
              </a:lnSpc>
            </a:pPr>
            <a:endParaRPr lang="vi-VN" sz="2400" b="0" u="none" strike="noStrike">
              <a:solidFill>
                <a:schemeClr val="dk1"/>
              </a:solidFill>
              <a:effectLst/>
              <a:uFillTx/>
              <a:latin typeface="Times New Roman"/>
            </a:endParaRPr>
          </a:p>
        </p:txBody>
      </p:sp>
      <p:sp>
        <p:nvSpPr>
          <p:cNvPr id="268" name="Text Box 21"/>
          <p:cNvSpPr/>
          <p:nvPr/>
        </p:nvSpPr>
        <p:spPr>
          <a:xfrm>
            <a:off x="5725800" y="5734800"/>
            <a:ext cx="2669760" cy="396000"/>
          </a:xfrm>
          <a:prstGeom prst="rect">
            <a:avLst/>
          </a:prstGeom>
          <a:noFill/>
          <a:ln w="0">
            <a:noFill/>
          </a:ln>
        </p:spPr>
        <p:style>
          <a:lnRef idx="0"/>
          <a:fillRef idx="0"/>
          <a:effectRef idx="0"/>
          <a:fontRef idx="minor"/>
        </p:style>
        <p:txBody>
          <a:bodyPr wrap="none" lIns="91080" rIns="91080" tIns="45360" bIns="45360" anchor="t">
            <a:spAutoFit/>
          </a:bodyPr>
          <a:p>
            <a:pPr marL="343080" indent="-343080">
              <a:lnSpc>
                <a:spcPct val="100000"/>
              </a:lnSpc>
              <a:tabLst>
                <a:tab algn="l" pos="0"/>
              </a:tabLst>
            </a:pPr>
            <a:r>
              <a:rPr lang="en-US" sz="2000" b="0" u="none" strike="noStrike">
                <a:solidFill>
                  <a:schemeClr val="dk1"/>
                </a:solidFill>
                <a:effectLst/>
                <a:uFillTx/>
                <a:latin typeface="Calibri"/>
              </a:rPr>
              <a:t>Mô-đun giả lập</a:t>
            </a:r>
            <a:endParaRPr lang="en-US" sz="2000" b="0" u="none" strike="noStrike">
              <a:solidFill>
                <a:srgbClr val="000000"/>
              </a:solidFill>
              <a:effectLst/>
              <a:uFillTx/>
              <a:latin typeface="Arial"/>
            </a:endParaRPr>
          </a:p>
        </p:txBody>
      </p:sp>
      <p:sp>
        <p:nvSpPr>
          <p:cNvPr id="269" name="Freeform 22"/>
          <p:cNvSpPr/>
          <p:nvPr/>
        </p:nvSpPr>
        <p:spPr>
          <a:xfrm>
            <a:off x="4523040" y="5276160"/>
            <a:ext cx="585720" cy="633600"/>
          </a:xfrm>
          <a:custGeom>
            <a:avLst/>
            <a:gdLst>
              <a:gd name="textAreaLeft" fmla="*/ 0 w 585720"/>
              <a:gd name="textAreaRight" fmla="*/ 586440 w 585720"/>
              <a:gd name="textAreaTop" fmla="*/ 0 h 633600"/>
              <a:gd name="textAreaBottom" fmla="*/ 634320 h 633600"/>
              <a:gd name="GluePoint1X" fmla="*/ 0 w 371"/>
              <a:gd name="GluePoint1Y" fmla="*/ 2147483646 h 401"/>
              <a:gd name="GluePoint2X" fmla="*/ 2147483646 w 371"/>
              <a:gd name="GluePoint2Y" fmla="*/ 2147483646 h 401"/>
              <a:gd name="GluePoint3X" fmla="*/ 2147483646 w 371"/>
              <a:gd name="GluePoint3Y" fmla="*/ 2147483646 h 401"/>
              <a:gd name="GluePoint4X" fmla="*/ 2147483646 w 371"/>
              <a:gd name="GluePoint4Y" fmla="*/ 2147483646 h 401"/>
              <a:gd name="GluePoint5X" fmla="*/ 2147483646 w 371"/>
              <a:gd name="GluePoint5Y" fmla="*/ 2147483646 h 401"/>
              <a:gd name="GluePoint6X" fmla="*/ 2147483646 w 371"/>
              <a:gd name="GluePoint6Y" fmla="*/ 2147483646 h 401"/>
              <a:gd name="GluePoint7X" fmla="*/ 2147483646 w 371"/>
              <a:gd name="GluePoint7Y" fmla="*/ 2147483646 h 401"/>
              <a:gd name="GluePoint8X" fmla="*/ 2147483646 w 371"/>
              <a:gd name="GluePoint8Y" fmla="*/ 2147483646 h 401"/>
              <a:gd name="GluePoint9X" fmla="*/ 2147483646 w 371"/>
              <a:gd name="GluePoint9Y" fmla="*/ 2147483646 h 401"/>
              <a:gd name="GluePoint10X" fmla="*/ 2147483646 w 371"/>
              <a:gd name="GluePoint10Y" fmla="*/ 2147483646 h 401"/>
              <a:gd name="GluePoint11X" fmla="*/ 2147483646 w 371"/>
              <a:gd name="GluePoint11Y" fmla="*/ 2147483646 h 401"/>
              <a:gd name="GluePoint12X" fmla="*/ 2147483646 w 371"/>
              <a:gd name="GluePoint12Y" fmla="*/ 2147483646 h 401"/>
              <a:gd name="GluePoint13X" fmla="*/ 2147483646 w 371"/>
              <a:gd name="GluePoint13Y" fmla="*/ 0 h 401"/>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 ang="0">
                <a:pos x="GluePoint11X" y="GluePoint11Y"/>
              </a:cxn>
              <a:cxn ang="0">
                <a:pos x="GluePoint12X" y="GluePoint12Y"/>
              </a:cxn>
              <a:cxn ang="0">
                <a:pos x="GluePoint13X" y="GluePoint13Y"/>
              </a:cxn>
            </a:cxnLst>
            <a:rect l="textAreaLeft" t="textAreaTop" r="textAreaRight" b="textAreaBottom"/>
            <a:pathLst>
              <a:path w="371" h="401">
                <a:moveTo>
                  <a:pt x="0" y="45"/>
                </a:moveTo>
                <a:cubicBezTo>
                  <a:pt x="40" y="72"/>
                  <a:pt x="52" y="105"/>
                  <a:pt x="72" y="144"/>
                </a:cubicBezTo>
                <a:cubicBezTo>
                  <a:pt x="91" y="183"/>
                  <a:pt x="89" y="162"/>
                  <a:pt x="117" y="198"/>
                </a:cubicBezTo>
                <a:cubicBezTo>
                  <a:pt x="149" y="239"/>
                  <a:pt x="157" y="269"/>
                  <a:pt x="198" y="297"/>
                </a:cubicBezTo>
                <a:cubicBezTo>
                  <a:pt x="204" y="306"/>
                  <a:pt x="208" y="316"/>
                  <a:pt x="216" y="324"/>
                </a:cubicBezTo>
                <a:cubicBezTo>
                  <a:pt x="224" y="332"/>
                  <a:pt x="236" y="334"/>
                  <a:pt x="243" y="342"/>
                </a:cubicBezTo>
                <a:cubicBezTo>
                  <a:pt x="249" y="349"/>
                  <a:pt x="246" y="362"/>
                  <a:pt x="252" y="369"/>
                </a:cubicBezTo>
                <a:cubicBezTo>
                  <a:pt x="265" y="385"/>
                  <a:pt x="288" y="390"/>
                  <a:pt x="306" y="396"/>
                </a:cubicBezTo>
                <a:cubicBezTo>
                  <a:pt x="327" y="393"/>
                  <a:pt x="353" y="401"/>
                  <a:pt x="369" y="387"/>
                </a:cubicBezTo>
                <a:cubicBezTo>
                  <a:pt x="371" y="386"/>
                  <a:pt x="354" y="329"/>
                  <a:pt x="351" y="324"/>
                </a:cubicBezTo>
                <a:cubicBezTo>
                  <a:pt x="290" y="213"/>
                  <a:pt x="239" y="123"/>
                  <a:pt x="135" y="54"/>
                </a:cubicBezTo>
                <a:cubicBezTo>
                  <a:pt x="129" y="45"/>
                  <a:pt x="124" y="35"/>
                  <a:pt x="117" y="27"/>
                </a:cubicBezTo>
                <a:cubicBezTo>
                  <a:pt x="109" y="17"/>
                  <a:pt x="90" y="0"/>
                  <a:pt x="90" y="0"/>
                </a:cubicBezTo>
              </a:path>
            </a:pathLst>
          </a:custGeom>
          <a:noFill/>
          <a:ln w="28575">
            <a:solidFill>
              <a:srgbClr val="000000"/>
            </a:solidFill>
            <a:prstDash val="sysDot"/>
            <a:round/>
            <a:headEnd len="med" type="triangle" w="med"/>
          </a:ln>
        </p:spPr>
        <p:style>
          <a:lnRef idx="0"/>
          <a:fillRef idx="0"/>
          <a:effectRef idx="0"/>
          <a:fontRef idx="minor"/>
        </p:style>
        <p:txBody>
          <a:bodyPr lIns="91080" rIns="91080" tIns="45360" bIns="45360" anchor="t">
            <a:noAutofit/>
          </a:bodyPr>
          <a:p>
            <a:pPr>
              <a:lnSpc>
                <a:spcPct val="100000"/>
              </a:lnSpc>
            </a:pPr>
            <a:endParaRPr lang="vi-VN" sz="2400" b="0" u="none" strike="noStrike">
              <a:solidFill>
                <a:schemeClr val="dk1"/>
              </a:solidFill>
              <a:effectLst/>
              <a:uFillTx/>
              <a:latin typeface="Times New Roman"/>
            </a:endParaRPr>
          </a:p>
        </p:txBody>
      </p:sp>
      <p:sp>
        <p:nvSpPr>
          <p:cNvPr id="270" name="Freeform 23"/>
          <p:cNvSpPr/>
          <p:nvPr/>
        </p:nvSpPr>
        <p:spPr>
          <a:xfrm>
            <a:off x="2742840" y="5304600"/>
            <a:ext cx="569880" cy="597240"/>
          </a:xfrm>
          <a:custGeom>
            <a:avLst/>
            <a:gdLst>
              <a:gd name="textAreaLeft" fmla="*/ 0 w 569880"/>
              <a:gd name="textAreaRight" fmla="*/ 570600 w 569880"/>
              <a:gd name="textAreaTop" fmla="*/ 0 h 597240"/>
              <a:gd name="textAreaBottom" fmla="*/ 597960 h 597240"/>
              <a:gd name="GluePoint1X" fmla="*/ 2147483646 w 361"/>
              <a:gd name="GluePoint1Y" fmla="*/ 0 h 378"/>
              <a:gd name="GluePoint2X" fmla="*/ 2147483646 w 361"/>
              <a:gd name="GluePoint2Y" fmla="*/ 2147483646 h 378"/>
              <a:gd name="GluePoint3X" fmla="*/ 2147483646 w 361"/>
              <a:gd name="GluePoint3Y" fmla="*/ 2147483646 h 378"/>
              <a:gd name="GluePoint4X" fmla="*/ 2147483646 w 361"/>
              <a:gd name="GluePoint4Y" fmla="*/ 2147483646 h 378"/>
              <a:gd name="GluePoint5X" fmla="*/ 2147483646 w 361"/>
              <a:gd name="GluePoint5Y" fmla="*/ 2147483646 h 378"/>
              <a:gd name="GluePoint6X" fmla="*/ 2147483646 w 361"/>
              <a:gd name="GluePoint6Y" fmla="*/ 2147483646 h 378"/>
              <a:gd name="GluePoint7X" fmla="*/ 2147483646 w 361"/>
              <a:gd name="GluePoint7Y" fmla="*/ 2147483646 h 378"/>
              <a:gd name="GluePoint8X" fmla="*/ 2147483646 w 361"/>
              <a:gd name="GluePoint8Y" fmla="*/ 2147483646 h 378"/>
              <a:gd name="GluePoint9X" fmla="*/ 2147483646 w 361"/>
              <a:gd name="GluePoint9Y" fmla="*/ 2147483646 h 378"/>
              <a:gd name="GluePoint10X" fmla="*/ 2147483646 w 361"/>
              <a:gd name="GluePoint10Y" fmla="*/ 2147483646 h 378"/>
            </a:gdLst>
            <a:ahLst/>
            <a:cxnLst>
              <a:cxn ang="0">
                <a:pos x="GluePoint1X" y="GluePoint1Y"/>
              </a:cxn>
              <a:cxn ang="0">
                <a:pos x="GluePoint2X" y="GluePoint2Y"/>
              </a:cxn>
              <a:cxn ang="0">
                <a:pos x="GluePoint3X" y="GluePoint3Y"/>
              </a:cxn>
              <a:cxn ang="0">
                <a:pos x="GluePoint4X" y="GluePoint4Y"/>
              </a:cxn>
              <a:cxn ang="0">
                <a:pos x="GluePoint5X" y="GluePoint5Y"/>
              </a:cxn>
              <a:cxn ang="0">
                <a:pos x="GluePoint6X" y="GluePoint6Y"/>
              </a:cxn>
              <a:cxn ang="0">
                <a:pos x="GluePoint7X" y="GluePoint7Y"/>
              </a:cxn>
              <a:cxn ang="0">
                <a:pos x="GluePoint8X" y="GluePoint8Y"/>
              </a:cxn>
              <a:cxn ang="0">
                <a:pos x="GluePoint9X" y="GluePoint9Y"/>
              </a:cxn>
              <a:cxn ang="0">
                <a:pos x="GluePoint10X" y="GluePoint10Y"/>
              </a:cxn>
            </a:cxnLst>
            <a:rect l="textAreaLeft" t="textAreaTop" r="textAreaRight" b="textAreaBottom"/>
            <a:pathLst>
              <a:path w="361" h="378">
                <a:moveTo>
                  <a:pt x="361" y="0"/>
                </a:moveTo>
                <a:cubicBezTo>
                  <a:pt x="347" y="41"/>
                  <a:pt x="322" y="73"/>
                  <a:pt x="298" y="108"/>
                </a:cubicBezTo>
                <a:cubicBezTo>
                  <a:pt x="293" y="116"/>
                  <a:pt x="294" y="127"/>
                  <a:pt x="289" y="135"/>
                </a:cubicBezTo>
                <a:cubicBezTo>
                  <a:pt x="263" y="181"/>
                  <a:pt x="229" y="226"/>
                  <a:pt x="199" y="270"/>
                </a:cubicBezTo>
                <a:cubicBezTo>
                  <a:pt x="166" y="320"/>
                  <a:pt x="150" y="358"/>
                  <a:pt x="91" y="378"/>
                </a:cubicBezTo>
                <a:cubicBezTo>
                  <a:pt x="76" y="375"/>
                  <a:pt x="60" y="376"/>
                  <a:pt x="46" y="369"/>
                </a:cubicBezTo>
                <a:cubicBezTo>
                  <a:pt x="0" y="346"/>
                  <a:pt x="17" y="305"/>
                  <a:pt x="28" y="261"/>
                </a:cubicBezTo>
                <a:cubicBezTo>
                  <a:pt x="36" y="231"/>
                  <a:pt x="140" y="132"/>
                  <a:pt x="154" y="117"/>
                </a:cubicBezTo>
                <a:cubicBezTo>
                  <a:pt x="199" y="67"/>
                  <a:pt x="142" y="110"/>
                  <a:pt x="199" y="72"/>
                </a:cubicBezTo>
                <a:cubicBezTo>
                  <a:pt x="215" y="48"/>
                  <a:pt x="232" y="30"/>
                  <a:pt x="253" y="9"/>
                </a:cubicBezTo>
              </a:path>
            </a:pathLst>
          </a:custGeom>
          <a:noFill/>
          <a:ln w="28575">
            <a:solidFill>
              <a:srgbClr val="000000"/>
            </a:solidFill>
            <a:prstDash val="sysDot"/>
            <a:round/>
            <a:headEnd len="med" type="triangle" w="med"/>
          </a:ln>
        </p:spPr>
        <p:style>
          <a:lnRef idx="0"/>
          <a:fillRef idx="0"/>
          <a:effectRef idx="0"/>
          <a:fontRef idx="minor"/>
        </p:style>
        <p:txBody>
          <a:bodyPr lIns="91080" rIns="91080" tIns="45360" bIns="45360" anchor="t">
            <a:noAutofit/>
          </a:bodyPr>
          <a:p>
            <a:pPr>
              <a:lnSpc>
                <a:spcPct val="100000"/>
              </a:lnSpc>
            </a:pPr>
            <a:endParaRPr lang="vi-VN" sz="2400" b="0" u="none" strike="noStrike">
              <a:solidFill>
                <a:schemeClr val="dk1"/>
              </a:solidFill>
              <a:effectLst/>
              <a:uFillTx/>
              <a:latin typeface="Times New Roman"/>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Kiểm thử tích hợp</a:t>
            </a:r>
            <a:endParaRPr lang="en-US" sz="4200" b="0" u="none" strike="noStrike">
              <a:solidFill>
                <a:srgbClr val="000000"/>
              </a:solidFill>
              <a:effectLst/>
              <a:uFillTx/>
              <a:latin typeface="Arial"/>
            </a:endParaRPr>
          </a:p>
        </p:txBody>
      </p:sp>
      <p:sp>
        <p:nvSpPr>
          <p:cNvPr id="272" name="PlaceHolder 2"/>
          <p:cNvSpPr>
            <a:spLocks noGrp="1"/>
          </p:cNvSpPr>
          <p:nvPr>
            <p:ph/>
          </p:nvPr>
        </p:nvSpPr>
        <p:spPr>
          <a:xfrm>
            <a:off x="455400" y="1594440"/>
            <a:ext cx="8194680" cy="4508640"/>
          </a:xfrm>
          <a:prstGeom prst="rect">
            <a:avLst/>
          </a:prstGeom>
          <a:noFill/>
          <a:ln w="9360">
            <a:noFill/>
          </a:ln>
        </p:spPr>
        <p:txBody>
          <a:bodyPr numCol="1" spcCol="0" lIns="86760" rIns="86760" tIns="43560" bIns="43560" anchor="t">
            <a:normAutofit fontScale="85000" lnSpcReduction="9999"/>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Mục tiêu: </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Phát hiện vấn đề khi ghép các mô-đun/thành phần với nhau</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Các vấn đề</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Bên trong: giữa các thành phần</a:t>
            </a:r>
            <a:endParaRPr lang="en-US" sz="27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Gọi: call/message passing/…</a:t>
            </a:r>
            <a:endParaRPr lang="en-US" sz="23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Tham số: kiểu, số lượng, thứ tự, giá trị</a:t>
            </a:r>
            <a:endParaRPr lang="en-US" sz="23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Kết quả trả về: ai, kiểu, trình tự</a:t>
            </a:r>
            <a:endParaRPr lang="en-US" sz="23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Bên ngoài: </a:t>
            </a:r>
            <a:endParaRPr lang="en-US" sz="27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Ngắt (wrong handler?)</a:t>
            </a:r>
            <a:endParaRPr lang="en-US" sz="23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Thời gian vào ra </a:t>
            </a:r>
            <a:endParaRPr lang="en-US" sz="23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Tương tác</a:t>
            </a:r>
            <a:endParaRPr lang="en-US" sz="2700" b="0" u="none" strike="noStrike">
              <a:solidFill>
                <a:srgbClr val="000000"/>
              </a:solidFill>
              <a:effectLst/>
              <a:uFillTx/>
              <a:latin typeface="Arial"/>
            </a:endParaRPr>
          </a:p>
        </p:txBody>
      </p:sp>
      <p:sp>
        <p:nvSpPr>
          <p:cNvPr id="273" name="PlaceHolder 3"/>
          <p:cNvSpPr>
            <a:spLocks noGrp="1"/>
          </p:cNvSpPr>
          <p:nvPr>
            <p:ph type="ftr" idx="85"/>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74" name="PlaceHolder 4"/>
          <p:cNvSpPr>
            <a:spLocks noGrp="1"/>
          </p:cNvSpPr>
          <p:nvPr>
            <p:ph type="sldNum" idx="86"/>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2C1F607F-FC9C-41BA-A9A2-1D03843350F2}" type="slidenum">
              <a:rPr lang="en-CA" sz="1200" b="0" u="none" strike="noStrike">
                <a:solidFill>
                  <a:srgbClr val="898989"/>
                </a:solidFill>
                <a:effectLst/>
                <a:uFillTx/>
                <a:latin typeface="Calibri"/>
              </a:rPr>
              <a:t>26</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5"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Kiểm thử hệ thống</a:t>
            </a:r>
            <a:endParaRPr lang="en-US" sz="4200" b="0" u="none" strike="noStrike">
              <a:solidFill>
                <a:srgbClr val="000000"/>
              </a:solidFill>
              <a:effectLst/>
              <a:uFillTx/>
              <a:latin typeface="Arial"/>
            </a:endParaRPr>
          </a:p>
        </p:txBody>
      </p:sp>
      <p:sp>
        <p:nvSpPr>
          <p:cNvPr id="276" name="PlaceHolder 2"/>
          <p:cNvSpPr>
            <a:spLocks noGrp="1"/>
          </p:cNvSpPr>
          <p:nvPr>
            <p:ph/>
          </p:nvPr>
        </p:nvSpPr>
        <p:spPr>
          <a:xfrm>
            <a:off x="455400" y="1594440"/>
            <a:ext cx="8194680" cy="45086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Liên quan đến các yếu tố bên ngoài hệ thống </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Không chỉ là kiểm tra chức năng</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Khả dụng (usability)</a:t>
            </a:r>
            <a:endParaRPr lang="en-US" sz="27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Giao diện, thông báo, dễ học, dễ nhớ..</a:t>
            </a:r>
            <a:endParaRPr lang="en-US" sz="23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Hiệu năng</a:t>
            </a:r>
            <a:endParaRPr lang="en-US" sz="2700" b="0" u="none" strike="noStrike">
              <a:solidFill>
                <a:srgbClr val="000000"/>
              </a:solidFill>
              <a:effectLst/>
              <a:uFillTx/>
              <a:latin typeface="Arial"/>
            </a:endParaRPr>
          </a:p>
          <a:p>
            <a:pPr marL="1086480" lvl="2" indent="-217440">
              <a:lnSpc>
                <a:spcPct val="100000"/>
              </a:lnSpc>
              <a:spcBef>
                <a:spcPts val="459"/>
              </a:spcBef>
              <a:buClr>
                <a:srgbClr val="000000"/>
              </a:buClr>
              <a:buFont typeface="Arial"/>
              <a:buChar char="•"/>
            </a:pPr>
            <a:r>
              <a:rPr lang="en-US" sz="2300" b="0" u="none" strike="noStrike">
                <a:solidFill>
                  <a:schemeClr val="dk1"/>
                </a:solidFill>
                <a:effectLst/>
                <a:uFillTx/>
                <a:latin typeface="Calibri"/>
              </a:rPr>
              <a:t>Khả năng đáp ứng/Tìm khả năng đáp ứng</a:t>
            </a:r>
            <a:endParaRPr lang="en-US" sz="23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Tài nguyên sử dụng</a:t>
            </a:r>
            <a:endParaRPr lang="en-US" sz="2700" b="0" u="none" strike="noStrike">
              <a:solidFill>
                <a:srgbClr val="000000"/>
              </a:solidFill>
              <a:effectLst/>
              <a:uFillTx/>
              <a:latin typeface="Arial"/>
            </a:endParaRPr>
          </a:p>
          <a:p>
            <a:pPr indent="0">
              <a:lnSpc>
                <a:spcPct val="100000"/>
              </a:lnSpc>
              <a:spcBef>
                <a:spcPts val="541"/>
              </a:spcBef>
              <a:buNone/>
              <a:tabLst>
                <a:tab algn="l" pos="0"/>
              </a:tabLst>
            </a:pPr>
            <a:endParaRPr lang="en-US" sz="2700" b="0" u="none" strike="noStrike">
              <a:solidFill>
                <a:srgbClr val="000000"/>
              </a:solidFill>
              <a:effectLst/>
              <a:uFillTx/>
              <a:latin typeface="Arial"/>
            </a:endParaRPr>
          </a:p>
        </p:txBody>
      </p:sp>
      <p:sp>
        <p:nvSpPr>
          <p:cNvPr id="277" name="PlaceHolder 3"/>
          <p:cNvSpPr>
            <a:spLocks noGrp="1"/>
          </p:cNvSpPr>
          <p:nvPr>
            <p:ph type="ftr" idx="87"/>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78" name="PlaceHolder 4"/>
          <p:cNvSpPr>
            <a:spLocks noGrp="1"/>
          </p:cNvSpPr>
          <p:nvPr>
            <p:ph type="sldNum" idx="88"/>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72E1A4E9-878B-47ED-9084-3D354FAE5E7D}" type="slidenum">
              <a:rPr lang="en-CA" sz="1200" b="0" u="none" strike="noStrike">
                <a:solidFill>
                  <a:srgbClr val="898989"/>
                </a:solidFill>
                <a:effectLst/>
                <a:uFillTx/>
                <a:latin typeface="Calibri"/>
              </a:rPr>
              <a:t>26</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9"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Kiểm thử chấp thuận</a:t>
            </a:r>
            <a:endParaRPr lang="en-US" sz="4200" b="0" u="none" strike="noStrike">
              <a:solidFill>
                <a:srgbClr val="000000"/>
              </a:solidFill>
              <a:effectLst/>
              <a:uFillTx/>
              <a:latin typeface="Arial"/>
            </a:endParaRPr>
          </a:p>
        </p:txBody>
      </p:sp>
      <p:sp>
        <p:nvSpPr>
          <p:cNvPr id="280" name="PlaceHolder 2"/>
          <p:cNvSpPr>
            <a:spLocks noGrp="1"/>
          </p:cNvSpPr>
          <p:nvPr>
            <p:ph/>
          </p:nvPr>
        </p:nvSpPr>
        <p:spPr>
          <a:xfrm>
            <a:off x="455400" y="1594440"/>
            <a:ext cx="8194680" cy="4508640"/>
          </a:xfrm>
          <a:prstGeom prst="rect">
            <a:avLst/>
          </a:prstGeom>
          <a:noFill/>
          <a:ln w="9360">
            <a:noFill/>
          </a:ln>
        </p:spPr>
        <p:txBody>
          <a:bodyPr numCol="1" spcCol="0" lIns="86760" rIns="86760" tIns="43560" bIns="43560" anchor="t">
            <a:normAutofit fontScale="85000" lnSpcReduction="9999"/>
          </a:bodyPr>
          <a:p>
            <a:pPr marL="326160" indent="-326160">
              <a:lnSpc>
                <a:spcPct val="100000"/>
              </a:lnSpc>
              <a:spcBef>
                <a:spcPts val="601"/>
              </a:spcBef>
              <a:buClr>
                <a:srgbClr val="000000"/>
              </a:buClr>
              <a:buFont typeface="Arial"/>
              <a:buChar char="•"/>
            </a:pPr>
            <a:r>
              <a:rPr lang="vi-VN" sz="3000" b="0" u="none" strike="noStrike">
                <a:solidFill>
                  <a:schemeClr val="dk1"/>
                </a:solidFill>
                <a:effectLst/>
                <a:uFillTx/>
                <a:latin typeface="Calibri"/>
              </a:rPr>
              <a:t>Có hai loại kiểm thử chấp nhận</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vi-VN" sz="2700" b="0" u="none" strike="noStrike">
                <a:solidFill>
                  <a:srgbClr val="0070c0"/>
                </a:solidFill>
                <a:effectLst/>
                <a:uFillTx/>
                <a:latin typeface="Calibri"/>
              </a:rPr>
              <a:t>Bởi cơ quan phát triển gọi là BAT</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vi-VN" sz="2700" b="0" u="none" strike="noStrike">
                <a:solidFill>
                  <a:srgbClr val="0070c0"/>
                </a:solidFill>
                <a:effectLst/>
                <a:uFillTx/>
                <a:latin typeface="Calibri"/>
              </a:rPr>
              <a:t>Bởi người dùng gọi là UAT</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Mục đích: kiểm tra sự hài lòng của người sử dụng</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Cơ sở: mong muốn của người dùng (không xét đến tài liệu đặc tả)</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Môi trường: thật</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Người thực hiện: bởi và cho người sử dụng</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Các ca kiểm thử: </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Sử dụng lại từ kiểm thử hệ thống</a:t>
            </a:r>
            <a:endParaRPr lang="en-US" sz="27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US" sz="2700" b="0" u="none" strike="noStrike">
                <a:solidFill>
                  <a:srgbClr val="0070c0"/>
                </a:solidFill>
                <a:effectLst/>
                <a:uFillTx/>
                <a:latin typeface="Calibri"/>
              </a:rPr>
              <a:t>Do người dùng thiết kế</a:t>
            </a:r>
            <a:endParaRPr lang="en-US" sz="2700" b="0" u="none" strike="noStrike">
              <a:solidFill>
                <a:srgbClr val="000000"/>
              </a:solidFill>
              <a:effectLst/>
              <a:uFillTx/>
              <a:latin typeface="Arial"/>
            </a:endParaRPr>
          </a:p>
        </p:txBody>
      </p:sp>
      <p:sp>
        <p:nvSpPr>
          <p:cNvPr id="281" name="PlaceHolder 3"/>
          <p:cNvSpPr>
            <a:spLocks noGrp="1"/>
          </p:cNvSpPr>
          <p:nvPr>
            <p:ph type="ftr" idx="89"/>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82" name="PlaceHolder 4"/>
          <p:cNvSpPr>
            <a:spLocks noGrp="1"/>
          </p:cNvSpPr>
          <p:nvPr>
            <p:ph type="sldNum" idx="90"/>
          </p:nvPr>
        </p:nvSpPr>
        <p:spPr>
          <a:xfrm>
            <a:off x="6525720" y="6332760"/>
            <a:ext cx="2124000" cy="362880"/>
          </a:xfrm>
          <a:prstGeom prst="rect">
            <a:avLst/>
          </a:prstGeom>
          <a:noFill/>
          <a:ln w="0">
            <a:noFill/>
          </a:ln>
        </p:spPr>
        <p:txBody>
          <a:bodyPr lIns="86760" rIns="86760" tIns="43560" bIns="43560" anchor="ctr">
            <a:noAutofit/>
          </a:bodyPr>
          <a:lstStyle>
            <a:lvl1pPr marL="341640" indent="-341640" algn="r">
              <a:lnSpc>
                <a:spcPct val="90000"/>
              </a:lnSpc>
              <a:spcBef>
                <a:spcPts val="748"/>
              </a:spcBef>
              <a:buClr>
                <a:srgbClr val="8b8b8b"/>
              </a:buClr>
              <a:buFont typeface="Arial"/>
              <a:buChar char="•"/>
              <a:defRPr lang="en-CA" sz="2400" b="0" u="none" strike="noStrike">
                <a:solidFill>
                  <a:schemeClr val="dk1">
                    <a:tint val="75000"/>
                  </a:schemeClr>
                </a:solidFill>
                <a:effectLst/>
                <a:uFillTx/>
                <a:latin typeface="Calibri"/>
              </a:defRPr>
            </a:lvl1pPr>
          </a:lstStyle>
          <a:p>
            <a:pPr marL="341640" indent="-341640" algn="r">
              <a:lnSpc>
                <a:spcPct val="90000"/>
              </a:lnSpc>
              <a:spcBef>
                <a:spcPts val="748"/>
              </a:spcBef>
              <a:buClr>
                <a:srgbClr val="8b8b8b"/>
              </a:buClr>
              <a:buFont typeface="Arial"/>
              <a:buChar char="•"/>
            </a:pPr>
            <a:fld id="{A3BF4BD2-9C9D-4F63-8DBE-F41A6A81B0BF}" type="slidenum">
              <a:rPr lang="en-CA" sz="2400" b="0" u="none" strike="noStrike">
                <a:solidFill>
                  <a:schemeClr val="dk1">
                    <a:tint val="75000"/>
                  </a:schemeClr>
                </a:solidFill>
                <a:effectLst/>
                <a:uFillTx/>
                <a:latin typeface="Calibri"/>
              </a:rPr>
              <a:t>28</a:t>
            </a:fld>
            <a:endParaRPr lang="en-US" sz="24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3"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Khi nào nên dừng kiểm thử</a:t>
            </a:r>
            <a:endParaRPr lang="en-US" sz="4200" b="0" u="none" strike="noStrike">
              <a:solidFill>
                <a:srgbClr val="000000"/>
              </a:solidFill>
              <a:effectLst/>
              <a:uFillTx/>
              <a:latin typeface="Arial"/>
            </a:endParaRPr>
          </a:p>
        </p:txBody>
      </p:sp>
      <p:sp>
        <p:nvSpPr>
          <p:cNvPr id="284" name="PlaceHolder 2"/>
          <p:cNvSpPr>
            <a:spLocks noGrp="1"/>
          </p:cNvSpPr>
          <p:nvPr>
            <p:ph/>
          </p:nvPr>
        </p:nvSpPr>
        <p:spPr>
          <a:xfrm>
            <a:off x="455400" y="1594440"/>
            <a:ext cx="8194680" cy="45086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Hết thời gian, hết ngân sách</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Đạt mức độ bao phủ mong muốn</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Đạt tần suất hỏng hóc mong muốn</a:t>
            </a:r>
            <a:endParaRPr lang="en-US" sz="3000" b="0" u="none" strike="noStrike">
              <a:solidFill>
                <a:srgbClr val="000000"/>
              </a:solidFill>
              <a:effectLst/>
              <a:uFillTx/>
              <a:latin typeface="Arial"/>
            </a:endParaRPr>
          </a:p>
        </p:txBody>
      </p:sp>
      <p:sp>
        <p:nvSpPr>
          <p:cNvPr id="285" name="PlaceHolder 3"/>
          <p:cNvSpPr>
            <a:spLocks noGrp="1"/>
          </p:cNvSpPr>
          <p:nvPr>
            <p:ph type="ftr" idx="91"/>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86" name="PlaceHolder 4"/>
          <p:cNvSpPr>
            <a:spLocks noGrp="1"/>
          </p:cNvSpPr>
          <p:nvPr>
            <p:ph type="sldNum" idx="92"/>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E99C841D-B3B6-441B-9D95-2B2DBD3A841E}" type="slidenum">
              <a:rPr lang="en-CA" sz="1200" b="0" u="none" strike="noStrike">
                <a:solidFill>
                  <a:srgbClr val="898989"/>
                </a:solidFill>
                <a:effectLst/>
                <a:uFillTx/>
                <a:latin typeface="Calibri"/>
              </a:rPr>
              <a:t>28</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CA" sz="4200" b="0" u="none" strike="noStrike">
                <a:solidFill>
                  <a:srgbClr val="0070c0"/>
                </a:solidFill>
                <a:effectLst/>
                <a:uFillTx/>
                <a:latin typeface="Calibri"/>
              </a:rPr>
              <a:t>Kiểm thử hồi qui</a:t>
            </a:r>
            <a:endParaRPr lang="en-US" sz="4200" b="0" u="none" strike="noStrike">
              <a:solidFill>
                <a:srgbClr val="000000"/>
              </a:solidFill>
              <a:effectLst/>
              <a:uFillTx/>
              <a:latin typeface="Arial"/>
            </a:endParaRPr>
          </a:p>
        </p:txBody>
      </p:sp>
      <p:sp>
        <p:nvSpPr>
          <p:cNvPr id="288" name="PlaceHolder 2"/>
          <p:cNvSpPr>
            <a:spLocks noGrp="1"/>
          </p:cNvSpPr>
          <p:nvPr>
            <p:ph/>
          </p:nvPr>
        </p:nvSpPr>
        <p:spPr>
          <a:xfrm>
            <a:off x="455400" y="1594440"/>
            <a:ext cx="8194680" cy="45086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CA" sz="3000" b="0" u="none" strike="noStrike">
                <a:solidFill>
                  <a:schemeClr val="dk1"/>
                </a:solidFill>
                <a:effectLst/>
                <a:uFillTx/>
                <a:latin typeface="Calibri"/>
              </a:rPr>
              <a:t>Khi một hệ thống được chỉnh sửa (sửa lỗi, thêm/bớt chức năng,..) toàn bộ bộ kiểm thử cần phải chạy lại</a:t>
            </a:r>
            <a:endParaRPr lang="en-US" sz="3000" b="0" u="none" strike="noStrike">
              <a:solidFill>
                <a:srgbClr val="000000"/>
              </a:solidFill>
              <a:effectLst/>
              <a:uFillTx/>
              <a:latin typeface="Arial"/>
            </a:endParaRPr>
          </a:p>
          <a:p>
            <a:pPr marL="706320" lvl="1" indent="-271800">
              <a:lnSpc>
                <a:spcPct val="100000"/>
              </a:lnSpc>
              <a:spcBef>
                <a:spcPts val="541"/>
              </a:spcBef>
              <a:buClr>
                <a:srgbClr val="0070c0"/>
              </a:buClr>
              <a:buFont typeface="Arial"/>
              <a:buChar char="–"/>
            </a:pPr>
            <a:r>
              <a:rPr lang="en-CA" sz="2700" b="0" u="none" strike="noStrike">
                <a:solidFill>
                  <a:srgbClr val="0070c0"/>
                </a:solidFill>
                <a:effectLst/>
                <a:uFillTx/>
                <a:latin typeface="Calibri"/>
              </a:rPr>
              <a:t>Đảm bảo các tính năng đang hoạt động tốt không bị ảnh hưởng bởi chỉnh sửa</a:t>
            </a:r>
            <a:endParaRPr lang="en-US" sz="27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CA" sz="3000" b="0" u="none" strike="noStrike">
                <a:solidFill>
                  <a:schemeClr val="dk1"/>
                </a:solidFill>
                <a:effectLst/>
                <a:uFillTx/>
                <a:latin typeface="Calibri"/>
              </a:rPr>
              <a:t>Kiểm thử lại tự động trước khi lưu thay đổi vào kho (repo.)</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CA" sz="3000" b="0" u="none" strike="noStrike">
                <a:solidFill>
                  <a:schemeClr val="dk1"/>
                </a:solidFill>
                <a:effectLst/>
                <a:uFillTx/>
                <a:latin typeface="Calibri"/>
              </a:rPr>
              <a:t>Cần các chiến lược kiểm thử tăng dần với hệ thống lớn</a:t>
            </a:r>
            <a:endParaRPr lang="en-US" sz="3000" b="0" u="none" strike="noStrike">
              <a:solidFill>
                <a:srgbClr val="000000"/>
              </a:solidFill>
              <a:effectLst/>
              <a:uFillTx/>
              <a:latin typeface="Arial"/>
            </a:endParaRPr>
          </a:p>
        </p:txBody>
      </p:sp>
      <p:sp>
        <p:nvSpPr>
          <p:cNvPr id="289" name="PlaceHolder 3"/>
          <p:cNvSpPr>
            <a:spLocks noGrp="1"/>
          </p:cNvSpPr>
          <p:nvPr>
            <p:ph type="ftr" idx="93"/>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90" name="PlaceHolder 4"/>
          <p:cNvSpPr>
            <a:spLocks noGrp="1"/>
          </p:cNvSpPr>
          <p:nvPr>
            <p:ph type="sldNum" idx="94"/>
          </p:nvPr>
        </p:nvSpPr>
        <p:spPr>
          <a:xfrm>
            <a:off x="6525720" y="6332760"/>
            <a:ext cx="2124000" cy="362880"/>
          </a:xfrm>
          <a:prstGeom prst="rect">
            <a:avLst/>
          </a:prstGeom>
          <a:noFill/>
          <a:ln w="0">
            <a:noFill/>
          </a:ln>
        </p:spPr>
        <p:txBody>
          <a:bodyPr numCol="1" spcCol="0" lIns="86760" rIns="86760" tIns="43560" bIns="43560" anchor="ctr">
            <a:noAutofit/>
          </a:bodyPr>
          <a:lstStyle>
            <a:lvl1pPr marL="341640" indent="-341640" algn="r">
              <a:lnSpc>
                <a:spcPct val="100000"/>
              </a:lnSpc>
              <a:buNone/>
              <a:tabLst>
                <a:tab algn="l" pos="0"/>
              </a:tabLst>
              <a:defRPr lang="en-CA" sz="1200" b="0" u="none" strike="noStrike">
                <a:solidFill>
                  <a:srgbClr val="898989"/>
                </a:solidFill>
                <a:effectLst/>
                <a:uFillTx/>
                <a:latin typeface="Calibri"/>
              </a:defRPr>
            </a:lvl1pPr>
          </a:lstStyle>
          <a:p>
            <a:pPr marL="341640" indent="-341640" algn="r">
              <a:lnSpc>
                <a:spcPct val="100000"/>
              </a:lnSpc>
              <a:buNone/>
              <a:tabLst>
                <a:tab algn="l" pos="0"/>
              </a:tabLst>
            </a:pPr>
            <a:fld id="{38563C63-8C2A-418B-8533-B28470540AC1}" type="slidenum">
              <a:rPr lang="en-CA" sz="1200" b="0" u="none" strike="noStrike">
                <a:solidFill>
                  <a:srgbClr val="898989"/>
                </a:solidFill>
                <a:effectLst/>
                <a:uFillTx/>
                <a:latin typeface="Calibri"/>
              </a:rPr>
              <a:t>28</a:t>
            </a:fld>
            <a:endParaRPr lang="en-US" sz="12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rmAutofit fontScale="85000" lnSpcReduction="9999"/>
          </a:bodyPr>
          <a:p>
            <a:pPr indent="0" algn="ctr">
              <a:lnSpc>
                <a:spcPct val="100000"/>
              </a:lnSpc>
              <a:buNone/>
              <a:tabLst>
                <a:tab algn="l" pos="0"/>
              </a:tabLst>
            </a:pPr>
            <a:r>
              <a:rPr lang="en-US" sz="4200" b="0" u="none" strike="noStrike">
                <a:solidFill>
                  <a:srgbClr val="0070c0"/>
                </a:solidFill>
                <a:effectLst/>
                <a:uFillTx/>
                <a:latin typeface="Calibri"/>
              </a:rPr>
              <a:t>Nhiều công cụ hỗ trợ các loại kiểm thử</a:t>
            </a:r>
            <a:endParaRPr lang="en-US" sz="4200" b="0" u="none" strike="noStrike">
              <a:solidFill>
                <a:srgbClr val="000000"/>
              </a:solidFill>
              <a:effectLst/>
              <a:uFillTx/>
              <a:latin typeface="Arial"/>
            </a:endParaRPr>
          </a:p>
        </p:txBody>
      </p:sp>
      <p:sp>
        <p:nvSpPr>
          <p:cNvPr id="292" name="PlaceHolder 2"/>
          <p:cNvSpPr>
            <a:spLocks noGrp="1"/>
          </p:cNvSpPr>
          <p:nvPr>
            <p:ph/>
          </p:nvPr>
        </p:nvSpPr>
        <p:spPr>
          <a:xfrm>
            <a:off x="455400" y="1594440"/>
            <a:ext cx="8516520" cy="4508640"/>
          </a:xfrm>
          <a:prstGeom prst="rect">
            <a:avLst/>
          </a:prstGeom>
          <a:noFill/>
          <a:ln w="9360">
            <a:noFill/>
          </a:ln>
        </p:spPr>
        <p:txBody>
          <a:bodyPr numCol="1" spcCol="0" lIns="86760" rIns="86760" tIns="43560" bIns="43560" anchor="t">
            <a:normAutofit fontScale="92500" lnSpcReduction="9999"/>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Kiểm thử đơn vị: </a:t>
            </a:r>
            <a:r>
              <a:rPr lang="en-US" sz="3000" b="0" u="none" strike="noStrike">
                <a:solidFill>
                  <a:srgbClr val="ff0000"/>
                </a:solidFill>
                <a:effectLst/>
                <a:uFillTx/>
                <a:latin typeface="Calibri"/>
              </a:rPr>
              <a:t>Achoo,</a:t>
            </a:r>
            <a:r>
              <a:rPr lang="en-US" sz="3000" b="0" u="none" strike="noStrike">
                <a:solidFill>
                  <a:schemeClr val="dk1"/>
                </a:solidFill>
                <a:effectLst/>
                <a:uFillTx/>
                <a:latin typeface="Calibri"/>
              </a:rPr>
              <a:t> </a:t>
            </a:r>
            <a:r>
              <a:rPr lang="en-US" sz="3000" b="0" u="none" strike="noStrike">
                <a:solidFill>
                  <a:srgbClr val="ff0000"/>
                </a:solidFill>
                <a:effectLst/>
                <a:uFillTx/>
                <a:latin typeface="Calibri"/>
              </a:rPr>
              <a:t>JUnit, Pex/Moles, PyUnit, …</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Tự động kiểm thử: </a:t>
            </a:r>
            <a:r>
              <a:rPr lang="en-US" sz="3000" b="0" u="none" strike="noStrike">
                <a:solidFill>
                  <a:srgbClr val="ff0000"/>
                </a:solidFill>
                <a:effectLst/>
                <a:uFillTx/>
                <a:latin typeface="Calibri"/>
              </a:rPr>
              <a:t>TestComplete, …</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Kiểm thử hiệu năng và tải: </a:t>
            </a:r>
            <a:r>
              <a:rPr lang="en-US" sz="3000" b="0" u="none" strike="noStrike">
                <a:solidFill>
                  <a:srgbClr val="ff0000"/>
                </a:solidFill>
                <a:effectLst/>
                <a:uFillTx/>
                <a:latin typeface="Calibri"/>
              </a:rPr>
              <a:t>JMeter, …</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Kiểm thử giao diện: </a:t>
            </a:r>
            <a:r>
              <a:rPr lang="en-US" sz="3000" b="0" u="none" strike="noStrike">
                <a:solidFill>
                  <a:srgbClr val="ff0000"/>
                </a:solidFill>
                <a:effectLst/>
                <a:uFillTx/>
                <a:latin typeface="Calibri"/>
              </a:rPr>
              <a:t>Ranorex,</a:t>
            </a:r>
            <a:r>
              <a:rPr lang="en-US" sz="3000" b="0" u="none" strike="noStrike">
                <a:solidFill>
                  <a:schemeClr val="dk1"/>
                </a:solidFill>
                <a:effectLst/>
                <a:uFillTx/>
                <a:latin typeface="Calibri"/>
              </a:rPr>
              <a:t> </a:t>
            </a:r>
            <a:r>
              <a:rPr lang="en-US" sz="3000" b="0" u="none" strike="noStrike">
                <a:solidFill>
                  <a:srgbClr val="ff0000"/>
                </a:solidFill>
                <a:effectLst/>
                <a:uFillTx/>
                <a:latin typeface="Calibri"/>
              </a:rPr>
              <a:t>Abbot, Guitar, …</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Kiểm thử tổ hợp: </a:t>
            </a:r>
            <a:r>
              <a:rPr lang="en-US" sz="3000" b="0" u="none" strike="noStrike">
                <a:solidFill>
                  <a:srgbClr val="ff0000"/>
                </a:solidFill>
                <a:effectLst/>
                <a:uFillTx/>
                <a:latin typeface="Calibri"/>
              </a:rPr>
              <a:t>AETG, FireEye, …</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Kiểm thử dựa trên mô hình: </a:t>
            </a:r>
            <a:r>
              <a:rPr lang="en-US" sz="3000" b="0" u="none" strike="noStrike">
                <a:solidFill>
                  <a:srgbClr val="ff0000"/>
                </a:solidFill>
                <a:effectLst/>
                <a:uFillTx/>
                <a:latin typeface="Calibri"/>
              </a:rPr>
              <a:t>Spec Explorer, …</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Phân tích bao phủ: </a:t>
            </a:r>
            <a:r>
              <a:rPr lang="en-US" sz="3000" b="0" u="none" strike="noStrike">
                <a:solidFill>
                  <a:srgbClr val="ff0000"/>
                </a:solidFill>
                <a:effectLst/>
                <a:uFillTx/>
                <a:latin typeface="Calibri"/>
              </a:rPr>
              <a:t>Corbertura, …</a:t>
            </a:r>
            <a:endParaRPr lang="en-US" sz="3000" b="0" u="none" strike="noStrike">
              <a:solidFill>
                <a:srgbClr val="000000"/>
              </a:solidFill>
              <a:effectLst/>
              <a:uFillTx/>
              <a:latin typeface="Arial"/>
            </a:endParaRPr>
          </a:p>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Quản lý lỗi (defects): </a:t>
            </a:r>
            <a:r>
              <a:rPr lang="en-US" sz="3000" b="0" u="none" strike="noStrike">
                <a:solidFill>
                  <a:srgbClr val="ff0000"/>
                </a:solidFill>
                <a:effectLst/>
                <a:uFillTx/>
                <a:latin typeface="Calibri"/>
              </a:rPr>
              <a:t>Bugzilla, …</a:t>
            </a:r>
            <a:endParaRPr lang="en-US" sz="3000" b="0" u="none" strike="noStrike">
              <a:solidFill>
                <a:srgbClr val="000000"/>
              </a:solidFill>
              <a:effectLst/>
              <a:uFillTx/>
              <a:latin typeface="Arial"/>
            </a:endParaRPr>
          </a:p>
          <a:p>
            <a:pPr marL="326160" indent="-326160">
              <a:lnSpc>
                <a:spcPct val="100000"/>
              </a:lnSpc>
              <a:spcBef>
                <a:spcPts val="601"/>
              </a:spcBef>
              <a:buClr>
                <a:srgbClr val="ff0000"/>
              </a:buClr>
              <a:buFont typeface="Arial"/>
              <a:buChar char="•"/>
            </a:pPr>
            <a:r>
              <a:rPr lang="en-US" sz="3000" b="0" u="none" strike="noStrike">
                <a:solidFill>
                  <a:srgbClr val="ff0000"/>
                </a:solidFill>
                <a:effectLst/>
                <a:uFillTx/>
                <a:latin typeface="Calibri"/>
              </a:rPr>
              <a:t>…</a:t>
            </a:r>
            <a:endParaRPr lang="en-US" sz="3000" b="0" u="none" strike="noStrike">
              <a:solidFill>
                <a:srgbClr val="000000"/>
              </a:solidFill>
              <a:effectLst/>
              <a:uFillTx/>
              <a:latin typeface="Arial"/>
            </a:endParaRPr>
          </a:p>
          <a:p>
            <a:pPr indent="0">
              <a:lnSpc>
                <a:spcPct val="100000"/>
              </a:lnSpc>
              <a:spcBef>
                <a:spcPts val="601"/>
              </a:spcBef>
              <a:buNone/>
              <a:tabLst>
                <a:tab algn="l" pos="0"/>
              </a:tabLst>
            </a:pPr>
            <a:endParaRPr lang="en-US" sz="3000" b="0" u="none" strike="noStrike">
              <a:solidFill>
                <a:srgbClr val="000000"/>
              </a:solidFill>
              <a:effectLst/>
              <a:uFillTx/>
              <a:latin typeface="Arial"/>
            </a:endParaRPr>
          </a:p>
          <a:p>
            <a:pPr indent="0">
              <a:lnSpc>
                <a:spcPct val="100000"/>
              </a:lnSpc>
              <a:spcBef>
                <a:spcPts val="601"/>
              </a:spcBef>
              <a:buNone/>
              <a:tabLst>
                <a:tab algn="l" pos="0"/>
              </a:tabLst>
            </a:pPr>
            <a:endParaRPr lang="en-US" sz="3000" b="0" u="none" strike="noStrike">
              <a:solidFill>
                <a:srgbClr val="000000"/>
              </a:solidFill>
              <a:effectLst/>
              <a:uFillTx/>
              <a:latin typeface="Arial"/>
            </a:endParaRPr>
          </a:p>
          <a:p>
            <a:pPr indent="0">
              <a:lnSpc>
                <a:spcPct val="100000"/>
              </a:lnSpc>
              <a:spcBef>
                <a:spcPts val="601"/>
              </a:spcBef>
              <a:buNone/>
              <a:tabLst>
                <a:tab algn="l" pos="0"/>
              </a:tabLst>
            </a:pPr>
            <a:endParaRPr lang="en-US" sz="3000" b="0" u="none" strike="noStrike">
              <a:solidFill>
                <a:srgbClr val="000000"/>
              </a:solidFill>
              <a:effectLst/>
              <a:uFillTx/>
              <a:latin typeface="Arial"/>
            </a:endParaRPr>
          </a:p>
          <a:p>
            <a:pPr indent="0">
              <a:lnSpc>
                <a:spcPct val="100000"/>
              </a:lnSpc>
              <a:spcBef>
                <a:spcPts val="601"/>
              </a:spcBef>
              <a:buNone/>
              <a:tabLst>
                <a:tab algn="l" pos="0"/>
              </a:tabLst>
            </a:pPr>
            <a:endParaRPr lang="en-US" sz="3000" b="0" u="none" strike="noStrike">
              <a:solidFill>
                <a:srgbClr val="000000"/>
              </a:solidFill>
              <a:effectLst/>
              <a:uFillTx/>
              <a:latin typeface="Arial"/>
            </a:endParaRPr>
          </a:p>
          <a:p>
            <a:pPr indent="0">
              <a:lnSpc>
                <a:spcPct val="100000"/>
              </a:lnSpc>
              <a:spcBef>
                <a:spcPts val="601"/>
              </a:spcBef>
              <a:buNone/>
              <a:tabLst>
                <a:tab algn="l" pos="0"/>
              </a:tabLst>
            </a:pPr>
            <a:endParaRPr lang="en-US" sz="3000" b="0" u="none" strike="noStrike">
              <a:solidFill>
                <a:srgbClr val="000000"/>
              </a:solidFill>
              <a:effectLst/>
              <a:uFillTx/>
              <a:latin typeface="Arial"/>
            </a:endParaRPr>
          </a:p>
          <a:p>
            <a:pPr indent="0">
              <a:lnSpc>
                <a:spcPct val="100000"/>
              </a:lnSpc>
              <a:spcBef>
                <a:spcPts val="601"/>
              </a:spcBef>
              <a:buNone/>
              <a:tabLst>
                <a:tab algn="l" pos="0"/>
              </a:tabLst>
            </a:pPr>
            <a:endParaRPr lang="en-US" sz="3000" b="0" u="none" strike="noStrike">
              <a:solidFill>
                <a:srgbClr val="000000"/>
              </a:solidFill>
              <a:effectLst/>
              <a:uFillTx/>
              <a:latin typeface="Arial"/>
            </a:endParaRPr>
          </a:p>
          <a:p>
            <a:pPr indent="0">
              <a:lnSpc>
                <a:spcPct val="100000"/>
              </a:lnSpc>
              <a:spcBef>
                <a:spcPts val="601"/>
              </a:spcBef>
              <a:buNone/>
              <a:tabLst>
                <a:tab algn="l" pos="0"/>
              </a:tabLst>
            </a:pPr>
            <a:endParaRPr lang="en-US" sz="3000" b="0" u="none" strike="noStrike">
              <a:solidFill>
                <a:srgbClr val="000000"/>
              </a:solidFill>
              <a:effectLst/>
              <a:uFillTx/>
              <a:latin typeface="Arial"/>
            </a:endParaRPr>
          </a:p>
        </p:txBody>
      </p:sp>
      <p:sp>
        <p:nvSpPr>
          <p:cNvPr id="293" name="PlaceHolder 3"/>
          <p:cNvSpPr>
            <a:spLocks noGrp="1"/>
          </p:cNvSpPr>
          <p:nvPr>
            <p:ph type="ftr" idx="95"/>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94" name="PlaceHolder 4"/>
          <p:cNvSpPr>
            <a:spLocks noGrp="1"/>
          </p:cNvSpPr>
          <p:nvPr>
            <p:ph type="sldNum" idx="96"/>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CA" sz="1100" b="0" u="none" strike="noStrike">
                <a:solidFill>
                  <a:schemeClr val="dk1">
                    <a:tint val="75000"/>
                  </a:schemeClr>
                </a:solidFill>
                <a:effectLst/>
                <a:uFillTx/>
                <a:latin typeface="Arial"/>
              </a:defRPr>
            </a:lvl1pPr>
          </a:lstStyle>
          <a:p>
            <a:pPr indent="0" algn="r">
              <a:lnSpc>
                <a:spcPct val="100000"/>
              </a:lnSpc>
              <a:buNone/>
              <a:tabLst>
                <a:tab algn="l" pos="0"/>
              </a:tabLst>
            </a:pPr>
            <a:fld id="{23FD3775-0229-4A4C-8093-4497EB827364}" type="slidenum">
              <a:rPr lang="en-CA" sz="1100" b="0" u="none" strike="noStrike">
                <a:solidFill>
                  <a:schemeClr val="dk1">
                    <a:tint val="75000"/>
                  </a:schemeClr>
                </a:solidFill>
                <a:effectLst/>
                <a:uFillTx/>
                <a:latin typeface="Arial"/>
              </a:rPr>
              <a:t>31</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Bài tập thực hành</a:t>
            </a:r>
            <a:endParaRPr lang="en-US" sz="4200" b="0" u="none" strike="noStrike">
              <a:solidFill>
                <a:srgbClr val="000000"/>
              </a:solidFill>
              <a:effectLst/>
              <a:uFillTx/>
              <a:latin typeface="Arial"/>
            </a:endParaRPr>
          </a:p>
        </p:txBody>
      </p:sp>
      <p:sp>
        <p:nvSpPr>
          <p:cNvPr id="296" name="PlaceHolder 2"/>
          <p:cNvSpPr>
            <a:spLocks noGrp="1"/>
          </p:cNvSpPr>
          <p:nvPr>
            <p:ph/>
          </p:nvPr>
        </p:nvSpPr>
        <p:spPr>
          <a:xfrm>
            <a:off x="455400" y="1594440"/>
            <a:ext cx="8194680" cy="45086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Quy trình kiểm thử phần mềm</a:t>
            </a:r>
            <a:endParaRPr lang="en-US" sz="3000" b="0" u="none" strike="noStrike">
              <a:solidFill>
                <a:srgbClr val="000000"/>
              </a:solidFill>
              <a:effectLst/>
              <a:uFillTx/>
              <a:latin typeface="Arial"/>
            </a:endParaRPr>
          </a:p>
        </p:txBody>
      </p:sp>
      <p:sp>
        <p:nvSpPr>
          <p:cNvPr id="297" name="PlaceHolder 3"/>
          <p:cNvSpPr>
            <a:spLocks noGrp="1"/>
          </p:cNvSpPr>
          <p:nvPr>
            <p:ph type="ftr" idx="97"/>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298" name="PlaceHolder 4"/>
          <p:cNvSpPr>
            <a:spLocks noGrp="1"/>
          </p:cNvSpPr>
          <p:nvPr>
            <p:ph type="sldNum" idx="98"/>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Arial"/>
              </a:defRPr>
            </a:lvl1pPr>
          </a:lstStyle>
          <a:p>
            <a:pPr indent="0" algn="r">
              <a:lnSpc>
                <a:spcPct val="100000"/>
              </a:lnSpc>
              <a:buNone/>
              <a:tabLst>
                <a:tab algn="l" pos="0"/>
              </a:tabLst>
            </a:pPr>
            <a:fld id="{1F04997C-E6DE-4553-A37B-F0A990C38896}" type="slidenum">
              <a:rPr lang="en-US" sz="1100" b="0" u="none" strike="noStrike">
                <a:solidFill>
                  <a:schemeClr val="dk1">
                    <a:tint val="75000"/>
                  </a:schemeClr>
                </a:solidFill>
                <a:effectLst/>
                <a:uFillTx/>
                <a:latin typeface="Arial"/>
              </a:rPr>
              <a:t>31</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9" name="PlaceHolder 1"/>
          <p:cNvSpPr>
            <a:spLocks noGrp="1"/>
          </p:cNvSpPr>
          <p:nvPr>
            <p:ph type="title"/>
          </p:nvPr>
        </p:nvSpPr>
        <p:spPr>
          <a:xfrm>
            <a:off x="426960" y="213480"/>
            <a:ext cx="8194680" cy="1137960"/>
          </a:xfrm>
          <a:prstGeom prst="rect">
            <a:avLst/>
          </a:prstGeom>
          <a:noFill/>
          <a:ln w="9360">
            <a:noFill/>
          </a:ln>
        </p:spPr>
        <p:txBody>
          <a:bodyPr numCol="1" spcCol="0" lIns="86760" rIns="86760" tIns="43560" bIns="43560" anchor="ctr">
            <a:noAutofit/>
          </a:bodyPr>
          <a:p>
            <a:pPr indent="0" algn="ctr">
              <a:lnSpc>
                <a:spcPct val="100000"/>
              </a:lnSpc>
              <a:buNone/>
              <a:tabLst>
                <a:tab algn="l" pos="0"/>
              </a:tabLst>
            </a:pPr>
            <a:r>
              <a:rPr lang="en-US" sz="4200" b="0" u="none" strike="noStrike">
                <a:solidFill>
                  <a:srgbClr val="0070c0"/>
                </a:solidFill>
                <a:effectLst/>
                <a:uFillTx/>
                <a:latin typeface="Calibri"/>
              </a:rPr>
              <a:t>Bài tập về nhà</a:t>
            </a:r>
            <a:endParaRPr lang="en-US" sz="4200" b="0" u="none" strike="noStrike">
              <a:solidFill>
                <a:srgbClr val="000000"/>
              </a:solidFill>
              <a:effectLst/>
              <a:uFillTx/>
              <a:latin typeface="Arial"/>
            </a:endParaRPr>
          </a:p>
        </p:txBody>
      </p:sp>
      <p:sp>
        <p:nvSpPr>
          <p:cNvPr id="300" name="PlaceHolder 2"/>
          <p:cNvSpPr>
            <a:spLocks noGrp="1"/>
          </p:cNvSpPr>
          <p:nvPr>
            <p:ph/>
          </p:nvPr>
        </p:nvSpPr>
        <p:spPr>
          <a:xfrm>
            <a:off x="455400" y="1594440"/>
            <a:ext cx="8194680" cy="4508640"/>
          </a:xfrm>
          <a:prstGeom prst="rect">
            <a:avLst/>
          </a:prstGeom>
          <a:noFill/>
          <a:ln w="9360">
            <a:noFill/>
          </a:ln>
        </p:spPr>
        <p:txBody>
          <a:bodyPr numCol="1" spcCol="0" lIns="86760" rIns="86760" tIns="43560" bIns="43560" anchor="t">
            <a:noAutofit/>
          </a:bodyPr>
          <a:p>
            <a:pPr marL="326160" indent="-326160">
              <a:lnSpc>
                <a:spcPct val="100000"/>
              </a:lnSpc>
              <a:spcBef>
                <a:spcPts val="601"/>
              </a:spcBef>
              <a:buClr>
                <a:srgbClr val="000000"/>
              </a:buClr>
              <a:buFont typeface="Arial"/>
              <a:buChar char="•"/>
            </a:pPr>
            <a:r>
              <a:rPr lang="en-US" sz="3000" b="0" u="none" strike="noStrike">
                <a:solidFill>
                  <a:schemeClr val="dk1"/>
                </a:solidFill>
                <a:effectLst/>
                <a:uFillTx/>
                <a:latin typeface="Calibri"/>
              </a:rPr>
              <a:t>Tìm hiểu, làm slide (có ví dụ) về một phương pháp kiểm thử hộp đen mà em biết.</a:t>
            </a:r>
            <a:endParaRPr lang="en-US" sz="3000" b="0" u="none" strike="noStrike">
              <a:solidFill>
                <a:srgbClr val="000000"/>
              </a:solidFill>
              <a:effectLst/>
              <a:uFillTx/>
              <a:latin typeface="Arial"/>
            </a:endParaRPr>
          </a:p>
        </p:txBody>
      </p:sp>
      <p:sp>
        <p:nvSpPr>
          <p:cNvPr id="301" name="PlaceHolder 3"/>
          <p:cNvSpPr>
            <a:spLocks noGrp="1"/>
          </p:cNvSpPr>
          <p:nvPr>
            <p:ph type="ftr" idx="99"/>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302" name="PlaceHolder 4"/>
          <p:cNvSpPr>
            <a:spLocks noGrp="1"/>
          </p:cNvSpPr>
          <p:nvPr>
            <p:ph type="sldNum" idx="100"/>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Arial"/>
              </a:defRPr>
            </a:lvl1pPr>
          </a:lstStyle>
          <a:p>
            <a:pPr indent="0" algn="r">
              <a:lnSpc>
                <a:spcPct val="100000"/>
              </a:lnSpc>
              <a:buNone/>
              <a:tabLst>
                <a:tab algn="l" pos="0"/>
              </a:tabLst>
            </a:pPr>
            <a:fld id="{D1686FE4-ECAE-4D02-AC5D-2B484D5C726E}" type="slidenum">
              <a:rPr lang="en-US" sz="1100" b="0" u="none" strike="noStrike">
                <a:solidFill>
                  <a:schemeClr val="dk1">
                    <a:tint val="75000"/>
                  </a:schemeClr>
                </a:solidFill>
                <a:effectLst/>
                <a:uFillTx/>
                <a:latin typeface="Arial"/>
              </a:rPr>
              <a:t>31</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title"/>
          </p:nvPr>
        </p:nvSpPr>
        <p:spPr>
          <a:xfrm>
            <a:off x="426960" y="213480"/>
            <a:ext cx="8194680" cy="1137960"/>
          </a:xfrm>
          <a:prstGeom prst="rect">
            <a:avLst/>
          </a:prstGeom>
          <a:noFill/>
          <a:ln w="9360">
            <a:noFill/>
          </a:ln>
        </p:spPr>
        <p:txBody>
          <a:bodyPr numCol="1" spcCol="0" lIns="90360" rIns="90360" tIns="44280" bIns="44280" anchor="ctr">
            <a:noAutofit/>
          </a:bodyPr>
          <a:p>
            <a:pPr indent="0">
              <a:lnSpc>
                <a:spcPct val="100000"/>
              </a:lnSpc>
              <a:buNone/>
              <a:tabLst>
                <a:tab algn="l" pos="0"/>
              </a:tabLst>
            </a:pPr>
            <a:r>
              <a:rPr lang="en-GB" sz="4200" b="0" u="none" strike="noStrike">
                <a:solidFill>
                  <a:srgbClr val="0070c0"/>
                </a:solidFill>
                <a:effectLst/>
                <a:uFillTx/>
                <a:latin typeface="Calibri"/>
              </a:rPr>
              <a:t>Tổng kết</a:t>
            </a:r>
            <a:endParaRPr lang="en-US" sz="4200" b="0" u="none" strike="noStrike">
              <a:solidFill>
                <a:srgbClr val="000000"/>
              </a:solidFill>
              <a:effectLst/>
              <a:uFillTx/>
              <a:latin typeface="Arial"/>
            </a:endParaRPr>
          </a:p>
        </p:txBody>
      </p:sp>
      <p:sp>
        <p:nvSpPr>
          <p:cNvPr id="304" name="PlaceHolder 2"/>
          <p:cNvSpPr>
            <a:spLocks noGrp="1"/>
          </p:cNvSpPr>
          <p:nvPr>
            <p:ph/>
          </p:nvPr>
        </p:nvSpPr>
        <p:spPr>
          <a:xfrm>
            <a:off x="455400" y="1594440"/>
            <a:ext cx="8194680" cy="4508640"/>
          </a:xfrm>
          <a:prstGeom prst="rect">
            <a:avLst/>
          </a:prstGeom>
          <a:noFill/>
          <a:ln w="9360">
            <a:noFill/>
          </a:ln>
        </p:spPr>
        <p:txBody>
          <a:bodyPr numCol="1" spcCol="0" lIns="90360" rIns="90360" tIns="44280" bIns="44280" anchor="t">
            <a:normAutofit/>
          </a:bodyPr>
          <a:p>
            <a:pPr marL="326160" indent="-326160">
              <a:lnSpc>
                <a:spcPct val="90000"/>
              </a:lnSpc>
              <a:spcBef>
                <a:spcPts val="601"/>
              </a:spcBef>
              <a:buClr>
                <a:srgbClr val="000000"/>
              </a:buClr>
              <a:buFont typeface="Arial"/>
              <a:buChar char="•"/>
            </a:pPr>
            <a:r>
              <a:rPr lang="en-US" sz="3000" b="0" u="none" strike="noStrike">
                <a:solidFill>
                  <a:schemeClr val="dk1"/>
                </a:solidFill>
                <a:effectLst/>
                <a:uFillTx/>
                <a:latin typeface="Calibri"/>
              </a:rPr>
              <a:t>Kiểm chứng và thẩm định</a:t>
            </a:r>
            <a:endParaRPr lang="en-US" sz="3000" b="0" u="none" strike="noStrike">
              <a:solidFill>
                <a:srgbClr val="000000"/>
              </a:solidFill>
              <a:effectLst/>
              <a:uFillTx/>
              <a:latin typeface="Arial"/>
            </a:endParaRPr>
          </a:p>
          <a:p>
            <a:pPr marL="326160" indent="-326160">
              <a:lnSpc>
                <a:spcPct val="90000"/>
              </a:lnSpc>
              <a:spcBef>
                <a:spcPts val="601"/>
              </a:spcBef>
              <a:buClr>
                <a:srgbClr val="000000"/>
              </a:buClr>
              <a:buFont typeface="Arial"/>
              <a:buChar char="•"/>
            </a:pPr>
            <a:r>
              <a:rPr lang="en-US" sz="3000" b="0" u="none" strike="noStrike">
                <a:solidFill>
                  <a:schemeClr val="dk1"/>
                </a:solidFill>
                <a:effectLst/>
                <a:uFillTx/>
                <a:latin typeface="Calibri"/>
              </a:rPr>
              <a:t>Đảm bảo chất lượng</a:t>
            </a:r>
            <a:endParaRPr lang="en-US" sz="3000" b="0" u="none" strike="noStrike">
              <a:solidFill>
                <a:srgbClr val="000000"/>
              </a:solidFill>
              <a:effectLst/>
              <a:uFillTx/>
              <a:latin typeface="Arial"/>
            </a:endParaRPr>
          </a:p>
          <a:p>
            <a:pPr marL="326160" indent="-326160">
              <a:lnSpc>
                <a:spcPct val="90000"/>
              </a:lnSpc>
              <a:spcBef>
                <a:spcPts val="601"/>
              </a:spcBef>
              <a:buClr>
                <a:srgbClr val="000000"/>
              </a:buClr>
              <a:buFont typeface="Arial"/>
              <a:buChar char="•"/>
            </a:pPr>
            <a:r>
              <a:rPr lang="en-US" sz="3000" b="0" u="none" strike="noStrike">
                <a:solidFill>
                  <a:schemeClr val="dk1"/>
                </a:solidFill>
                <a:effectLst/>
                <a:uFillTx/>
                <a:latin typeface="Calibri"/>
              </a:rPr>
              <a:t>Quy trình kiểm thử</a:t>
            </a:r>
            <a:endParaRPr lang="en-US" sz="3000" b="0" u="none" strike="noStrike">
              <a:solidFill>
                <a:srgbClr val="000000"/>
              </a:solidFill>
              <a:effectLst/>
              <a:uFillTx/>
              <a:latin typeface="Arial"/>
            </a:endParaRPr>
          </a:p>
          <a:p>
            <a:pPr marL="326160" indent="-326160">
              <a:lnSpc>
                <a:spcPct val="90000"/>
              </a:lnSpc>
              <a:spcBef>
                <a:spcPts val="601"/>
              </a:spcBef>
              <a:buClr>
                <a:srgbClr val="000000"/>
              </a:buClr>
              <a:buFont typeface="Arial"/>
              <a:buChar char="•"/>
            </a:pPr>
            <a:r>
              <a:rPr lang="en-US" sz="3000" b="0" u="none" strike="noStrike">
                <a:solidFill>
                  <a:schemeClr val="dk1"/>
                </a:solidFill>
                <a:effectLst/>
                <a:uFillTx/>
                <a:latin typeface="Calibri"/>
              </a:rPr>
              <a:t>Ca kiểm thử</a:t>
            </a:r>
            <a:endParaRPr lang="en-US" sz="3000" b="0" u="none" strike="noStrike">
              <a:solidFill>
                <a:srgbClr val="000000"/>
              </a:solidFill>
              <a:effectLst/>
              <a:uFillTx/>
              <a:latin typeface="Arial"/>
            </a:endParaRPr>
          </a:p>
          <a:p>
            <a:pPr marL="326160" indent="-326160">
              <a:lnSpc>
                <a:spcPct val="90000"/>
              </a:lnSpc>
              <a:spcBef>
                <a:spcPts val="601"/>
              </a:spcBef>
              <a:buClr>
                <a:srgbClr val="000000"/>
              </a:buClr>
              <a:buFont typeface="Arial"/>
              <a:buChar char="•"/>
            </a:pPr>
            <a:r>
              <a:rPr lang="en-US" sz="3000" b="0" u="none" strike="noStrike">
                <a:solidFill>
                  <a:schemeClr val="dk1"/>
                </a:solidFill>
                <a:effectLst/>
                <a:uFillTx/>
                <a:latin typeface="Calibri"/>
              </a:rPr>
              <a:t>Mô tả bài toán kiểm thử qua biểu đồ Venn</a:t>
            </a:r>
            <a:endParaRPr lang="en-US" sz="3000" b="0" u="none" strike="noStrike">
              <a:solidFill>
                <a:srgbClr val="000000"/>
              </a:solidFill>
              <a:effectLst/>
              <a:uFillTx/>
              <a:latin typeface="Arial"/>
            </a:endParaRPr>
          </a:p>
          <a:p>
            <a:pPr marL="326160" indent="-326160">
              <a:lnSpc>
                <a:spcPct val="90000"/>
              </a:lnSpc>
              <a:spcBef>
                <a:spcPts val="601"/>
              </a:spcBef>
              <a:buClr>
                <a:srgbClr val="000000"/>
              </a:buClr>
              <a:buFont typeface="Arial"/>
              <a:buChar char="•"/>
            </a:pPr>
            <a:r>
              <a:rPr lang="en-US" sz="3000" b="0" u="none" strike="noStrike">
                <a:solidFill>
                  <a:schemeClr val="dk1"/>
                </a:solidFill>
                <a:effectLst/>
                <a:uFillTx/>
                <a:latin typeface="Calibri"/>
              </a:rPr>
              <a:t>Kiểm thử hộp đen và kiểm thử hộp trắng</a:t>
            </a:r>
            <a:endParaRPr lang="en-US" sz="3000" b="0" u="none" strike="noStrike">
              <a:solidFill>
                <a:srgbClr val="000000"/>
              </a:solidFill>
              <a:effectLst/>
              <a:uFillTx/>
              <a:latin typeface="Arial"/>
            </a:endParaRPr>
          </a:p>
          <a:p>
            <a:pPr marL="326160" indent="-326160">
              <a:lnSpc>
                <a:spcPct val="90000"/>
              </a:lnSpc>
              <a:spcBef>
                <a:spcPts val="601"/>
              </a:spcBef>
              <a:buClr>
                <a:srgbClr val="000000"/>
              </a:buClr>
              <a:buFont typeface="Arial"/>
              <a:buChar char="•"/>
            </a:pPr>
            <a:r>
              <a:rPr lang="en-US" sz="3000" b="0" u="none" strike="noStrike">
                <a:solidFill>
                  <a:schemeClr val="dk1"/>
                </a:solidFill>
                <a:effectLst/>
                <a:uFillTx/>
                <a:latin typeface="Calibri"/>
              </a:rPr>
              <a:t>Một số công cụ hỗ trợ kiểm thử</a:t>
            </a:r>
            <a:endParaRPr lang="en-US" sz="3000" b="0" u="none" strike="noStrike">
              <a:solidFill>
                <a:srgbClr val="000000"/>
              </a:solidFill>
              <a:effectLst/>
              <a:uFillTx/>
              <a:latin typeface="Arial"/>
            </a:endParaRPr>
          </a:p>
          <a:p>
            <a:pPr indent="0">
              <a:lnSpc>
                <a:spcPct val="90000"/>
              </a:lnSpc>
              <a:spcBef>
                <a:spcPts val="601"/>
              </a:spcBef>
              <a:buNone/>
              <a:tabLst>
                <a:tab algn="l" pos="0"/>
              </a:tabLst>
            </a:pPr>
            <a:endParaRPr lang="en-US" sz="3000" b="0" u="none" strike="noStrike">
              <a:solidFill>
                <a:srgbClr val="000000"/>
              </a:solidFill>
              <a:effectLst/>
              <a:uFillTx/>
              <a:latin typeface="Arial"/>
            </a:endParaRPr>
          </a:p>
          <a:p>
            <a:pPr indent="0">
              <a:lnSpc>
                <a:spcPct val="90000"/>
              </a:lnSpc>
              <a:spcBef>
                <a:spcPts val="601"/>
              </a:spcBef>
              <a:buNone/>
              <a:tabLst>
                <a:tab algn="l" pos="0"/>
              </a:tabLst>
            </a:pPr>
            <a:endParaRPr lang="en-US" sz="3000" b="0" u="none" strike="noStrike">
              <a:solidFill>
                <a:srgbClr val="000000"/>
              </a:solidFill>
              <a:effectLst/>
              <a:uFillTx/>
              <a:latin typeface="Arial"/>
            </a:endParaRPr>
          </a:p>
        </p:txBody>
      </p:sp>
      <p:sp>
        <p:nvSpPr>
          <p:cNvPr id="305" name="PlaceHolder 3"/>
          <p:cNvSpPr>
            <a:spLocks noGrp="1"/>
          </p:cNvSpPr>
          <p:nvPr>
            <p:ph type="ftr" idx="101"/>
          </p:nvPr>
        </p:nvSpPr>
        <p:spPr>
          <a:xfrm>
            <a:off x="2266920" y="6332760"/>
            <a:ext cx="4419000" cy="362880"/>
          </a:xfrm>
          <a:prstGeom prst="rect">
            <a:avLst/>
          </a:prstGeom>
          <a:noFill/>
          <a:ln w="0">
            <a:noFill/>
          </a:ln>
        </p:spPr>
        <p:txBody>
          <a:bodyPr lIns="86760" rIns="86760" tIns="43560" bIns="43560" anchor="ctr">
            <a:noAutofit/>
          </a:bodyPr>
          <a:lstStyle>
            <a:lvl1pPr indent="0" algn="ctr">
              <a:lnSpc>
                <a:spcPct val="100000"/>
              </a:lnSpc>
              <a:buNone/>
              <a:tabLst>
                <a:tab algn="l" pos="0"/>
              </a:tabLst>
              <a:defRPr lang="vi-VN" sz="1100" b="0" u="none" strike="noStrike">
                <a:solidFill>
                  <a:schemeClr val="dk1">
                    <a:tint val="75000"/>
                  </a:schemeClr>
                </a:solidFill>
                <a:effectLst/>
                <a:uFillTx/>
                <a:latin typeface="Calibri"/>
              </a:defRPr>
            </a:lvl1pPr>
          </a:lstStyle>
          <a:p>
            <a:pPr indent="0" algn="ctr">
              <a:lnSpc>
                <a:spcPct val="100000"/>
              </a:lnSpc>
              <a:buNone/>
              <a:tabLst>
                <a:tab algn="l" pos="0"/>
              </a:tabLst>
            </a:pPr>
            <a:r>
              <a:rPr lang="vi-VN" sz="1100" b="0" u="none" strike="noStrike">
                <a:solidFill>
                  <a:schemeClr val="dk1">
                    <a:tint val="75000"/>
                  </a:schemeClr>
                </a:solidFill>
                <a:effectLst/>
                <a:uFillTx/>
                <a:latin typeface="Calibri"/>
              </a:rPr>
              <a:t>Bộ môn Công nghệ phần mềm - Khoa CNTT - Trường ĐHCN - ĐHQGHN</a:t>
            </a:r>
            <a:endParaRPr lang="en-US" sz="1100" b="0" u="none" strike="noStrike">
              <a:solidFill>
                <a:srgbClr val="000000"/>
              </a:solidFill>
              <a:effectLst/>
              <a:uFillTx/>
              <a:latin typeface="Times New Roman"/>
            </a:endParaRPr>
          </a:p>
        </p:txBody>
      </p:sp>
      <p:sp>
        <p:nvSpPr>
          <p:cNvPr id="306" name="PlaceHolder 4"/>
          <p:cNvSpPr>
            <a:spLocks noGrp="1"/>
          </p:cNvSpPr>
          <p:nvPr>
            <p:ph type="sldNum" idx="102"/>
          </p:nvPr>
        </p:nvSpPr>
        <p:spPr>
          <a:xfrm>
            <a:off x="6525720" y="6332760"/>
            <a:ext cx="2124000" cy="362880"/>
          </a:xfrm>
          <a:prstGeom prst="rect">
            <a:avLst/>
          </a:prstGeom>
          <a:noFill/>
          <a:ln w="0">
            <a:noFill/>
          </a:ln>
        </p:spPr>
        <p:txBody>
          <a:bodyPr lIns="86760" rIns="86760" tIns="43560" bIns="43560" anchor="ctr">
            <a:noAutofit/>
          </a:bodyPr>
          <a:lstStyle>
            <a:lvl1pPr indent="0" algn="r">
              <a:lnSpc>
                <a:spcPct val="100000"/>
              </a:lnSpc>
              <a:buNone/>
              <a:tabLst>
                <a:tab algn="l" pos="0"/>
              </a:tabLst>
              <a:defRPr lang="en-US" sz="1100" b="0" u="none" strike="noStrike">
                <a:solidFill>
                  <a:schemeClr val="dk1">
                    <a:tint val="75000"/>
                  </a:schemeClr>
                </a:solidFill>
                <a:effectLst/>
                <a:uFillTx/>
                <a:latin typeface="Arial"/>
              </a:defRPr>
            </a:lvl1pPr>
          </a:lstStyle>
          <a:p>
            <a:pPr indent="0" algn="r">
              <a:lnSpc>
                <a:spcPct val="100000"/>
              </a:lnSpc>
              <a:buNone/>
              <a:tabLst>
                <a:tab algn="l" pos="0"/>
              </a:tabLst>
            </a:pPr>
            <a:fld id="{B7D9A3E1-8509-45BE-82AC-AA46FDDD411D}" type="slidenum">
              <a:rPr lang="en-US" sz="1100" b="0" u="none" strike="noStrike">
                <a:solidFill>
                  <a:schemeClr val="dk1">
                    <a:tint val="75000"/>
                  </a:schemeClr>
                </a:solidFill>
                <a:effectLst/>
                <a:uFillTx/>
                <a:latin typeface="Arial"/>
              </a:rPr>
              <a:t>&lt;number&gt;</a:t>
            </a:fld>
            <a:endParaRPr lang="en-US" sz="1100" b="0" u="none" strike="noStrike">
              <a:solidFill>
                <a:srgbClr val="000000"/>
              </a:solidFill>
              <a:effectLst/>
              <a:uFillTx/>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1_SE">
  <a:themeElements>
    <a:clrScheme name="Metro">
      <a:dk1>
        <a:srgbClr val="000000"/>
      </a:dk1>
      <a:lt1>
        <a:srgbClr val="ffffff"/>
      </a:lt1>
      <a:dk2>
        <a:srgbClr val="4e5b6f"/>
      </a:dk2>
      <a:lt2>
        <a:srgbClr val="d6ecff"/>
      </a:lt2>
      <a:accent1>
        <a:srgbClr val="7fd13b"/>
      </a:accent1>
      <a:accent2>
        <a:srgbClr val="ea157a"/>
      </a:accent2>
      <a:accent3>
        <a:srgbClr val="feb80a"/>
      </a:accent3>
      <a:accent4>
        <a:srgbClr val="00addc"/>
      </a:accent4>
      <a:accent5>
        <a:srgbClr val="738ac8"/>
      </a:accent5>
      <a:accent6>
        <a:srgbClr val="1ab39f"/>
      </a:accent6>
      <a:hlink>
        <a:srgbClr val="eb8803"/>
      </a:hlink>
      <a:folHlink>
        <a:srgbClr val="5f7791"/>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shade val="51000"/>
              </a:schemeClr>
            </a:gs>
            <a:gs pos="80000">
              <a:schemeClr val="phClr">
                <a:shade val="93000"/>
              </a:schemeClr>
            </a:gs>
            <a:gs pos="100000">
              <a:schemeClr val="phClr">
                <a:shade val="94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2139</TotalTime>
  <Application>LibreOffice/25.8.7.3$Linux_X86_64 LibreOffice_project/580$Build-3</Application>
  <AppVersion>15.0000</AppVersion>
  <Pages>42</Pages>
  <Words>5079</Words>
  <Paragraphs>538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2000-04-28T08:06:41Z</dcterms:created>
  <dc:creator>Ian Sommerville</dc:creator>
  <dc:description/>
  <dc:language>en-US</dc:language>
  <cp:lastModifiedBy/>
  <cp:lastPrinted>2004-04-23T15:45:57Z</cp:lastPrinted>
  <dcterms:modified xsi:type="dcterms:W3CDTF">2026-06-14T13:48:48Z</dcterms:modified>
  <cp:revision>256</cp:revision>
  <dc:subject/>
  <dc:title>Software Processes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32</vt:i4>
  </property>
  <property fmtid="{D5CDD505-2E9C-101B-9397-08002B2CF9AE}" pid="3" name="PresentationFormat">
    <vt:lpwstr>Custom</vt:lpwstr>
  </property>
  <property fmtid="{D5CDD505-2E9C-101B-9397-08002B2CF9AE}" pid="4" name="Slides">
    <vt:i4>34</vt:i4>
  </property>
</Properties>
</file>