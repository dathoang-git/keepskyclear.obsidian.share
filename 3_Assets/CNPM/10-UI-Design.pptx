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28"/>
  </p:notesMasterIdLst>
  <p:sldIdLst>
    <p:sldId id="256" r:id="rId2"/>
    <p:sldId id="299" r:id="rId3"/>
    <p:sldId id="332" r:id="rId4"/>
    <p:sldId id="313" r:id="rId5"/>
    <p:sldId id="331" r:id="rId6"/>
    <p:sldId id="315" r:id="rId7"/>
    <p:sldId id="316" r:id="rId8"/>
    <p:sldId id="334" r:id="rId9"/>
    <p:sldId id="319" r:id="rId10"/>
    <p:sldId id="320" r:id="rId11"/>
    <p:sldId id="321" r:id="rId12"/>
    <p:sldId id="322" r:id="rId13"/>
    <p:sldId id="323" r:id="rId14"/>
    <p:sldId id="339" r:id="rId15"/>
    <p:sldId id="340" r:id="rId16"/>
    <p:sldId id="341" r:id="rId17"/>
    <p:sldId id="342" r:id="rId18"/>
    <p:sldId id="335" r:id="rId19"/>
    <p:sldId id="336" r:id="rId20"/>
    <p:sldId id="324" r:id="rId21"/>
    <p:sldId id="325" r:id="rId22"/>
    <p:sldId id="326" r:id="rId23"/>
    <p:sldId id="327" r:id="rId24"/>
    <p:sldId id="343" r:id="rId25"/>
    <p:sldId id="344" r:id="rId26"/>
    <p:sldId id="329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67" autoAdjust="0"/>
    <p:restoredTop sz="86364" autoAdjust="0"/>
  </p:normalViewPr>
  <p:slideViewPr>
    <p:cSldViewPr>
      <p:cViewPr varScale="1">
        <p:scale>
          <a:sx n="71" d="100"/>
          <a:sy n="71" d="100"/>
        </p:scale>
        <p:origin x="1205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0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E4FBD-1E5A-4293-9BEC-CAF69D52E28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5237E9-90EA-4BDA-934D-B941515E1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6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1" y="2130426"/>
            <a:ext cx="7772400" cy="1470025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1"/>
            <a:ext cx="6400800" cy="1752600"/>
          </a:xfrm>
        </p:spPr>
        <p:txBody>
          <a:bodyPr/>
          <a:lstStyle>
            <a:lvl1pPr marL="0" indent="0" algn="ctr">
              <a:buNone/>
              <a:defRPr b="1">
                <a:solidFill>
                  <a:srgbClr val="C00000"/>
                </a:solidFill>
                <a:effectLst/>
              </a:defRPr>
            </a:lvl1pPr>
            <a:lvl2pPr marL="4362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725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088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45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81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17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53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901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10125E-3209-4400-8719-2AFB66A729C3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6436" y="6356352"/>
            <a:ext cx="436157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9886A4-4ACE-4E07-8C07-313BEFE829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4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28626" y="1357313"/>
            <a:ext cx="821531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143000"/>
          </a:xfrm>
        </p:spPr>
        <p:txBody>
          <a:bodyPr>
            <a:normAutofit/>
          </a:bodyPr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2pPr>
              <a:defRPr>
                <a:solidFill>
                  <a:srgbClr val="0070C0"/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2E895B-C373-4F4C-960B-6D783C9E4D75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6436" y="6356352"/>
            <a:ext cx="4438091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4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308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4406902"/>
            <a:ext cx="7772400" cy="1362075"/>
          </a:xfrm>
        </p:spPr>
        <p:txBody>
          <a:bodyPr anchor="t"/>
          <a:lstStyle>
            <a:lvl1pPr algn="l">
              <a:defRPr sz="3814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906714"/>
            <a:ext cx="7772400" cy="1500187"/>
          </a:xfrm>
        </p:spPr>
        <p:txBody>
          <a:bodyPr anchor="b"/>
          <a:lstStyle>
            <a:lvl1pPr marL="0" indent="0">
              <a:buNone/>
              <a:defRPr sz="1907">
                <a:solidFill>
                  <a:schemeClr val="tx1">
                    <a:tint val="75000"/>
                  </a:schemeClr>
                </a:solidFill>
              </a:defRPr>
            </a:lvl1pPr>
            <a:lvl2pPr marL="436268" indent="0">
              <a:buNone/>
              <a:defRPr sz="1706">
                <a:solidFill>
                  <a:schemeClr val="tx1">
                    <a:tint val="75000"/>
                  </a:schemeClr>
                </a:solidFill>
              </a:defRPr>
            </a:lvl2pPr>
            <a:lvl3pPr marL="872536" indent="0">
              <a:buNone/>
              <a:defRPr sz="1506">
                <a:solidFill>
                  <a:schemeClr val="tx1">
                    <a:tint val="75000"/>
                  </a:schemeClr>
                </a:solidFill>
              </a:defRPr>
            </a:lvl3pPr>
            <a:lvl4pPr marL="1308805" indent="0">
              <a:buNone/>
              <a:defRPr sz="1305">
                <a:solidFill>
                  <a:schemeClr val="tx1">
                    <a:tint val="75000"/>
                  </a:schemeClr>
                </a:solidFill>
              </a:defRPr>
            </a:lvl4pPr>
            <a:lvl5pPr marL="1745073" indent="0">
              <a:buNone/>
              <a:defRPr sz="1305">
                <a:solidFill>
                  <a:schemeClr val="tx1">
                    <a:tint val="75000"/>
                  </a:schemeClr>
                </a:solidFill>
              </a:defRPr>
            </a:lvl5pPr>
            <a:lvl6pPr marL="2181341" indent="0">
              <a:buNone/>
              <a:defRPr sz="1305">
                <a:solidFill>
                  <a:schemeClr val="tx1">
                    <a:tint val="75000"/>
                  </a:schemeClr>
                </a:solidFill>
              </a:defRPr>
            </a:lvl6pPr>
            <a:lvl7pPr marL="2617609" indent="0">
              <a:buNone/>
              <a:defRPr sz="1305">
                <a:solidFill>
                  <a:schemeClr val="tx1">
                    <a:tint val="75000"/>
                  </a:schemeClr>
                </a:solidFill>
              </a:defRPr>
            </a:lvl7pPr>
            <a:lvl8pPr marL="3053878" indent="0">
              <a:buNone/>
              <a:defRPr sz="1305">
                <a:solidFill>
                  <a:schemeClr val="tx1">
                    <a:tint val="75000"/>
                  </a:schemeClr>
                </a:solidFill>
              </a:defRPr>
            </a:lvl8pPr>
            <a:lvl9pPr marL="3490146" indent="0">
              <a:buNone/>
              <a:defRPr sz="13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07C649-3657-4728-A20C-80FE7427F96D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6436" y="6356352"/>
            <a:ext cx="4438091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7F873-6AAF-4FAD-930F-0A383F3CB8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51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28626" y="1357313"/>
            <a:ext cx="821531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1" cy="4525963"/>
          </a:xfrm>
        </p:spPr>
        <p:txBody>
          <a:bodyPr/>
          <a:lstStyle>
            <a:lvl1pPr>
              <a:defRPr sz="2710"/>
            </a:lvl1pPr>
            <a:lvl2pPr>
              <a:defRPr sz="2309"/>
            </a:lvl2pPr>
            <a:lvl3pPr>
              <a:defRPr sz="1907"/>
            </a:lvl3pPr>
            <a:lvl4pPr>
              <a:defRPr sz="1706"/>
            </a:lvl4pPr>
            <a:lvl5pPr>
              <a:defRPr sz="1706"/>
            </a:lvl5pPr>
            <a:lvl6pPr>
              <a:defRPr sz="1706"/>
            </a:lvl6pPr>
            <a:lvl7pPr>
              <a:defRPr sz="1706"/>
            </a:lvl7pPr>
            <a:lvl8pPr>
              <a:defRPr sz="1706"/>
            </a:lvl8pPr>
            <a:lvl9pPr>
              <a:defRPr sz="17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1" cy="4525963"/>
          </a:xfrm>
        </p:spPr>
        <p:txBody>
          <a:bodyPr/>
          <a:lstStyle>
            <a:lvl1pPr>
              <a:defRPr sz="2710"/>
            </a:lvl1pPr>
            <a:lvl2pPr>
              <a:defRPr sz="2309"/>
            </a:lvl2pPr>
            <a:lvl3pPr>
              <a:defRPr sz="1907"/>
            </a:lvl3pPr>
            <a:lvl4pPr>
              <a:defRPr sz="1706"/>
            </a:lvl4pPr>
            <a:lvl5pPr>
              <a:defRPr sz="1706"/>
            </a:lvl5pPr>
            <a:lvl6pPr>
              <a:defRPr sz="1706"/>
            </a:lvl6pPr>
            <a:lvl7pPr>
              <a:defRPr sz="1706"/>
            </a:lvl7pPr>
            <a:lvl8pPr>
              <a:defRPr sz="1706"/>
            </a:lvl8pPr>
            <a:lvl9pPr>
              <a:defRPr sz="17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2960B3-A68F-4B53-A96B-9AE3AF45B783}" type="datetime1">
              <a:rPr lang="en-US" smtClean="0"/>
              <a:t>2/13/2026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76436" y="6356352"/>
            <a:ext cx="436157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05E3E2-4364-4633-A996-4ACFBEBDB5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82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428626" y="1357313"/>
            <a:ext cx="821531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309" b="1"/>
            </a:lvl1pPr>
            <a:lvl2pPr marL="436268" indent="0">
              <a:buNone/>
              <a:defRPr sz="1907" b="1"/>
            </a:lvl2pPr>
            <a:lvl3pPr marL="872536" indent="0">
              <a:buNone/>
              <a:defRPr sz="1706" b="1"/>
            </a:lvl3pPr>
            <a:lvl4pPr marL="1308805" indent="0">
              <a:buNone/>
              <a:defRPr sz="1506" b="1"/>
            </a:lvl4pPr>
            <a:lvl5pPr marL="1745073" indent="0">
              <a:buNone/>
              <a:defRPr sz="1506" b="1"/>
            </a:lvl5pPr>
            <a:lvl6pPr marL="2181341" indent="0">
              <a:buNone/>
              <a:defRPr sz="1506" b="1"/>
            </a:lvl6pPr>
            <a:lvl7pPr marL="2617609" indent="0">
              <a:buNone/>
              <a:defRPr sz="1506" b="1"/>
            </a:lvl7pPr>
            <a:lvl8pPr marL="3053878" indent="0">
              <a:buNone/>
              <a:defRPr sz="1506" b="1"/>
            </a:lvl8pPr>
            <a:lvl9pPr marL="3490146" indent="0">
              <a:buNone/>
              <a:defRPr sz="150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309"/>
            </a:lvl1pPr>
            <a:lvl2pPr>
              <a:defRPr sz="1907"/>
            </a:lvl2pPr>
            <a:lvl3pPr>
              <a:defRPr sz="1706"/>
            </a:lvl3pPr>
            <a:lvl4pPr>
              <a:defRPr sz="1506"/>
            </a:lvl4pPr>
            <a:lvl5pPr>
              <a:defRPr sz="1506"/>
            </a:lvl5pPr>
            <a:lvl6pPr>
              <a:defRPr sz="1506"/>
            </a:lvl6pPr>
            <a:lvl7pPr>
              <a:defRPr sz="1506"/>
            </a:lvl7pPr>
            <a:lvl8pPr>
              <a:defRPr sz="1506"/>
            </a:lvl8pPr>
            <a:lvl9pPr>
              <a:defRPr sz="15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6" cy="639762"/>
          </a:xfrm>
        </p:spPr>
        <p:txBody>
          <a:bodyPr anchor="b"/>
          <a:lstStyle>
            <a:lvl1pPr marL="0" indent="0">
              <a:buNone/>
              <a:defRPr sz="2309" b="1"/>
            </a:lvl1pPr>
            <a:lvl2pPr marL="436268" indent="0">
              <a:buNone/>
              <a:defRPr sz="1907" b="1"/>
            </a:lvl2pPr>
            <a:lvl3pPr marL="872536" indent="0">
              <a:buNone/>
              <a:defRPr sz="1706" b="1"/>
            </a:lvl3pPr>
            <a:lvl4pPr marL="1308805" indent="0">
              <a:buNone/>
              <a:defRPr sz="1506" b="1"/>
            </a:lvl4pPr>
            <a:lvl5pPr marL="1745073" indent="0">
              <a:buNone/>
              <a:defRPr sz="1506" b="1"/>
            </a:lvl5pPr>
            <a:lvl6pPr marL="2181341" indent="0">
              <a:buNone/>
              <a:defRPr sz="1506" b="1"/>
            </a:lvl6pPr>
            <a:lvl7pPr marL="2617609" indent="0">
              <a:buNone/>
              <a:defRPr sz="1506" b="1"/>
            </a:lvl7pPr>
            <a:lvl8pPr marL="3053878" indent="0">
              <a:buNone/>
              <a:defRPr sz="1506" b="1"/>
            </a:lvl8pPr>
            <a:lvl9pPr marL="3490146" indent="0">
              <a:buNone/>
              <a:defRPr sz="150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6" cy="3951288"/>
          </a:xfrm>
        </p:spPr>
        <p:txBody>
          <a:bodyPr/>
          <a:lstStyle>
            <a:lvl1pPr>
              <a:defRPr sz="2309"/>
            </a:lvl1pPr>
            <a:lvl2pPr>
              <a:defRPr sz="1907"/>
            </a:lvl2pPr>
            <a:lvl3pPr>
              <a:defRPr sz="1706"/>
            </a:lvl3pPr>
            <a:lvl4pPr>
              <a:defRPr sz="1506"/>
            </a:lvl4pPr>
            <a:lvl5pPr>
              <a:defRPr sz="1506"/>
            </a:lvl5pPr>
            <a:lvl6pPr>
              <a:defRPr sz="1506"/>
            </a:lvl6pPr>
            <a:lvl7pPr>
              <a:defRPr sz="1506"/>
            </a:lvl7pPr>
            <a:lvl8pPr>
              <a:defRPr sz="1506"/>
            </a:lvl8pPr>
            <a:lvl9pPr>
              <a:defRPr sz="15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1B8B1-DDF1-48D3-9B4B-D8E8B5AE0B84}" type="datetime1">
              <a:rPr lang="en-US" smtClean="0"/>
              <a:t>2/13/2026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276436" y="6356352"/>
            <a:ext cx="4438091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A978B3-9D9A-4ED8-888E-FD7CF5FBB1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4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428626" y="1357313"/>
            <a:ext cx="821531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03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63394E-F1DF-4E4C-9AF2-D2783063BC5C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52955" y="6356352"/>
            <a:ext cx="436157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4AC4C-135F-4522-8940-2B69BB186A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08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958A4-12E2-459D-942D-87FECE3D5082}" type="datetime1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6436" y="6356352"/>
            <a:ext cx="4438091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031BC6-5C94-4CD4-B195-0CCA50D364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06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</p:spPr>
        <p:txBody>
          <a:bodyPr anchor="b"/>
          <a:lstStyle>
            <a:lvl1pPr algn="l">
              <a:defRPr sz="190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2" y="273052"/>
            <a:ext cx="5111750" cy="5853113"/>
          </a:xfrm>
        </p:spPr>
        <p:txBody>
          <a:bodyPr/>
          <a:lstStyle>
            <a:lvl1pPr>
              <a:defRPr sz="3011"/>
            </a:lvl1pPr>
            <a:lvl2pPr>
              <a:defRPr sz="2710"/>
            </a:lvl2pPr>
            <a:lvl3pPr>
              <a:defRPr sz="2309"/>
            </a:lvl3pPr>
            <a:lvl4pPr>
              <a:defRPr sz="1907"/>
            </a:lvl4pPr>
            <a:lvl5pPr>
              <a:defRPr sz="1907"/>
            </a:lvl5pPr>
            <a:lvl6pPr>
              <a:defRPr sz="1907"/>
            </a:lvl6pPr>
            <a:lvl7pPr>
              <a:defRPr sz="1907"/>
            </a:lvl7pPr>
            <a:lvl8pPr>
              <a:defRPr sz="1907"/>
            </a:lvl8pPr>
            <a:lvl9pPr>
              <a:defRPr sz="19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4" cy="4691063"/>
          </a:xfrm>
        </p:spPr>
        <p:txBody>
          <a:bodyPr/>
          <a:lstStyle>
            <a:lvl1pPr marL="0" indent="0">
              <a:buNone/>
              <a:defRPr sz="1305"/>
            </a:lvl1pPr>
            <a:lvl2pPr marL="436268" indent="0">
              <a:buNone/>
              <a:defRPr sz="1104"/>
            </a:lvl2pPr>
            <a:lvl3pPr marL="872536" indent="0">
              <a:buNone/>
              <a:defRPr sz="1004"/>
            </a:lvl3pPr>
            <a:lvl4pPr marL="1308805" indent="0">
              <a:buNone/>
              <a:defRPr sz="903"/>
            </a:lvl4pPr>
            <a:lvl5pPr marL="1745073" indent="0">
              <a:buNone/>
              <a:defRPr sz="903"/>
            </a:lvl5pPr>
            <a:lvl6pPr marL="2181341" indent="0">
              <a:buNone/>
              <a:defRPr sz="903"/>
            </a:lvl6pPr>
            <a:lvl7pPr marL="2617609" indent="0">
              <a:buNone/>
              <a:defRPr sz="903"/>
            </a:lvl7pPr>
            <a:lvl8pPr marL="3053878" indent="0">
              <a:buNone/>
              <a:defRPr sz="903"/>
            </a:lvl8pPr>
            <a:lvl9pPr marL="3490146" indent="0">
              <a:buNone/>
              <a:defRPr sz="9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E86AB2-C284-4EF6-9A4F-ED7957A4238F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F41CBC-9904-4263-9153-B1006F3BD4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2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190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011"/>
            </a:lvl1pPr>
            <a:lvl2pPr marL="436268" indent="0">
              <a:buNone/>
              <a:defRPr sz="2710"/>
            </a:lvl2pPr>
            <a:lvl3pPr marL="872536" indent="0">
              <a:buNone/>
              <a:defRPr sz="2309"/>
            </a:lvl3pPr>
            <a:lvl4pPr marL="1308805" indent="0">
              <a:buNone/>
              <a:defRPr sz="1907"/>
            </a:lvl4pPr>
            <a:lvl5pPr marL="1745073" indent="0">
              <a:buNone/>
              <a:defRPr sz="1907"/>
            </a:lvl5pPr>
            <a:lvl6pPr marL="2181341" indent="0">
              <a:buNone/>
              <a:defRPr sz="1907"/>
            </a:lvl6pPr>
            <a:lvl7pPr marL="2617609" indent="0">
              <a:buNone/>
              <a:defRPr sz="1907"/>
            </a:lvl7pPr>
            <a:lvl8pPr marL="3053878" indent="0">
              <a:buNone/>
              <a:defRPr sz="1907"/>
            </a:lvl8pPr>
            <a:lvl9pPr marL="3490146" indent="0">
              <a:buNone/>
              <a:defRPr sz="1907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305"/>
            </a:lvl1pPr>
            <a:lvl2pPr marL="436268" indent="0">
              <a:buNone/>
              <a:defRPr sz="1104"/>
            </a:lvl2pPr>
            <a:lvl3pPr marL="872536" indent="0">
              <a:buNone/>
              <a:defRPr sz="1004"/>
            </a:lvl3pPr>
            <a:lvl4pPr marL="1308805" indent="0">
              <a:buNone/>
              <a:defRPr sz="903"/>
            </a:lvl4pPr>
            <a:lvl5pPr marL="1745073" indent="0">
              <a:buNone/>
              <a:defRPr sz="903"/>
            </a:lvl5pPr>
            <a:lvl6pPr marL="2181341" indent="0">
              <a:buNone/>
              <a:defRPr sz="903"/>
            </a:lvl6pPr>
            <a:lvl7pPr marL="2617609" indent="0">
              <a:buNone/>
              <a:defRPr sz="903"/>
            </a:lvl7pPr>
            <a:lvl8pPr marL="3053878" indent="0">
              <a:buNone/>
              <a:defRPr sz="903"/>
            </a:lvl8pPr>
            <a:lvl9pPr marL="3490146" indent="0">
              <a:buNone/>
              <a:defRPr sz="9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804870-CCD6-493C-85E3-BD11FD7C5F9E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F4961-C020-4071-8C36-0E057DC90E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655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DCA622-37BD-4FFA-B689-6ABA2E2BA156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BE2097-9A97-4296-A839-7902B94E44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69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399" y="274640"/>
            <a:ext cx="2057401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3C17A0-63C8-474B-8DB4-3677A5F42550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9E2E0B-A0B9-4072-B062-59BFD7EFAF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9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926" y="306390"/>
            <a:ext cx="7804150" cy="9175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90601" y="1676402"/>
            <a:ext cx="3825875" cy="4130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68875" y="1676402"/>
            <a:ext cx="3825875" cy="4130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9882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9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6932" tIns="43466" rIns="86932" bIns="4346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6932" tIns="43466" rIns="86932" bIns="434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86932" tIns="43466" rIns="86932" bIns="43466" rtlCol="0" anchor="ctr"/>
          <a:lstStyle>
            <a:lvl1pPr algn="l">
              <a:defRPr sz="1104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AF1E1A2-F633-436F-AFDA-DE914AF68904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99917" y="6356352"/>
            <a:ext cx="4514610" cy="365125"/>
          </a:xfrm>
          <a:prstGeom prst="rect">
            <a:avLst/>
          </a:prstGeom>
        </p:spPr>
        <p:txBody>
          <a:bodyPr vert="horz" lIns="86932" tIns="43466" rIns="86932" bIns="43466" rtlCol="0" anchor="ctr"/>
          <a:lstStyle>
            <a:lvl1pPr algn="ctr">
              <a:defRPr sz="1104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86932" tIns="43466" rIns="86932" bIns="43466" rtlCol="0" anchor="ctr"/>
          <a:lstStyle>
            <a:lvl1pPr algn="r">
              <a:defRPr sz="1104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B8533C3-56C4-45CF-801B-3778A560EF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074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216" kern="1200">
          <a:solidFill>
            <a:srgbClr val="0070C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216">
          <a:solidFill>
            <a:srgbClr val="B0105C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216">
          <a:solidFill>
            <a:srgbClr val="B0105C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216">
          <a:solidFill>
            <a:srgbClr val="B0105C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216">
          <a:solidFill>
            <a:srgbClr val="B0105C"/>
          </a:solidFill>
          <a:latin typeface="Calibri" pitchFamily="34" charset="0"/>
        </a:defRPr>
      </a:lvl5pPr>
      <a:lvl6pPr marL="436268" algn="ctr" rtl="0" eaLnBrk="1" fontAlgn="base" hangingPunct="1">
        <a:spcBef>
          <a:spcPct val="0"/>
        </a:spcBef>
        <a:spcAft>
          <a:spcPct val="0"/>
        </a:spcAft>
        <a:defRPr sz="4216">
          <a:solidFill>
            <a:srgbClr val="B0105C"/>
          </a:solidFill>
          <a:latin typeface="Calibri" pitchFamily="34" charset="0"/>
        </a:defRPr>
      </a:lvl6pPr>
      <a:lvl7pPr marL="872536" algn="ctr" rtl="0" eaLnBrk="1" fontAlgn="base" hangingPunct="1">
        <a:spcBef>
          <a:spcPct val="0"/>
        </a:spcBef>
        <a:spcAft>
          <a:spcPct val="0"/>
        </a:spcAft>
        <a:defRPr sz="4216">
          <a:solidFill>
            <a:srgbClr val="B0105C"/>
          </a:solidFill>
          <a:latin typeface="Calibri" pitchFamily="34" charset="0"/>
        </a:defRPr>
      </a:lvl7pPr>
      <a:lvl8pPr marL="1308805" algn="ctr" rtl="0" eaLnBrk="1" fontAlgn="base" hangingPunct="1">
        <a:spcBef>
          <a:spcPct val="0"/>
        </a:spcBef>
        <a:spcAft>
          <a:spcPct val="0"/>
        </a:spcAft>
        <a:defRPr sz="4216">
          <a:solidFill>
            <a:srgbClr val="B0105C"/>
          </a:solidFill>
          <a:latin typeface="Calibri" pitchFamily="34" charset="0"/>
        </a:defRPr>
      </a:lvl8pPr>
      <a:lvl9pPr marL="1745073" algn="ctr" rtl="0" eaLnBrk="1" fontAlgn="base" hangingPunct="1">
        <a:spcBef>
          <a:spcPct val="0"/>
        </a:spcBef>
        <a:spcAft>
          <a:spcPct val="0"/>
        </a:spcAft>
        <a:defRPr sz="4216">
          <a:solidFill>
            <a:srgbClr val="B0105C"/>
          </a:solidFill>
          <a:latin typeface="Calibri" pitchFamily="34" charset="0"/>
        </a:defRPr>
      </a:lvl9pPr>
    </p:titleStyle>
    <p:bodyStyle>
      <a:lvl1pPr marL="327201" indent="-327201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11" kern="1200">
          <a:solidFill>
            <a:schemeClr val="tx1"/>
          </a:solidFill>
          <a:latin typeface="+mn-lt"/>
          <a:ea typeface="+mn-ea"/>
          <a:cs typeface="+mn-cs"/>
        </a:defRPr>
      </a:lvl1pPr>
      <a:lvl2pPr marL="708936" indent="-2726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71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2pPr>
      <a:lvl3pPr marL="1090671" indent="-21813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309" kern="1200">
          <a:solidFill>
            <a:schemeClr val="tx1"/>
          </a:solidFill>
          <a:latin typeface="+mn-lt"/>
          <a:ea typeface="+mn-ea"/>
          <a:cs typeface="+mn-cs"/>
        </a:defRPr>
      </a:lvl3pPr>
      <a:lvl4pPr marL="1526939" indent="-21813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907" kern="1200">
          <a:solidFill>
            <a:schemeClr val="tx1"/>
          </a:solidFill>
          <a:latin typeface="+mn-lt"/>
          <a:ea typeface="+mn-ea"/>
          <a:cs typeface="+mn-cs"/>
        </a:defRPr>
      </a:lvl4pPr>
      <a:lvl5pPr marL="1963207" indent="-21813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907" kern="1200">
          <a:solidFill>
            <a:schemeClr val="tx1"/>
          </a:solidFill>
          <a:latin typeface="+mn-lt"/>
          <a:ea typeface="+mn-ea"/>
          <a:cs typeface="+mn-cs"/>
        </a:defRPr>
      </a:lvl5pPr>
      <a:lvl6pPr marL="2399475" indent="-218134" algn="l" defTabSz="872536" rtl="0" eaLnBrk="1" latinLnBrk="0" hangingPunct="1">
        <a:spcBef>
          <a:spcPct val="20000"/>
        </a:spcBef>
        <a:buFont typeface="Arial" pitchFamily="34" charset="0"/>
        <a:buChar char="•"/>
        <a:defRPr sz="1907" kern="1200">
          <a:solidFill>
            <a:schemeClr val="tx1"/>
          </a:solidFill>
          <a:latin typeface="+mn-lt"/>
          <a:ea typeface="+mn-ea"/>
          <a:cs typeface="+mn-cs"/>
        </a:defRPr>
      </a:lvl6pPr>
      <a:lvl7pPr marL="2835744" indent="-218134" algn="l" defTabSz="872536" rtl="0" eaLnBrk="1" latinLnBrk="0" hangingPunct="1">
        <a:spcBef>
          <a:spcPct val="20000"/>
        </a:spcBef>
        <a:buFont typeface="Arial" pitchFamily="34" charset="0"/>
        <a:buChar char="•"/>
        <a:defRPr sz="1907" kern="1200">
          <a:solidFill>
            <a:schemeClr val="tx1"/>
          </a:solidFill>
          <a:latin typeface="+mn-lt"/>
          <a:ea typeface="+mn-ea"/>
          <a:cs typeface="+mn-cs"/>
        </a:defRPr>
      </a:lvl7pPr>
      <a:lvl8pPr marL="3272012" indent="-218134" algn="l" defTabSz="872536" rtl="0" eaLnBrk="1" latinLnBrk="0" hangingPunct="1">
        <a:spcBef>
          <a:spcPct val="20000"/>
        </a:spcBef>
        <a:buFont typeface="Arial" pitchFamily="34" charset="0"/>
        <a:buChar char="•"/>
        <a:defRPr sz="1907" kern="1200">
          <a:solidFill>
            <a:schemeClr val="tx1"/>
          </a:solidFill>
          <a:latin typeface="+mn-lt"/>
          <a:ea typeface="+mn-ea"/>
          <a:cs typeface="+mn-cs"/>
        </a:defRPr>
      </a:lvl8pPr>
      <a:lvl9pPr marL="3708280" indent="-218134" algn="l" defTabSz="872536" rtl="0" eaLnBrk="1" latinLnBrk="0" hangingPunct="1">
        <a:spcBef>
          <a:spcPct val="20000"/>
        </a:spcBef>
        <a:buFont typeface="Arial" pitchFamily="34" charset="0"/>
        <a:buChar char="•"/>
        <a:defRPr sz="19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72536" rtl="0" eaLnBrk="1" latinLnBrk="0" hangingPunct="1">
        <a:defRPr sz="1706" kern="1200">
          <a:solidFill>
            <a:schemeClr val="tx1"/>
          </a:solidFill>
          <a:latin typeface="+mn-lt"/>
          <a:ea typeface="+mn-ea"/>
          <a:cs typeface="+mn-cs"/>
        </a:defRPr>
      </a:lvl1pPr>
      <a:lvl2pPr marL="436268" algn="l" defTabSz="872536" rtl="0" eaLnBrk="1" latinLnBrk="0" hangingPunct="1">
        <a:defRPr sz="1706" kern="1200">
          <a:solidFill>
            <a:schemeClr val="tx1"/>
          </a:solidFill>
          <a:latin typeface="+mn-lt"/>
          <a:ea typeface="+mn-ea"/>
          <a:cs typeface="+mn-cs"/>
        </a:defRPr>
      </a:lvl2pPr>
      <a:lvl3pPr marL="872536" algn="l" defTabSz="872536" rtl="0" eaLnBrk="1" latinLnBrk="0" hangingPunct="1">
        <a:defRPr sz="1706" kern="1200">
          <a:solidFill>
            <a:schemeClr val="tx1"/>
          </a:solidFill>
          <a:latin typeface="+mn-lt"/>
          <a:ea typeface="+mn-ea"/>
          <a:cs typeface="+mn-cs"/>
        </a:defRPr>
      </a:lvl3pPr>
      <a:lvl4pPr marL="1308805" algn="l" defTabSz="872536" rtl="0" eaLnBrk="1" latinLnBrk="0" hangingPunct="1">
        <a:defRPr sz="1706" kern="1200">
          <a:solidFill>
            <a:schemeClr val="tx1"/>
          </a:solidFill>
          <a:latin typeface="+mn-lt"/>
          <a:ea typeface="+mn-ea"/>
          <a:cs typeface="+mn-cs"/>
        </a:defRPr>
      </a:lvl4pPr>
      <a:lvl5pPr marL="1745073" algn="l" defTabSz="872536" rtl="0" eaLnBrk="1" latinLnBrk="0" hangingPunct="1">
        <a:defRPr sz="1706" kern="1200">
          <a:solidFill>
            <a:schemeClr val="tx1"/>
          </a:solidFill>
          <a:latin typeface="+mn-lt"/>
          <a:ea typeface="+mn-ea"/>
          <a:cs typeface="+mn-cs"/>
        </a:defRPr>
      </a:lvl5pPr>
      <a:lvl6pPr marL="2181341" algn="l" defTabSz="872536" rtl="0" eaLnBrk="1" latinLnBrk="0" hangingPunct="1">
        <a:defRPr sz="1706" kern="1200">
          <a:solidFill>
            <a:schemeClr val="tx1"/>
          </a:solidFill>
          <a:latin typeface="+mn-lt"/>
          <a:ea typeface="+mn-ea"/>
          <a:cs typeface="+mn-cs"/>
        </a:defRPr>
      </a:lvl6pPr>
      <a:lvl7pPr marL="2617609" algn="l" defTabSz="872536" rtl="0" eaLnBrk="1" latinLnBrk="0" hangingPunct="1">
        <a:defRPr sz="1706" kern="1200">
          <a:solidFill>
            <a:schemeClr val="tx1"/>
          </a:solidFill>
          <a:latin typeface="+mn-lt"/>
          <a:ea typeface="+mn-ea"/>
          <a:cs typeface="+mn-cs"/>
        </a:defRPr>
      </a:lvl7pPr>
      <a:lvl8pPr marL="3053878" algn="l" defTabSz="872536" rtl="0" eaLnBrk="1" latinLnBrk="0" hangingPunct="1">
        <a:defRPr sz="1706" kern="1200">
          <a:solidFill>
            <a:schemeClr val="tx1"/>
          </a:solidFill>
          <a:latin typeface="+mn-lt"/>
          <a:ea typeface="+mn-ea"/>
          <a:cs typeface="+mn-cs"/>
        </a:defRPr>
      </a:lvl8pPr>
      <a:lvl9pPr marL="3490146" algn="l" defTabSz="872536" rtl="0" eaLnBrk="1" latinLnBrk="0" hangingPunct="1">
        <a:defRPr sz="17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Thiết</a:t>
            </a:r>
            <a:r>
              <a:rPr lang="en-US" sz="4000" dirty="0"/>
              <a:t> </a:t>
            </a:r>
            <a:r>
              <a:rPr lang="en-US" sz="4000" dirty="0" err="1"/>
              <a:t>kế</a:t>
            </a:r>
            <a:r>
              <a:rPr lang="en-US" sz="4000" dirty="0"/>
              <a:t> </a:t>
            </a:r>
            <a:r>
              <a:rPr lang="en-US" sz="4000" dirty="0" err="1"/>
              <a:t>giao</a:t>
            </a:r>
            <a:r>
              <a:rPr lang="en-US" sz="4000" dirty="0"/>
              <a:t> </a:t>
            </a:r>
            <a:r>
              <a:rPr lang="en-US" sz="4000" dirty="0" err="1"/>
              <a:t>diện</a:t>
            </a:r>
            <a:r>
              <a:rPr lang="en-US" sz="4000" dirty="0"/>
              <a:t> </a:t>
            </a:r>
            <a:r>
              <a:rPr lang="en-US" sz="4000" dirty="0" err="1"/>
              <a:t>người</a:t>
            </a:r>
            <a:r>
              <a:rPr lang="en-US" sz="4000" dirty="0"/>
              <a:t> </a:t>
            </a:r>
            <a:r>
              <a:rPr lang="en-US" sz="4000" dirty="0" err="1"/>
              <a:t>dùng</a:t>
            </a:r>
            <a:r>
              <a:rPr lang="en-US" sz="4000"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371600" y="3505200"/>
            <a:ext cx="6400800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/>
              <a:t>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Tầm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  <a:p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,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  <a:p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con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endParaRPr lang="en-US" dirty="0"/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endParaRPr lang="en-US" dirty="0"/>
          </a:p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ý (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,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sắc</a:t>
            </a:r>
            <a:r>
              <a:rPr lang="en-US" dirty="0"/>
              <a:t>,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, v.v.)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59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13" y="1676400"/>
            <a:ext cx="7164387" cy="387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4633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Tầm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thác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  <a:p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UI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năng</a:t>
            </a:r>
            <a:endParaRPr lang="en-US" dirty="0"/>
          </a:p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UI </a:t>
            </a:r>
            <a:r>
              <a:rPr lang="en-US" dirty="0" err="1"/>
              <a:t>tồi</a:t>
            </a:r>
            <a:endParaRPr lang="en-US" dirty="0"/>
          </a:p>
          <a:p>
            <a:pPr lvl="1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gây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do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giờ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70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,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endParaRPr lang="en-US" dirty="0"/>
          </a:p>
          <a:p>
            <a:pPr lvl="1"/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(e.g.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chi </a:t>
            </a:r>
            <a:r>
              <a:rPr lang="en-US" dirty="0" err="1"/>
              <a:t>tiết</a:t>
            </a:r>
            <a:r>
              <a:rPr lang="en-US" dirty="0"/>
              <a:t> ca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Kịch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  <a:p>
            <a:pPr lvl="2"/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  <a:p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endParaRPr lang="en-US" dirty="0"/>
          </a:p>
          <a:p>
            <a:pPr lvl="1"/>
            <a:r>
              <a:rPr lang="en-US" dirty="0" err="1"/>
              <a:t>Kịch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endParaRPr lang="en-US" dirty="0"/>
          </a:p>
          <a:p>
            <a:pPr lvl="1"/>
            <a:r>
              <a:rPr lang="en-US" dirty="0" err="1"/>
              <a:t>Bố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04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con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UI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,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  <a:p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con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hạn</a:t>
            </a:r>
            <a:endParaRPr lang="en-US" dirty="0"/>
          </a:p>
          <a:p>
            <a:pPr lvl="1"/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7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nhớ</a:t>
            </a:r>
            <a:endParaRPr lang="en-US" dirty="0"/>
          </a:p>
          <a:p>
            <a:r>
              <a:rPr lang="en-US" dirty="0"/>
              <a:t>Con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nhầm</a:t>
            </a:r>
            <a:r>
              <a:rPr lang="en-US" dirty="0"/>
              <a:t> </a:t>
            </a:r>
            <a:r>
              <a:rPr lang="en-US" dirty="0" err="1"/>
              <a:t>lẫn</a:t>
            </a:r>
            <a:endParaRPr lang="en-US" dirty="0"/>
          </a:p>
          <a:p>
            <a:pPr lvl="1"/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967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con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,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  <a:p>
            <a:pPr lvl="1"/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nhắm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biệt</a:t>
            </a:r>
            <a:endParaRPr lang="en-US" dirty="0"/>
          </a:p>
          <a:p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  <a:p>
            <a:pPr lvl="1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sôi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,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sắc</a:t>
            </a:r>
            <a:r>
              <a:rPr lang="en-US" dirty="0"/>
              <a:t>,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r>
              <a:rPr lang="en-US" dirty="0"/>
              <a:t>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24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/>
              <a:t>bước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sz="2400" dirty="0"/>
          </a:p>
          <a:p>
            <a:pPr lvl="1"/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endParaRPr lang="en-US" sz="2200" dirty="0"/>
          </a:p>
          <a:p>
            <a:pPr lvl="1"/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endParaRPr lang="en-US" sz="2200" dirty="0"/>
          </a:p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endParaRPr lang="en-US" dirty="0"/>
          </a:p>
          <a:p>
            <a:pPr lvl="1"/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mẫu</a:t>
            </a:r>
            <a:endParaRPr lang="en-US" dirty="0"/>
          </a:p>
          <a:p>
            <a:pPr lvl="1"/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.</a:t>
            </a:r>
            <a:endParaRPr lang="en-US" sz="2000" dirty="0"/>
          </a:p>
          <a:p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endParaRPr lang="en-US" sz="2400" dirty="0"/>
          </a:p>
          <a:p>
            <a:r>
              <a:rPr lang="en-US" dirty="0" err="1"/>
              <a:t>Thẩm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68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/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endParaRPr lang="en-US" dirty="0"/>
          </a:p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610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8768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Thao </a:t>
            </a:r>
            <a:r>
              <a:rPr lang="en-US" sz="2800" dirty="0" err="1"/>
              <a:t>tác</a:t>
            </a:r>
            <a:r>
              <a:rPr lang="en-US" sz="2800" dirty="0"/>
              <a:t> </a:t>
            </a:r>
            <a:r>
              <a:rPr lang="en-US" sz="2800" dirty="0" err="1"/>
              <a:t>trực</a:t>
            </a:r>
            <a:r>
              <a:rPr lang="en-US" sz="2800" dirty="0"/>
              <a:t> </a:t>
            </a:r>
            <a:r>
              <a:rPr lang="en-US" sz="2800" dirty="0" err="1"/>
              <a:t>tiếp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Lựa</a:t>
            </a:r>
            <a:r>
              <a:rPr lang="en-US" sz="2800" dirty="0"/>
              <a:t> </a:t>
            </a:r>
            <a:r>
              <a:rPr lang="en-US" sz="2800" dirty="0" err="1"/>
              <a:t>chọn</a:t>
            </a:r>
            <a:r>
              <a:rPr lang="en-US" sz="2800" dirty="0"/>
              <a:t> </a:t>
            </a:r>
            <a:r>
              <a:rPr lang="en-US" sz="2800" dirty="0" err="1"/>
              <a:t>bằng</a:t>
            </a:r>
            <a:r>
              <a:rPr lang="en-US" sz="2800" dirty="0"/>
              <a:t> </a:t>
            </a:r>
            <a:r>
              <a:rPr lang="en-US" sz="2800" dirty="0" err="1"/>
              <a:t>thực</a:t>
            </a:r>
            <a:r>
              <a:rPr lang="en-US" sz="2800" dirty="0"/>
              <a:t> </a:t>
            </a:r>
            <a:r>
              <a:rPr lang="en-US" sz="2800" dirty="0" err="1"/>
              <a:t>đơn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Điền</a:t>
            </a:r>
            <a:r>
              <a:rPr lang="en-US" sz="2800" dirty="0"/>
              <a:t> </a:t>
            </a:r>
            <a:r>
              <a:rPr lang="en-US" sz="2800" dirty="0" err="1"/>
              <a:t>biểu</a:t>
            </a:r>
            <a:r>
              <a:rPr lang="en-US" sz="2800" dirty="0"/>
              <a:t> </a:t>
            </a:r>
            <a:r>
              <a:rPr lang="en-US" sz="2800" dirty="0" err="1"/>
              <a:t>mẫu</a:t>
            </a:r>
            <a:r>
              <a:rPr lang="en-US" sz="2800" dirty="0"/>
              <a:t> (form)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Ngôn</a:t>
            </a:r>
            <a:r>
              <a:rPr lang="en-US" sz="2800" dirty="0"/>
              <a:t> </a:t>
            </a:r>
            <a:r>
              <a:rPr lang="en-US" sz="2800" dirty="0" err="1"/>
              <a:t>ngữ</a:t>
            </a:r>
            <a:r>
              <a:rPr lang="en-US" sz="2800" dirty="0"/>
              <a:t> </a:t>
            </a:r>
            <a:r>
              <a:rPr lang="en-US" sz="2800" dirty="0" err="1"/>
              <a:t>dòng</a:t>
            </a:r>
            <a:r>
              <a:rPr lang="en-US" sz="2800" dirty="0"/>
              <a:t> </a:t>
            </a:r>
            <a:r>
              <a:rPr lang="en-US" sz="2800" dirty="0" err="1"/>
              <a:t>lệnh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Ngôn</a:t>
            </a:r>
            <a:r>
              <a:rPr lang="en-US" sz="2800" dirty="0"/>
              <a:t> </a:t>
            </a:r>
            <a:r>
              <a:rPr lang="en-US" sz="2800" dirty="0" err="1"/>
              <a:t>ngữ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r>
              <a:rPr lang="en-US" sz="2800" dirty="0"/>
              <a:t> </a:t>
            </a:r>
            <a:r>
              <a:rPr lang="en-US" sz="2800" dirty="0" err="1"/>
              <a:t>nhiên</a:t>
            </a:r>
            <a:endParaRPr lang="en-US" sz="28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0713" y="3141663"/>
            <a:ext cx="4416425" cy="326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C:\Users\hoangta\AppData\Local\Microsoft\Windows\Temporary Internet Files\Content.IE5\IX51RWRO\MCj04402590000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663" y="1571625"/>
            <a:ext cx="1404937" cy="142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3408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62200"/>
          </a:xfrm>
        </p:spPr>
        <p:txBody>
          <a:bodyPr/>
          <a:lstStyle/>
          <a:p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hay </a:t>
            </a:r>
            <a:r>
              <a:rPr lang="en-US" dirty="0" err="1"/>
              <a:t>mối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endParaRPr lang="en-US" dirty="0"/>
          </a:p>
          <a:p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hay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54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63525"/>
            <a:ext cx="8266113" cy="1108075"/>
          </a:xfrm>
        </p:spPr>
        <p:txBody>
          <a:bodyPr lIns="90840" tIns="44623" rIns="90840" bIns="44623"/>
          <a:lstStyle/>
          <a:p>
            <a:r>
              <a:rPr lang="en-GB" altLang="en-US" sz="3600" dirty="0" err="1"/>
              <a:t>Ví</a:t>
            </a:r>
            <a:r>
              <a:rPr lang="en-GB" altLang="en-US" sz="3600" dirty="0"/>
              <a:t> </a:t>
            </a:r>
            <a:r>
              <a:rPr lang="en-GB" altLang="en-US" sz="3600" dirty="0" err="1"/>
              <a:t>dụ</a:t>
            </a:r>
            <a:r>
              <a:rPr lang="en-GB" altLang="en-US" sz="3600" dirty="0"/>
              <a:t>- </a:t>
            </a:r>
            <a:r>
              <a:rPr lang="en-GB" altLang="en-US" sz="3600" dirty="0" err="1"/>
              <a:t>một</a:t>
            </a:r>
            <a:r>
              <a:rPr lang="en-GB" altLang="en-US" sz="3600" dirty="0"/>
              <a:t> </a:t>
            </a:r>
            <a:r>
              <a:rPr lang="en-GB" altLang="en-US" sz="3600" dirty="0" err="1"/>
              <a:t>số</a:t>
            </a:r>
            <a:r>
              <a:rPr lang="en-GB" altLang="en-US" sz="3600" dirty="0"/>
              <a:t> </a:t>
            </a:r>
            <a:r>
              <a:rPr lang="en-GB" altLang="en-US" sz="3600" dirty="0" err="1"/>
              <a:t>cách</a:t>
            </a:r>
            <a:r>
              <a:rPr lang="en-GB" altLang="en-US" sz="3600" dirty="0"/>
              <a:t> </a:t>
            </a:r>
            <a:r>
              <a:rPr lang="en-GB" altLang="en-US" sz="3600" dirty="0" err="1"/>
              <a:t>hiển</a:t>
            </a:r>
            <a:r>
              <a:rPr lang="en-GB" altLang="en-US" sz="3600" dirty="0"/>
              <a:t> </a:t>
            </a:r>
            <a:r>
              <a:rPr lang="en-GB" altLang="en-US" sz="3600" dirty="0" err="1"/>
              <a:t>thị</a:t>
            </a:r>
            <a:r>
              <a:rPr lang="en-GB" altLang="en-US" sz="3600" dirty="0"/>
              <a:t> </a:t>
            </a:r>
            <a:r>
              <a:rPr lang="en-GB" altLang="en-US" sz="3600" dirty="0" err="1"/>
              <a:t>thông</a:t>
            </a:r>
            <a:r>
              <a:rPr lang="en-GB" altLang="en-US" sz="3600" dirty="0"/>
              <a:t> tin</a:t>
            </a:r>
            <a:endParaRPr lang="en-GB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32771" name="Picture 5" descr="16.7 AltInfoPres(15.8).eps                                     0007B830Macintosh HD                   B8AA5F2E: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752600"/>
            <a:ext cx="4495800" cy="430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092330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63525"/>
            <a:ext cx="8266113" cy="1108075"/>
          </a:xfrm>
        </p:spPr>
        <p:txBody>
          <a:bodyPr lIns="90840" tIns="44623" rIns="90840" bIns="44623"/>
          <a:lstStyle/>
          <a:p>
            <a:r>
              <a:rPr lang="en-GB" altLang="en-US" sz="3600" dirty="0" err="1"/>
              <a:t>Ví</a:t>
            </a:r>
            <a:r>
              <a:rPr lang="en-GB" altLang="en-US" sz="3600" dirty="0"/>
              <a:t> </a:t>
            </a:r>
            <a:r>
              <a:rPr lang="en-GB" altLang="en-US" sz="3600" dirty="0" err="1"/>
              <a:t>dụ</a:t>
            </a:r>
            <a:r>
              <a:rPr lang="en-GB" altLang="en-US" sz="3600" dirty="0"/>
              <a:t>- </a:t>
            </a:r>
            <a:r>
              <a:rPr lang="en-GB" altLang="en-US" sz="3600" dirty="0" err="1"/>
              <a:t>một</a:t>
            </a:r>
            <a:r>
              <a:rPr lang="en-GB" altLang="en-US" sz="3600" dirty="0"/>
              <a:t> </a:t>
            </a:r>
            <a:r>
              <a:rPr lang="en-GB" altLang="en-US" sz="3600" dirty="0" err="1"/>
              <a:t>số</a:t>
            </a:r>
            <a:r>
              <a:rPr lang="en-GB" altLang="en-US" sz="3600" dirty="0"/>
              <a:t> </a:t>
            </a:r>
            <a:r>
              <a:rPr lang="en-GB" altLang="en-US" sz="3600" dirty="0" err="1"/>
              <a:t>cách</a:t>
            </a:r>
            <a:r>
              <a:rPr lang="en-GB" altLang="en-US" sz="3600" dirty="0"/>
              <a:t> </a:t>
            </a:r>
            <a:r>
              <a:rPr lang="en-GB" altLang="en-US" sz="3600" dirty="0" err="1"/>
              <a:t>hiển</a:t>
            </a:r>
            <a:r>
              <a:rPr lang="en-GB" altLang="en-US" sz="3600" dirty="0"/>
              <a:t> </a:t>
            </a:r>
            <a:r>
              <a:rPr lang="en-GB" altLang="en-US" sz="3600" dirty="0" err="1"/>
              <a:t>thị</a:t>
            </a:r>
            <a:r>
              <a:rPr lang="en-GB" altLang="en-US" sz="3600" dirty="0"/>
              <a:t> </a:t>
            </a:r>
            <a:r>
              <a:rPr lang="en-GB" altLang="en-US" sz="3600" dirty="0" err="1"/>
              <a:t>thông</a:t>
            </a:r>
            <a:r>
              <a:rPr lang="en-GB" altLang="en-US" sz="3600" dirty="0"/>
              <a:t> tin</a:t>
            </a:r>
            <a:endParaRPr lang="en-GB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4" name="Picture 5" descr="16.8 PresentMethods(15.9).eps                                  0007B830Macintosh HD                   B8AA5F2E: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86000"/>
            <a:ext cx="7391400" cy="268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390954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(Menu-selection trees)</a:t>
            </a:r>
          </a:p>
          <a:p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hộp</a:t>
            </a:r>
            <a:r>
              <a:rPr lang="en-US" dirty="0"/>
              <a:t> </a:t>
            </a:r>
            <a:r>
              <a:rPr lang="en-US" dirty="0" err="1"/>
              <a:t>thoại</a:t>
            </a:r>
            <a:r>
              <a:rPr lang="en-US" dirty="0"/>
              <a:t> (Dialog-box trees)</a:t>
            </a:r>
          </a:p>
          <a:p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(Transition diagrams)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91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>
            <a:normAutofit/>
          </a:bodyPr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0"/>
            <a:ext cx="6553200" cy="488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343" y="5652518"/>
            <a:ext cx="584835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7649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vi-VN" dirty="0" err="1"/>
              <a:t>Đo</a:t>
            </a:r>
            <a:r>
              <a:rPr lang="en-US" altLang="vi-VN" dirty="0"/>
              <a:t> </a:t>
            </a:r>
            <a:r>
              <a:rPr lang="en-US" altLang="vi-VN" dirty="0" err="1"/>
              <a:t>tính</a:t>
            </a:r>
            <a:r>
              <a:rPr lang="en-US" altLang="vi-VN" dirty="0"/>
              <a:t> </a:t>
            </a:r>
            <a:r>
              <a:rPr lang="en-US" altLang="vi-VN" dirty="0" err="1"/>
              <a:t>dễ</a:t>
            </a:r>
            <a:r>
              <a:rPr lang="en-US" altLang="vi-VN" dirty="0"/>
              <a:t> </a:t>
            </a:r>
            <a:r>
              <a:rPr lang="en-US" altLang="vi-VN" dirty="0" err="1"/>
              <a:t>dùng</a:t>
            </a:r>
            <a:r>
              <a:rPr lang="en-US" altLang="vi-VN" dirty="0"/>
              <a:t>: </a:t>
            </a:r>
            <a:r>
              <a:rPr lang="en-US" altLang="vi-VN" dirty="0" err="1"/>
              <a:t>các</a:t>
            </a:r>
            <a:r>
              <a:rPr lang="en-US" altLang="vi-VN" dirty="0"/>
              <a:t> </a:t>
            </a:r>
            <a:r>
              <a:rPr lang="en-US" altLang="vi-VN" dirty="0" err="1"/>
              <a:t>phép</a:t>
            </a:r>
            <a:r>
              <a:rPr lang="en-US" altLang="vi-VN" dirty="0"/>
              <a:t> </a:t>
            </a:r>
            <a:r>
              <a:rPr lang="en-US" altLang="vi-VN" dirty="0" err="1"/>
              <a:t>đo</a:t>
            </a:r>
            <a:r>
              <a:rPr lang="en-US" altLang="vi-VN" dirty="0"/>
              <a:t> </a:t>
            </a:r>
            <a:r>
              <a:rPr lang="en-US" altLang="vi-VN" dirty="0" err="1"/>
              <a:t>trực</a:t>
            </a:r>
            <a:r>
              <a:rPr lang="en-US" altLang="vi-VN" dirty="0"/>
              <a:t> </a:t>
            </a:r>
            <a:r>
              <a:rPr lang="en-US" altLang="vi-VN" dirty="0" err="1"/>
              <a:t>tiếp</a:t>
            </a:r>
            <a:endParaRPr lang="en-US" altLang="vi-VN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47800"/>
            <a:ext cx="8382000" cy="51816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vi-VN" sz="2000" dirty="0" err="1"/>
              <a:t>Thời</a:t>
            </a:r>
            <a:r>
              <a:rPr lang="en-US" altLang="vi-VN" sz="2000" dirty="0"/>
              <a:t> </a:t>
            </a:r>
            <a:r>
              <a:rPr lang="en-US" altLang="vi-VN" sz="2000" dirty="0" err="1"/>
              <a:t>gian</a:t>
            </a:r>
            <a:r>
              <a:rPr lang="en-US" altLang="vi-VN" sz="2000" dirty="0"/>
              <a:t> </a:t>
            </a:r>
            <a:r>
              <a:rPr lang="en-US" altLang="vi-VN" sz="2000" dirty="0" err="1"/>
              <a:t>học</a:t>
            </a:r>
            <a:endParaRPr lang="en-US" altLang="vi-VN" sz="2000" dirty="0"/>
          </a:p>
          <a:p>
            <a:pPr lvl="1" eaLnBrk="1" hangingPunct="1"/>
            <a:r>
              <a:rPr lang="en-US" altLang="vi-VN" sz="1800" dirty="0" err="1"/>
              <a:t>Người</a:t>
            </a:r>
            <a:r>
              <a:rPr lang="en-US" altLang="vi-VN" sz="1800" dirty="0"/>
              <a:t> </a:t>
            </a:r>
            <a:r>
              <a:rPr lang="en-US" altLang="vi-VN" sz="1800" dirty="0" err="1"/>
              <a:t>học</a:t>
            </a:r>
            <a:r>
              <a:rPr lang="en-US" altLang="vi-VN" sz="1800" dirty="0"/>
              <a:t> </a:t>
            </a:r>
            <a:r>
              <a:rPr lang="en-US" altLang="vi-VN" sz="1800" dirty="0" err="1"/>
              <a:t>điển</a:t>
            </a:r>
            <a:r>
              <a:rPr lang="en-US" altLang="vi-VN" sz="1800" dirty="0"/>
              <a:t> </a:t>
            </a:r>
            <a:r>
              <a:rPr lang="en-US" altLang="vi-VN" sz="1800" dirty="0" err="1"/>
              <a:t>hình</a:t>
            </a:r>
            <a:r>
              <a:rPr lang="en-US" altLang="vi-VN" sz="1800" dirty="0"/>
              <a:t> </a:t>
            </a:r>
            <a:r>
              <a:rPr lang="en-US" altLang="vi-VN" sz="1800" dirty="0" err="1"/>
              <a:t>học</a:t>
            </a:r>
            <a:r>
              <a:rPr lang="en-US" altLang="vi-VN" sz="1800" dirty="0"/>
              <a:t> </a:t>
            </a:r>
            <a:r>
              <a:rPr lang="en-US" altLang="vi-VN" sz="1800" dirty="0" err="1"/>
              <a:t>mất</a:t>
            </a:r>
            <a:r>
              <a:rPr lang="en-US" altLang="vi-VN" sz="1800" dirty="0"/>
              <a:t> </a:t>
            </a:r>
            <a:r>
              <a:rPr lang="en-US" altLang="vi-VN" sz="1800" dirty="0" err="1"/>
              <a:t>bao</a:t>
            </a:r>
            <a:r>
              <a:rPr lang="en-US" altLang="vi-VN" sz="1800" dirty="0"/>
              <a:t> </a:t>
            </a:r>
            <a:r>
              <a:rPr lang="en-US" altLang="vi-VN" sz="1800" dirty="0" err="1"/>
              <a:t>lâu</a:t>
            </a:r>
            <a:r>
              <a:rPr lang="en-US" altLang="vi-VN" sz="1800" dirty="0"/>
              <a:t> </a:t>
            </a:r>
            <a:r>
              <a:rPr lang="en-US" altLang="vi-VN" sz="1800" dirty="0" err="1"/>
              <a:t>để</a:t>
            </a:r>
            <a:r>
              <a:rPr lang="en-US" altLang="vi-VN" sz="1800" dirty="0"/>
              <a:t> </a:t>
            </a:r>
            <a:r>
              <a:rPr lang="en-US" altLang="vi-VN" sz="1800" dirty="0" err="1"/>
              <a:t>học</a:t>
            </a:r>
            <a:r>
              <a:rPr lang="en-US" altLang="vi-VN" sz="1800" dirty="0"/>
              <a:t> </a:t>
            </a:r>
            <a:r>
              <a:rPr lang="en-US" altLang="vi-VN" sz="1800" dirty="0" err="1"/>
              <a:t>các</a:t>
            </a:r>
            <a:r>
              <a:rPr lang="en-US" altLang="vi-VN" sz="1800" dirty="0"/>
              <a:t> </a:t>
            </a:r>
            <a:r>
              <a:rPr lang="en-US" altLang="vi-VN" sz="1800" dirty="0" err="1"/>
              <a:t>thao</a:t>
            </a:r>
            <a:r>
              <a:rPr lang="en-US" altLang="vi-VN" sz="1800" dirty="0"/>
              <a:t> </a:t>
            </a:r>
            <a:r>
              <a:rPr lang="en-US" altLang="vi-VN" sz="1800" dirty="0" err="1"/>
              <a:t>tác</a:t>
            </a:r>
            <a:r>
              <a:rPr lang="en-US" altLang="vi-VN" sz="1800" dirty="0"/>
              <a:t> </a:t>
            </a:r>
            <a:r>
              <a:rPr lang="en-US" altLang="vi-VN" sz="1800" dirty="0" err="1"/>
              <a:t>của</a:t>
            </a:r>
            <a:r>
              <a:rPr lang="en-US" altLang="vi-VN" sz="1800" dirty="0"/>
              <a:t> </a:t>
            </a:r>
            <a:r>
              <a:rPr lang="en-US" altLang="vi-VN" sz="1800" dirty="0" err="1"/>
              <a:t>một</a:t>
            </a:r>
            <a:r>
              <a:rPr lang="en-US" altLang="vi-VN" sz="1800" dirty="0"/>
              <a:t> </a:t>
            </a:r>
            <a:r>
              <a:rPr lang="en-US" altLang="vi-VN" sz="1800" dirty="0" err="1"/>
              <a:t>tác</a:t>
            </a:r>
            <a:r>
              <a:rPr lang="en-US" altLang="vi-VN" sz="1800" dirty="0"/>
              <a:t> </a:t>
            </a:r>
            <a:r>
              <a:rPr lang="en-US" altLang="vi-VN" sz="1800" dirty="0" err="1"/>
              <a:t>vụ</a:t>
            </a:r>
            <a:r>
              <a:rPr lang="en-US" altLang="vi-VN" sz="1800" dirty="0"/>
              <a:t>? </a:t>
            </a:r>
          </a:p>
          <a:p>
            <a:pPr eaLnBrk="1" hangingPunct="1"/>
            <a:r>
              <a:rPr lang="en-US" altLang="vi-VN" sz="2000" dirty="0" err="1"/>
              <a:t>Tốc</a:t>
            </a:r>
            <a:r>
              <a:rPr lang="en-US" altLang="vi-VN" sz="2000" dirty="0"/>
              <a:t> </a:t>
            </a:r>
            <a:r>
              <a:rPr lang="en-US" altLang="vi-VN" sz="2000" dirty="0" err="1"/>
              <a:t>độ</a:t>
            </a:r>
            <a:r>
              <a:rPr lang="en-US" altLang="vi-VN" sz="2000" dirty="0"/>
              <a:t> </a:t>
            </a:r>
            <a:r>
              <a:rPr lang="en-US" altLang="vi-VN" sz="2000" dirty="0" err="1"/>
              <a:t>thực</a:t>
            </a:r>
            <a:r>
              <a:rPr lang="en-US" altLang="vi-VN" sz="2000" dirty="0"/>
              <a:t> </a:t>
            </a:r>
            <a:r>
              <a:rPr lang="en-US" altLang="vi-VN" sz="2000" dirty="0" err="1"/>
              <a:t>hiện</a:t>
            </a:r>
            <a:r>
              <a:rPr lang="en-US" altLang="vi-VN" sz="2000" dirty="0"/>
              <a:t> </a:t>
            </a:r>
          </a:p>
          <a:p>
            <a:pPr lvl="1" eaLnBrk="1" hangingPunct="1"/>
            <a:r>
              <a:rPr lang="en-US" altLang="vi-VN" sz="1800" dirty="0" err="1"/>
              <a:t>Công</a:t>
            </a:r>
            <a:r>
              <a:rPr lang="en-US" altLang="vi-VN" sz="1800" dirty="0"/>
              <a:t> </a:t>
            </a:r>
            <a:r>
              <a:rPr lang="en-US" altLang="vi-VN" sz="1800" dirty="0" err="1"/>
              <a:t>việc</a:t>
            </a:r>
            <a:r>
              <a:rPr lang="en-US" altLang="vi-VN" sz="1800" dirty="0"/>
              <a:t> </a:t>
            </a:r>
            <a:r>
              <a:rPr lang="en-US" altLang="vi-VN" sz="1800" dirty="0" err="1"/>
              <a:t>làm</a:t>
            </a:r>
            <a:r>
              <a:rPr lang="en-US" altLang="vi-VN" sz="1800" dirty="0"/>
              <a:t> </a:t>
            </a:r>
            <a:r>
              <a:rPr lang="en-US" altLang="vi-VN" sz="1800" dirty="0" err="1"/>
              <a:t>thước</a:t>
            </a:r>
            <a:r>
              <a:rPr lang="en-US" altLang="vi-VN" sz="1800" dirty="0"/>
              <a:t> </a:t>
            </a:r>
            <a:r>
              <a:rPr lang="en-US" altLang="vi-VN" sz="1800" dirty="0" err="1"/>
              <a:t>đo</a:t>
            </a:r>
            <a:r>
              <a:rPr lang="en-US" altLang="vi-VN" sz="1800" dirty="0"/>
              <a:t> (benchmark tasks) </a:t>
            </a:r>
            <a:r>
              <a:rPr lang="en-US" altLang="vi-VN" sz="1800" dirty="0" err="1"/>
              <a:t>cần</a:t>
            </a:r>
            <a:r>
              <a:rPr lang="en-US" altLang="vi-VN" sz="1800" dirty="0"/>
              <a:t> </a:t>
            </a:r>
            <a:r>
              <a:rPr lang="en-US" altLang="vi-VN" sz="1800" dirty="0" err="1"/>
              <a:t>bao</a:t>
            </a:r>
            <a:r>
              <a:rPr lang="en-US" altLang="vi-VN" sz="1800" dirty="0"/>
              <a:t> </a:t>
            </a:r>
            <a:r>
              <a:rPr lang="en-US" altLang="vi-VN" sz="1800" dirty="0" err="1"/>
              <a:t>nhiêu</a:t>
            </a:r>
            <a:r>
              <a:rPr lang="en-US" altLang="vi-VN" sz="1800" dirty="0"/>
              <a:t> </a:t>
            </a:r>
            <a:r>
              <a:rPr lang="en-US" altLang="vi-VN" sz="1800" dirty="0" err="1"/>
              <a:t>thời</a:t>
            </a:r>
            <a:r>
              <a:rPr lang="en-US" altLang="vi-VN" sz="1800" dirty="0"/>
              <a:t> </a:t>
            </a:r>
            <a:r>
              <a:rPr lang="en-US" altLang="vi-VN" sz="1800" dirty="0" err="1"/>
              <a:t>gian</a:t>
            </a:r>
            <a:r>
              <a:rPr lang="en-US" altLang="vi-VN" sz="1800" dirty="0"/>
              <a:t> </a:t>
            </a:r>
            <a:r>
              <a:rPr lang="en-US" altLang="vi-VN" sz="1800" dirty="0" err="1"/>
              <a:t>để</a:t>
            </a:r>
            <a:r>
              <a:rPr lang="en-US" altLang="vi-VN" sz="1800" dirty="0"/>
              <a:t> </a:t>
            </a:r>
            <a:r>
              <a:rPr lang="en-US" altLang="vi-VN" sz="1800" dirty="0" err="1"/>
              <a:t>thực</a:t>
            </a:r>
            <a:r>
              <a:rPr lang="en-US" altLang="vi-VN" sz="1800" dirty="0"/>
              <a:t> </a:t>
            </a:r>
            <a:r>
              <a:rPr lang="en-US" altLang="vi-VN" sz="1800" dirty="0" err="1"/>
              <a:t>hiện</a:t>
            </a:r>
            <a:r>
              <a:rPr lang="en-US" altLang="vi-VN" sz="1800" dirty="0"/>
              <a:t>? </a:t>
            </a:r>
          </a:p>
          <a:p>
            <a:pPr eaLnBrk="1" hangingPunct="1"/>
            <a:r>
              <a:rPr lang="en-US" altLang="vi-VN" sz="2000" dirty="0" err="1"/>
              <a:t>Tỷ</a:t>
            </a:r>
            <a:r>
              <a:rPr lang="en-US" altLang="vi-VN" sz="2000" dirty="0"/>
              <a:t> </a:t>
            </a:r>
            <a:r>
              <a:rPr lang="en-US" altLang="vi-VN" sz="2000" dirty="0" err="1"/>
              <a:t>lệ</a:t>
            </a:r>
            <a:r>
              <a:rPr lang="en-US" altLang="vi-VN" sz="2000" dirty="0"/>
              <a:t> </a:t>
            </a:r>
            <a:r>
              <a:rPr lang="en-US" altLang="vi-VN" sz="2000" dirty="0" err="1"/>
              <a:t>mắc</a:t>
            </a:r>
            <a:r>
              <a:rPr lang="en-US" altLang="vi-VN" sz="2000" dirty="0"/>
              <a:t> </a:t>
            </a:r>
            <a:r>
              <a:rPr lang="en-US" altLang="vi-VN" sz="2000" dirty="0" err="1"/>
              <a:t>lỗi</a:t>
            </a:r>
            <a:r>
              <a:rPr lang="en-US" altLang="vi-VN" sz="2000" dirty="0"/>
              <a:t> </a:t>
            </a:r>
            <a:r>
              <a:rPr lang="en-US" altLang="vi-VN" sz="2000" dirty="0" err="1"/>
              <a:t>của</a:t>
            </a:r>
            <a:r>
              <a:rPr lang="en-US" altLang="vi-VN" sz="2000" dirty="0"/>
              <a:t> </a:t>
            </a:r>
            <a:r>
              <a:rPr lang="en-US" altLang="vi-VN" sz="2000" dirty="0" err="1"/>
              <a:t>người</a:t>
            </a:r>
            <a:r>
              <a:rPr lang="en-US" altLang="vi-VN" sz="2000" dirty="0"/>
              <a:t> </a:t>
            </a:r>
            <a:r>
              <a:rPr lang="en-US" altLang="vi-VN" sz="2000" dirty="0" err="1"/>
              <a:t>sử</a:t>
            </a:r>
            <a:r>
              <a:rPr lang="en-US" altLang="vi-VN" sz="2000" dirty="0"/>
              <a:t> </a:t>
            </a:r>
            <a:r>
              <a:rPr lang="en-US" altLang="vi-VN" sz="2000" dirty="0" err="1"/>
              <a:t>dụng</a:t>
            </a:r>
            <a:r>
              <a:rPr lang="en-US" altLang="vi-VN" sz="2000" dirty="0"/>
              <a:t> </a:t>
            </a:r>
          </a:p>
          <a:p>
            <a:pPr lvl="1" eaLnBrk="1" hangingPunct="1"/>
            <a:r>
              <a:rPr lang="en-US" altLang="vi-VN" sz="1800" dirty="0" err="1"/>
              <a:t>Người</a:t>
            </a:r>
            <a:r>
              <a:rPr lang="en-US" altLang="vi-VN" sz="1800" dirty="0"/>
              <a:t> </a:t>
            </a:r>
            <a:r>
              <a:rPr lang="en-US" altLang="vi-VN" sz="1800" dirty="0" err="1"/>
              <a:t>sử</a:t>
            </a:r>
            <a:r>
              <a:rPr lang="en-US" altLang="vi-VN" sz="1800" dirty="0"/>
              <a:t> </a:t>
            </a:r>
            <a:r>
              <a:rPr lang="en-US" altLang="vi-VN" sz="1800" dirty="0" err="1"/>
              <a:t>dụng</a:t>
            </a:r>
            <a:r>
              <a:rPr lang="en-US" altLang="vi-VN" sz="1800" dirty="0"/>
              <a:t> </a:t>
            </a:r>
            <a:r>
              <a:rPr lang="en-US" altLang="vi-VN" sz="1800" dirty="0" err="1"/>
              <a:t>mắc</a:t>
            </a:r>
            <a:r>
              <a:rPr lang="en-US" altLang="vi-VN" sz="1800" dirty="0"/>
              <a:t> </a:t>
            </a:r>
            <a:r>
              <a:rPr lang="en-US" altLang="vi-VN" sz="1800" dirty="0" err="1"/>
              <a:t>lỗi</a:t>
            </a:r>
            <a:r>
              <a:rPr lang="en-US" altLang="vi-VN" sz="1800" dirty="0"/>
              <a:t> </a:t>
            </a:r>
            <a:r>
              <a:rPr lang="en-US" altLang="vi-VN" sz="1800" dirty="0" err="1"/>
              <a:t>nào</a:t>
            </a:r>
            <a:r>
              <a:rPr lang="en-US" altLang="vi-VN" sz="1800" dirty="0"/>
              <a:t> </a:t>
            </a:r>
            <a:r>
              <a:rPr lang="en-US" altLang="vi-VN" sz="1800" dirty="0" err="1"/>
              <a:t>và</a:t>
            </a:r>
            <a:r>
              <a:rPr lang="en-US" altLang="vi-VN" sz="1800" dirty="0"/>
              <a:t> </a:t>
            </a:r>
            <a:r>
              <a:rPr lang="en-US" altLang="vi-VN" sz="1800" dirty="0" err="1"/>
              <a:t>bao</a:t>
            </a:r>
            <a:r>
              <a:rPr lang="en-US" altLang="vi-VN" sz="1800" dirty="0"/>
              <a:t> </a:t>
            </a:r>
            <a:r>
              <a:rPr lang="en-US" altLang="vi-VN" sz="1800" dirty="0" err="1"/>
              <a:t>nhiêu</a:t>
            </a:r>
            <a:r>
              <a:rPr lang="en-US" altLang="vi-VN" sz="1800" dirty="0"/>
              <a:t> </a:t>
            </a:r>
            <a:r>
              <a:rPr lang="en-US" altLang="vi-VN" sz="1800" dirty="0" err="1"/>
              <a:t>lần</a:t>
            </a:r>
            <a:r>
              <a:rPr lang="en-US" altLang="vi-VN" sz="1800" dirty="0"/>
              <a:t> </a:t>
            </a:r>
            <a:r>
              <a:rPr lang="en-US" altLang="vi-VN" sz="1800" dirty="0" err="1"/>
              <a:t>khi</a:t>
            </a:r>
            <a:r>
              <a:rPr lang="en-US" altLang="vi-VN" sz="1800" dirty="0"/>
              <a:t> </a:t>
            </a:r>
            <a:r>
              <a:rPr lang="en-US" altLang="vi-VN" sz="1800" dirty="0" err="1"/>
              <a:t>thực</a:t>
            </a:r>
            <a:r>
              <a:rPr lang="en-US" altLang="vi-VN" sz="1800" dirty="0"/>
              <a:t> </a:t>
            </a:r>
            <a:r>
              <a:rPr lang="en-US" altLang="vi-VN" sz="1800" dirty="0" err="1"/>
              <a:t>hiện</a:t>
            </a:r>
            <a:r>
              <a:rPr lang="en-US" altLang="vi-VN" sz="1800" dirty="0"/>
              <a:t> </a:t>
            </a:r>
            <a:r>
              <a:rPr lang="en-US" altLang="vi-VN" sz="1800" dirty="0" err="1"/>
              <a:t>các</a:t>
            </a:r>
            <a:r>
              <a:rPr lang="en-US" altLang="vi-VN" sz="1800" dirty="0"/>
              <a:t> </a:t>
            </a:r>
            <a:r>
              <a:rPr lang="en-US" altLang="vi-VN" sz="1800" dirty="0" err="1"/>
              <a:t>công</a:t>
            </a:r>
            <a:r>
              <a:rPr lang="en-US" altLang="vi-VN" sz="1800" dirty="0"/>
              <a:t> </a:t>
            </a:r>
            <a:r>
              <a:rPr lang="en-US" altLang="vi-VN" sz="1800" dirty="0" err="1"/>
              <a:t>việc</a:t>
            </a:r>
            <a:r>
              <a:rPr lang="en-US" altLang="vi-VN" sz="1800" dirty="0"/>
              <a:t> </a:t>
            </a:r>
            <a:r>
              <a:rPr lang="en-US" altLang="vi-VN" sz="1800" dirty="0" err="1"/>
              <a:t>làm</a:t>
            </a:r>
            <a:r>
              <a:rPr lang="en-US" altLang="vi-VN" sz="1800" dirty="0"/>
              <a:t> </a:t>
            </a:r>
            <a:r>
              <a:rPr lang="en-US" altLang="vi-VN" sz="1800" dirty="0" err="1"/>
              <a:t>thước</a:t>
            </a:r>
            <a:r>
              <a:rPr lang="en-US" altLang="vi-VN" sz="1800" dirty="0"/>
              <a:t> </a:t>
            </a:r>
            <a:r>
              <a:rPr lang="en-US" altLang="vi-VN" sz="1800" dirty="0" err="1"/>
              <a:t>đo</a:t>
            </a:r>
            <a:r>
              <a:rPr lang="en-US" altLang="vi-VN" sz="1800" dirty="0"/>
              <a:t>? </a:t>
            </a:r>
          </a:p>
          <a:p>
            <a:pPr eaLnBrk="1" hangingPunct="1"/>
            <a:r>
              <a:rPr lang="en-US" altLang="vi-VN" sz="2000" dirty="0" err="1"/>
              <a:t>Nhớ</a:t>
            </a:r>
            <a:r>
              <a:rPr lang="en-US" altLang="vi-VN" sz="2000" dirty="0"/>
              <a:t> </a:t>
            </a:r>
            <a:r>
              <a:rPr lang="en-US" altLang="vi-VN" sz="2000" dirty="0" err="1"/>
              <a:t>được</a:t>
            </a:r>
            <a:r>
              <a:rPr lang="en-US" altLang="vi-VN" sz="2000" dirty="0"/>
              <a:t> </a:t>
            </a:r>
          </a:p>
          <a:p>
            <a:pPr lvl="1" eaLnBrk="1" hangingPunct="1"/>
            <a:r>
              <a:rPr lang="en-US" altLang="vi-VN" sz="1800" dirty="0" err="1"/>
              <a:t>Người</a:t>
            </a:r>
            <a:r>
              <a:rPr lang="en-US" altLang="vi-VN" sz="1800" dirty="0"/>
              <a:t> </a:t>
            </a:r>
            <a:r>
              <a:rPr lang="en-US" altLang="vi-VN" sz="1800" dirty="0" err="1"/>
              <a:t>dùng</a:t>
            </a:r>
            <a:r>
              <a:rPr lang="en-US" altLang="vi-VN" sz="1800" dirty="0"/>
              <a:t> </a:t>
            </a:r>
            <a:r>
              <a:rPr lang="en-US" altLang="vi-VN" sz="1800" dirty="0" err="1"/>
              <a:t>có</a:t>
            </a:r>
            <a:r>
              <a:rPr lang="en-US" altLang="vi-VN" sz="1800" dirty="0"/>
              <a:t> </a:t>
            </a:r>
            <a:r>
              <a:rPr lang="en-US" altLang="vi-VN" sz="1800" dirty="0" err="1"/>
              <a:t>nhớ</a:t>
            </a:r>
            <a:r>
              <a:rPr lang="en-US" altLang="vi-VN" sz="1800" dirty="0"/>
              <a:t> </a:t>
            </a:r>
            <a:r>
              <a:rPr lang="en-US" altLang="vi-VN" sz="1800" dirty="0" err="1"/>
              <a:t>được</a:t>
            </a:r>
            <a:r>
              <a:rPr lang="en-US" altLang="vi-VN" sz="1800" dirty="0"/>
              <a:t> </a:t>
            </a:r>
            <a:r>
              <a:rPr lang="en-US" altLang="vi-VN" sz="1800" dirty="0" err="1"/>
              <a:t>các</a:t>
            </a:r>
            <a:r>
              <a:rPr lang="en-US" altLang="vi-VN" sz="1800" dirty="0"/>
              <a:t> </a:t>
            </a:r>
            <a:r>
              <a:rPr lang="en-US" altLang="vi-VN" sz="1800" dirty="0" err="1"/>
              <a:t>kiến</a:t>
            </a:r>
            <a:r>
              <a:rPr lang="en-US" altLang="vi-VN" sz="1800" dirty="0"/>
              <a:t> </a:t>
            </a:r>
            <a:r>
              <a:rPr lang="en-US" altLang="vi-VN" sz="1800" dirty="0" err="1"/>
              <a:t>thức</a:t>
            </a:r>
            <a:r>
              <a:rPr lang="en-US" altLang="vi-VN" sz="1800" dirty="0"/>
              <a:t> </a:t>
            </a:r>
            <a:r>
              <a:rPr lang="en-US" altLang="vi-VN" sz="1800" dirty="0" err="1"/>
              <a:t>đã</a:t>
            </a:r>
            <a:r>
              <a:rPr lang="en-US" altLang="vi-VN" sz="1800" dirty="0"/>
              <a:t> </a:t>
            </a:r>
            <a:r>
              <a:rPr lang="en-US" altLang="vi-VN" sz="1800" dirty="0" err="1"/>
              <a:t>học</a:t>
            </a:r>
            <a:r>
              <a:rPr lang="en-US" altLang="vi-VN" sz="1800" dirty="0"/>
              <a:t> </a:t>
            </a:r>
            <a:r>
              <a:rPr lang="en-US" altLang="vi-VN" sz="1800" dirty="0" err="1"/>
              <a:t>bao</a:t>
            </a:r>
            <a:r>
              <a:rPr lang="en-US" altLang="vi-VN" sz="1800" dirty="0"/>
              <a:t> </a:t>
            </a:r>
            <a:r>
              <a:rPr lang="en-US" altLang="vi-VN" sz="1800" dirty="0" err="1"/>
              <a:t>lâu</a:t>
            </a:r>
            <a:r>
              <a:rPr lang="en-US" altLang="vi-VN" sz="1800" dirty="0"/>
              <a:t>, </a:t>
            </a:r>
            <a:r>
              <a:rPr lang="en-US" altLang="vi-VN" sz="1800" dirty="0" err="1"/>
              <a:t>vài</a:t>
            </a:r>
            <a:r>
              <a:rPr lang="en-US" altLang="vi-VN" sz="1800" dirty="0"/>
              <a:t> </a:t>
            </a:r>
            <a:r>
              <a:rPr lang="en-US" altLang="vi-VN" sz="1800" dirty="0" err="1"/>
              <a:t>giờ</a:t>
            </a:r>
            <a:r>
              <a:rPr lang="en-US" altLang="vi-VN" sz="1800" dirty="0"/>
              <a:t>, </a:t>
            </a:r>
            <a:r>
              <a:rPr lang="en-US" altLang="vi-VN" sz="1800" dirty="0" err="1"/>
              <a:t>vài</a:t>
            </a:r>
            <a:r>
              <a:rPr lang="en-US" altLang="vi-VN" sz="1800" dirty="0"/>
              <a:t> </a:t>
            </a:r>
            <a:r>
              <a:rPr lang="en-US" altLang="vi-VN" sz="1800" dirty="0" err="1"/>
              <a:t>ngày</a:t>
            </a:r>
            <a:r>
              <a:rPr lang="en-US" altLang="vi-VN" sz="1800" dirty="0"/>
              <a:t>, hay </a:t>
            </a:r>
            <a:r>
              <a:rPr lang="en-US" altLang="vi-VN" sz="1800" dirty="0" err="1"/>
              <a:t>vài</a:t>
            </a:r>
            <a:r>
              <a:rPr lang="en-US" altLang="vi-VN" sz="1800" dirty="0"/>
              <a:t> </a:t>
            </a:r>
            <a:r>
              <a:rPr lang="en-US" altLang="vi-VN" sz="1800" dirty="0" err="1"/>
              <a:t>tuần</a:t>
            </a:r>
            <a:r>
              <a:rPr lang="en-US" altLang="vi-VN" sz="1800" dirty="0"/>
              <a:t>? </a:t>
            </a:r>
          </a:p>
          <a:p>
            <a:pPr lvl="1" eaLnBrk="1" hangingPunct="1"/>
            <a:r>
              <a:rPr lang="en-US" altLang="vi-VN" sz="1800" dirty="0" err="1"/>
              <a:t>Sử</a:t>
            </a:r>
            <a:r>
              <a:rPr lang="en-US" altLang="vi-VN" sz="1800" dirty="0"/>
              <a:t> </a:t>
            </a:r>
            <a:r>
              <a:rPr lang="en-US" altLang="vi-VN" sz="1800" dirty="0" err="1"/>
              <a:t>dụng</a:t>
            </a:r>
            <a:r>
              <a:rPr lang="en-US" altLang="vi-VN" sz="1800" dirty="0"/>
              <a:t> </a:t>
            </a:r>
            <a:r>
              <a:rPr lang="en-US" altLang="vi-VN" sz="1800" dirty="0" err="1"/>
              <a:t>thường</a:t>
            </a:r>
            <a:r>
              <a:rPr lang="en-US" altLang="vi-VN" sz="1800" dirty="0"/>
              <a:t> </a:t>
            </a:r>
            <a:r>
              <a:rPr lang="en-US" altLang="vi-VN" sz="1800" dirty="0" err="1"/>
              <a:t>xuyên</a:t>
            </a:r>
            <a:r>
              <a:rPr lang="en-US" altLang="vi-VN" sz="1800" dirty="0"/>
              <a:t> </a:t>
            </a:r>
            <a:r>
              <a:rPr lang="en-US" altLang="vi-VN" sz="1800" dirty="0" err="1"/>
              <a:t>có</a:t>
            </a:r>
            <a:r>
              <a:rPr lang="en-US" altLang="vi-VN" sz="1800" dirty="0"/>
              <a:t> </a:t>
            </a:r>
            <a:r>
              <a:rPr lang="en-US" altLang="vi-VN" sz="1800" dirty="0" err="1"/>
              <a:t>và</a:t>
            </a:r>
            <a:r>
              <a:rPr lang="en-US" altLang="vi-VN" sz="1800" dirty="0"/>
              <a:t> </a:t>
            </a:r>
            <a:r>
              <a:rPr lang="en-US" altLang="vi-VN" sz="1800" dirty="0" err="1"/>
              <a:t>dễ</a:t>
            </a:r>
            <a:r>
              <a:rPr lang="en-US" altLang="vi-VN" sz="1800" dirty="0"/>
              <a:t> </a:t>
            </a:r>
            <a:r>
              <a:rPr lang="en-US" altLang="vi-VN" sz="1800" dirty="0" err="1"/>
              <a:t>học</a:t>
            </a:r>
            <a:r>
              <a:rPr lang="en-US" altLang="vi-VN" sz="1800" dirty="0"/>
              <a:t> </a:t>
            </a:r>
            <a:r>
              <a:rPr lang="en-US" altLang="vi-VN" sz="1800" dirty="0" err="1"/>
              <a:t>sẽ</a:t>
            </a:r>
            <a:r>
              <a:rPr lang="en-US" altLang="vi-VN" sz="1800" dirty="0"/>
              <a:t> </a:t>
            </a:r>
            <a:r>
              <a:rPr lang="en-US" altLang="vi-VN" sz="1800" dirty="0" err="1"/>
              <a:t>làm</a:t>
            </a:r>
            <a:r>
              <a:rPr lang="en-US" altLang="vi-VN" sz="1800" dirty="0"/>
              <a:t> </a:t>
            </a:r>
            <a:r>
              <a:rPr lang="en-US" altLang="vi-VN" sz="1800" dirty="0" err="1"/>
              <a:t>người</a:t>
            </a:r>
            <a:r>
              <a:rPr lang="en-US" altLang="vi-VN" sz="1800" dirty="0"/>
              <a:t> </a:t>
            </a:r>
            <a:r>
              <a:rPr lang="en-US" altLang="vi-VN" sz="1800" dirty="0" err="1"/>
              <a:t>sử</a:t>
            </a:r>
            <a:r>
              <a:rPr lang="en-US" altLang="vi-VN" sz="1800" dirty="0"/>
              <a:t> </a:t>
            </a:r>
            <a:r>
              <a:rPr lang="en-US" altLang="vi-VN" sz="1800" dirty="0" err="1"/>
              <a:t>dụng</a:t>
            </a:r>
            <a:r>
              <a:rPr lang="en-US" altLang="vi-VN" sz="1800" dirty="0"/>
              <a:t> </a:t>
            </a:r>
            <a:r>
              <a:rPr lang="en-US" altLang="vi-VN" sz="1800" dirty="0" err="1"/>
              <a:t>nhớ</a:t>
            </a:r>
            <a:r>
              <a:rPr lang="en-US" altLang="vi-VN" sz="1800" dirty="0"/>
              <a:t> </a:t>
            </a:r>
            <a:r>
              <a:rPr lang="en-US" altLang="vi-VN" sz="1800" dirty="0" err="1"/>
              <a:t>lâu</a:t>
            </a:r>
            <a:r>
              <a:rPr lang="en-US" altLang="vi-VN" sz="1800" dirty="0"/>
              <a:t>. </a:t>
            </a:r>
          </a:p>
          <a:p>
            <a:pPr eaLnBrk="1" hangingPunct="1"/>
            <a:r>
              <a:rPr lang="en-US" altLang="vi-VN" sz="2000" dirty="0" err="1"/>
              <a:t>Hài</a:t>
            </a:r>
            <a:r>
              <a:rPr lang="en-US" altLang="vi-VN" sz="2000" dirty="0"/>
              <a:t> </a:t>
            </a:r>
            <a:r>
              <a:rPr lang="en-US" altLang="vi-VN" sz="2000" dirty="0" err="1"/>
              <a:t>lòng</a:t>
            </a:r>
            <a:r>
              <a:rPr lang="en-US" altLang="vi-VN" sz="2000" dirty="0"/>
              <a:t> </a:t>
            </a:r>
            <a:r>
              <a:rPr lang="en-US" altLang="vi-VN" sz="2000" dirty="0" err="1"/>
              <a:t>chủ</a:t>
            </a:r>
            <a:r>
              <a:rPr lang="en-US" altLang="vi-VN" sz="2000" dirty="0"/>
              <a:t> </a:t>
            </a:r>
            <a:r>
              <a:rPr lang="en-US" altLang="vi-VN" sz="2000" dirty="0" err="1"/>
              <a:t>quan</a:t>
            </a:r>
            <a:r>
              <a:rPr lang="en-US" altLang="vi-VN" sz="2000" dirty="0"/>
              <a:t> </a:t>
            </a:r>
          </a:p>
          <a:p>
            <a:pPr lvl="1" eaLnBrk="1" hangingPunct="1"/>
            <a:r>
              <a:rPr lang="en-US" altLang="vi-VN" sz="1800" dirty="0" err="1"/>
              <a:t>Mức</a:t>
            </a:r>
            <a:r>
              <a:rPr lang="en-US" altLang="vi-VN" sz="1800" dirty="0"/>
              <a:t> </a:t>
            </a:r>
            <a:r>
              <a:rPr lang="en-US" altLang="vi-VN" sz="1800" dirty="0" err="1"/>
              <a:t>độ</a:t>
            </a:r>
            <a:r>
              <a:rPr lang="en-US" altLang="vi-VN" sz="1800" dirty="0"/>
              <a:t> </a:t>
            </a:r>
            <a:r>
              <a:rPr lang="en-US" altLang="vi-VN" sz="1800" dirty="0" err="1"/>
              <a:t>hài</a:t>
            </a:r>
            <a:r>
              <a:rPr lang="en-US" altLang="vi-VN" sz="1800" dirty="0"/>
              <a:t> </a:t>
            </a:r>
            <a:r>
              <a:rPr lang="en-US" altLang="vi-VN" sz="1800" dirty="0" err="1"/>
              <a:t>lòng</a:t>
            </a:r>
            <a:r>
              <a:rPr lang="en-US" altLang="vi-VN" sz="1800" dirty="0"/>
              <a:t> </a:t>
            </a:r>
            <a:r>
              <a:rPr lang="en-US" altLang="vi-VN" sz="1800" dirty="0" err="1"/>
              <a:t>của</a:t>
            </a:r>
            <a:r>
              <a:rPr lang="en-US" altLang="vi-VN" sz="1800" dirty="0"/>
              <a:t> </a:t>
            </a:r>
            <a:r>
              <a:rPr lang="en-US" altLang="vi-VN" sz="1800" dirty="0" err="1"/>
              <a:t>người</a:t>
            </a:r>
            <a:r>
              <a:rPr lang="en-US" altLang="vi-VN" sz="1800" dirty="0"/>
              <a:t> </a:t>
            </a:r>
            <a:r>
              <a:rPr lang="en-US" altLang="vi-VN" sz="1800" dirty="0" err="1"/>
              <a:t>sử</a:t>
            </a:r>
            <a:r>
              <a:rPr lang="en-US" altLang="vi-VN" sz="1800" dirty="0"/>
              <a:t> </a:t>
            </a:r>
            <a:r>
              <a:rPr lang="en-US" altLang="vi-VN" sz="1800" dirty="0" err="1"/>
              <a:t>dụng</a:t>
            </a:r>
            <a:r>
              <a:rPr lang="en-US" altLang="vi-VN" sz="1800" dirty="0"/>
              <a:t> </a:t>
            </a:r>
            <a:r>
              <a:rPr lang="en-US" altLang="vi-VN" sz="1800" dirty="0" err="1"/>
              <a:t>với</a:t>
            </a:r>
            <a:r>
              <a:rPr lang="en-US" altLang="vi-VN" sz="1800" dirty="0"/>
              <a:t> </a:t>
            </a:r>
            <a:r>
              <a:rPr lang="en-US" altLang="vi-VN" sz="1800" dirty="0" err="1"/>
              <a:t>các</a:t>
            </a:r>
            <a:r>
              <a:rPr lang="en-US" altLang="vi-VN" sz="1800" dirty="0"/>
              <a:t> </a:t>
            </a:r>
            <a:r>
              <a:rPr lang="en-US" altLang="vi-VN" sz="1800" dirty="0" err="1"/>
              <a:t>khía</a:t>
            </a:r>
            <a:r>
              <a:rPr lang="en-US" altLang="vi-VN" sz="1800" dirty="0"/>
              <a:t> </a:t>
            </a:r>
            <a:r>
              <a:rPr lang="en-US" altLang="vi-VN" sz="1800" dirty="0" err="1"/>
              <a:t>cạnh</a:t>
            </a:r>
            <a:r>
              <a:rPr lang="en-US" altLang="vi-VN" sz="1800" dirty="0"/>
              <a:t> </a:t>
            </a:r>
            <a:r>
              <a:rPr lang="en-US" altLang="vi-VN" sz="1800" dirty="0" err="1"/>
              <a:t>của</a:t>
            </a:r>
            <a:r>
              <a:rPr lang="en-US" altLang="vi-VN" sz="1800" dirty="0"/>
              <a:t> </a:t>
            </a:r>
            <a:r>
              <a:rPr lang="en-US" altLang="vi-VN" sz="1800" dirty="0" err="1"/>
              <a:t>giao</a:t>
            </a:r>
            <a:r>
              <a:rPr lang="en-US" altLang="vi-VN" sz="1800" dirty="0"/>
              <a:t> </a:t>
            </a:r>
            <a:r>
              <a:rPr lang="en-US" altLang="vi-VN" sz="1800" dirty="0" err="1"/>
              <a:t>diện</a:t>
            </a:r>
            <a:r>
              <a:rPr lang="en-US" altLang="vi-VN" sz="1800" dirty="0"/>
              <a:t>?</a:t>
            </a:r>
          </a:p>
          <a:p>
            <a:pPr lvl="1" eaLnBrk="1" hangingPunct="1"/>
            <a:r>
              <a:rPr lang="en-US" altLang="vi-VN" sz="1800" dirty="0" err="1"/>
              <a:t>Có</a:t>
            </a:r>
            <a:r>
              <a:rPr lang="en-US" altLang="vi-VN" sz="1800" dirty="0"/>
              <a:t> </a:t>
            </a:r>
            <a:r>
              <a:rPr lang="en-US" altLang="vi-VN" sz="1800" dirty="0" err="1"/>
              <a:t>thể</a:t>
            </a:r>
            <a:r>
              <a:rPr lang="en-US" altLang="vi-VN" sz="1800" dirty="0"/>
              <a:t> </a:t>
            </a:r>
            <a:r>
              <a:rPr lang="en-US" altLang="vi-VN" sz="1800" dirty="0" err="1"/>
              <a:t>thu</a:t>
            </a:r>
            <a:r>
              <a:rPr lang="en-US" altLang="vi-VN" sz="1800" dirty="0"/>
              <a:t> </a:t>
            </a:r>
            <a:r>
              <a:rPr lang="en-US" altLang="vi-VN" sz="1800" dirty="0" err="1"/>
              <a:t>thập</a:t>
            </a:r>
            <a:r>
              <a:rPr lang="en-US" altLang="vi-VN" sz="1800" dirty="0"/>
              <a:t> </a:t>
            </a:r>
            <a:r>
              <a:rPr lang="en-US" altLang="vi-VN" sz="1800" dirty="0" err="1"/>
              <a:t>thông</a:t>
            </a:r>
            <a:r>
              <a:rPr lang="en-US" altLang="vi-VN" sz="1800" dirty="0"/>
              <a:t> tin </a:t>
            </a:r>
            <a:r>
              <a:rPr lang="en-US" altLang="vi-VN" sz="1800" dirty="0" err="1"/>
              <a:t>này</a:t>
            </a:r>
            <a:r>
              <a:rPr lang="en-US" altLang="vi-VN" sz="1800" dirty="0"/>
              <a:t> qua </a:t>
            </a:r>
            <a:r>
              <a:rPr lang="en-US" altLang="vi-VN" sz="1800" dirty="0" err="1"/>
              <a:t>phỏng</a:t>
            </a:r>
            <a:r>
              <a:rPr lang="en-US" altLang="vi-VN" sz="1800" dirty="0"/>
              <a:t> </a:t>
            </a:r>
            <a:r>
              <a:rPr lang="en-US" altLang="vi-VN" sz="1800" dirty="0" err="1"/>
              <a:t>vấn</a:t>
            </a:r>
            <a:r>
              <a:rPr lang="en-US" altLang="vi-VN" sz="1800" dirty="0"/>
              <a:t>, </a:t>
            </a:r>
            <a:r>
              <a:rPr lang="en-US" altLang="vi-VN" sz="1800" dirty="0" err="1"/>
              <a:t>thu</a:t>
            </a:r>
            <a:r>
              <a:rPr lang="en-US" altLang="vi-VN" sz="1800" dirty="0"/>
              <a:t> </a:t>
            </a:r>
            <a:r>
              <a:rPr lang="en-US" altLang="vi-VN" sz="1800" dirty="0" err="1"/>
              <a:t>thập</a:t>
            </a:r>
            <a:r>
              <a:rPr lang="en-US" altLang="vi-VN" sz="1800" dirty="0"/>
              <a:t> </a:t>
            </a:r>
            <a:r>
              <a:rPr lang="en-US" altLang="vi-VN" sz="1800" dirty="0" err="1"/>
              <a:t>phản</a:t>
            </a:r>
            <a:r>
              <a:rPr lang="en-US" altLang="vi-VN" sz="1800" dirty="0"/>
              <a:t> </a:t>
            </a:r>
            <a:r>
              <a:rPr lang="en-US" altLang="vi-VN" sz="1800" dirty="0" err="1"/>
              <a:t>hồi</a:t>
            </a:r>
            <a:r>
              <a:rPr lang="en-US" altLang="vi-VN" sz="1800" dirty="0"/>
              <a:t> </a:t>
            </a:r>
            <a:r>
              <a:rPr lang="en-US" altLang="vi-VN" sz="1800" dirty="0" err="1"/>
              <a:t>không</a:t>
            </a:r>
            <a:r>
              <a:rPr lang="en-US" altLang="vi-VN" sz="1800" dirty="0"/>
              <a:t> </a:t>
            </a:r>
            <a:r>
              <a:rPr lang="en-US" altLang="vi-VN" sz="1800" dirty="0" err="1"/>
              <a:t>theo</a:t>
            </a:r>
            <a:r>
              <a:rPr lang="en-US" altLang="vi-VN" sz="1800" dirty="0"/>
              <a:t> </a:t>
            </a:r>
            <a:r>
              <a:rPr lang="en-US" altLang="vi-VN" sz="1800" dirty="0" err="1"/>
              <a:t>mẫu</a:t>
            </a:r>
            <a:r>
              <a:rPr lang="en-US" altLang="vi-VN" sz="1800" dirty="0"/>
              <a:t> </a:t>
            </a:r>
            <a:r>
              <a:rPr lang="en-US" altLang="vi-VN" sz="1800" dirty="0" err="1"/>
              <a:t>hoặc</a:t>
            </a:r>
            <a:r>
              <a:rPr lang="en-US" altLang="vi-VN" sz="1800" dirty="0"/>
              <a:t> </a:t>
            </a:r>
            <a:r>
              <a:rPr lang="en-US" altLang="vi-VN" sz="1800" dirty="0" err="1"/>
              <a:t>dùng</a:t>
            </a:r>
            <a:r>
              <a:rPr lang="en-US" altLang="vi-VN" sz="1800" dirty="0"/>
              <a:t> thang </a:t>
            </a:r>
            <a:r>
              <a:rPr lang="en-US" altLang="vi-VN" sz="1800" dirty="0" err="1"/>
              <a:t>điểm</a:t>
            </a:r>
            <a:r>
              <a:rPr lang="en-US" altLang="vi-VN" sz="1800" dirty="0"/>
              <a:t>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984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vi-VN"/>
              <a:t>Một số lưu ý về đo tính dễ dùng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vi-VN"/>
              <a:t>Người thiết kế muốn làm tốt trên mọi phương diện, nhưng thường phải cân đối ở mức độ nào đó (trade-off) </a:t>
            </a:r>
          </a:p>
          <a:p>
            <a:pPr lvl="1" eaLnBrk="1" hangingPunct="1"/>
            <a:r>
              <a:rPr lang="en-US" altLang="vi-VN"/>
              <a:t>Ví dụ: </a:t>
            </a:r>
          </a:p>
          <a:p>
            <a:pPr lvl="2" eaLnBrk="1" hangingPunct="1"/>
            <a:r>
              <a:rPr lang="en-US" altLang="vi-VN"/>
              <a:t>Tốc độ thực hiện với thời gian học</a:t>
            </a:r>
          </a:p>
          <a:p>
            <a:pPr lvl="2" eaLnBrk="1" hangingPunct="1"/>
            <a:r>
              <a:rPr lang="en-US" altLang="vi-VN"/>
              <a:t>Tốc độ thực hiện với tỷ lệ lỗi</a:t>
            </a:r>
          </a:p>
          <a:p>
            <a:pPr eaLnBrk="1" hangingPunct="1"/>
            <a:r>
              <a:rPr lang="en-US" altLang="vi-VN"/>
              <a:t>Các thiết kế khác nhau cần được đánh giá bởi người thiết kế và người sử dụng thông qua các bản mẫu gần thật.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Arial" charset="0"/>
              </a:defRPr>
            </a:lvl1pPr>
            <a:lvl2pPr marL="742950" indent="-285750">
              <a:spcBef>
                <a:spcPct val="3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3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3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3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291B63-2F0E-4AD8-BB9A-97C6FA465AB0}" type="slidenum">
              <a:rPr lang="en-US" altLang="vi-VN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vi-VN" sz="1200"/>
          </a:p>
        </p:txBody>
      </p:sp>
    </p:spTree>
    <p:extLst>
      <p:ext uri="{BB962C8B-B14F-4D97-AF65-F5344CB8AC3E}">
        <p14:creationId xmlns:p14="http://schemas.microsoft.com/office/powerpoint/2010/main" val="259676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thiện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  <a:p>
            <a:pPr lvl="1"/>
            <a:r>
              <a:rPr lang="en-US" dirty="0"/>
              <a:t>E.g.,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,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chứ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.</a:t>
            </a:r>
          </a:p>
          <a:p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quán</a:t>
            </a:r>
            <a:endParaRPr lang="en-US" dirty="0"/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giống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(e.g.,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/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,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95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gây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ngờ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  <a:p>
            <a:pPr lvl="1"/>
            <a:r>
              <a:rPr lang="en-US" dirty="0"/>
              <a:t>E.g.,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</a:t>
            </a:r>
          </a:p>
          <a:p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hồi</a:t>
            </a:r>
            <a:endParaRPr lang="en-US" dirty="0"/>
          </a:p>
          <a:p>
            <a:pPr lvl="1"/>
            <a:r>
              <a:rPr lang="en-US" dirty="0"/>
              <a:t>Cho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quay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gây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(e.g., undo,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xóa</a:t>
            </a:r>
            <a:r>
              <a:rPr lang="en-US" dirty="0"/>
              <a:t>, …)</a:t>
            </a:r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(help, online manual)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18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sắc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sắc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nổi</a:t>
            </a:r>
            <a:r>
              <a:rPr lang="en-US" dirty="0"/>
              <a:t> </a:t>
            </a:r>
            <a:r>
              <a:rPr lang="en-US" dirty="0" err="1"/>
              <a:t>bật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endParaRPr lang="en-US" dirty="0"/>
          </a:p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  <a:p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quán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màu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702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(Error message)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endParaRPr lang="en-US" dirty="0"/>
          </a:p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,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,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quán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endParaRPr lang="en-US" dirty="0"/>
          </a:p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.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941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Ví</a:t>
            </a:r>
            <a:r>
              <a:rPr lang="en-US" altLang="en-US" dirty="0"/>
              <a:t> </a:t>
            </a:r>
            <a:r>
              <a:rPr lang="en-US" altLang="en-US" dirty="0" err="1"/>
              <a:t>dụ</a:t>
            </a:r>
            <a:r>
              <a:rPr lang="en-US" altLang="en-US" dirty="0"/>
              <a:t> - </a:t>
            </a:r>
            <a:r>
              <a:rPr lang="en-US" altLang="en-US" dirty="0" err="1"/>
              <a:t>lỗi</a:t>
            </a:r>
            <a:r>
              <a:rPr lang="en-US" altLang="en-US" dirty="0"/>
              <a:t> </a:t>
            </a:r>
            <a:r>
              <a:rPr lang="en-US" altLang="en-US" dirty="0" err="1"/>
              <a:t>nhập</a:t>
            </a:r>
            <a:r>
              <a:rPr lang="en-US" altLang="en-US" dirty="0"/>
              <a:t> </a:t>
            </a:r>
            <a:r>
              <a:rPr lang="en-US" altLang="en-US" dirty="0" err="1"/>
              <a:t>liệu</a:t>
            </a:r>
            <a:r>
              <a:rPr lang="en-US" altLang="en-US" dirty="0"/>
              <a:t> </a:t>
            </a:r>
            <a:r>
              <a:rPr lang="en-US" altLang="en-US" dirty="0" err="1"/>
              <a:t>từ</a:t>
            </a:r>
            <a:r>
              <a:rPr lang="en-US" altLang="en-US" dirty="0"/>
              <a:t> </a:t>
            </a:r>
            <a:r>
              <a:rPr lang="en-US" altLang="en-US" dirty="0" err="1"/>
              <a:t>người</a:t>
            </a:r>
            <a:r>
              <a:rPr lang="en-US" altLang="en-US" dirty="0"/>
              <a:t> </a:t>
            </a:r>
            <a:r>
              <a:rPr lang="en-US" altLang="en-US" dirty="0" err="1"/>
              <a:t>dùng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bệnh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ô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Patient’s name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1988" name="AutoShape 6"/>
          <p:cNvSpPr>
            <a:spLocks noChangeAspect="1" noChangeArrowheads="1" noTextEdit="1"/>
          </p:cNvSpPr>
          <p:nvPr/>
        </p:nvSpPr>
        <p:spPr bwMode="auto">
          <a:xfrm>
            <a:off x="1524000" y="3200400"/>
            <a:ext cx="61722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7" name="Rectangle 9"/>
          <p:cNvSpPr>
            <a:spLocks noChangeArrowheads="1"/>
          </p:cNvSpPr>
          <p:nvPr/>
        </p:nvSpPr>
        <p:spPr bwMode="auto">
          <a:xfrm>
            <a:off x="1547813" y="3224213"/>
            <a:ext cx="6124575" cy="22510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endParaRPr lang="vi-VN" altLang="en-US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37903" name="Rectangle 15"/>
          <p:cNvSpPr>
            <a:spLocks noChangeArrowheads="1"/>
          </p:cNvSpPr>
          <p:nvPr/>
        </p:nvSpPr>
        <p:spPr bwMode="auto">
          <a:xfrm>
            <a:off x="1790700" y="3394075"/>
            <a:ext cx="5638800" cy="3381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endParaRPr lang="vi-VN" altLang="en-US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1991" name="Rectangle 17"/>
          <p:cNvSpPr>
            <a:spLocks noChangeArrowheads="1"/>
          </p:cNvSpPr>
          <p:nvPr/>
        </p:nvSpPr>
        <p:spPr bwMode="auto">
          <a:xfrm>
            <a:off x="1911350" y="3417888"/>
            <a:ext cx="47053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r>
              <a:rPr lang="vi-VN" altLang="en-US" sz="1500">
                <a:solidFill>
                  <a:srgbClr val="000000"/>
                </a:solidFill>
                <a:latin typeface="Formata Medium"/>
              </a:rPr>
              <a:t>Please type the patient’s name in the box then click OK</a:t>
            </a:r>
            <a:endParaRPr lang="vi-VN" altLang="en-US"/>
          </a:p>
        </p:txBody>
      </p:sp>
      <p:sp>
        <p:nvSpPr>
          <p:cNvPr id="37909" name="Rectangle 21"/>
          <p:cNvSpPr>
            <a:spLocks noChangeArrowheads="1"/>
          </p:cNvSpPr>
          <p:nvPr/>
        </p:nvSpPr>
        <p:spPr bwMode="auto">
          <a:xfrm>
            <a:off x="1838325" y="4168775"/>
            <a:ext cx="5616575" cy="48418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endParaRPr lang="vi-VN" altLang="en-US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41993" name="Rectangle 23"/>
          <p:cNvSpPr>
            <a:spLocks noChangeArrowheads="1"/>
          </p:cNvSpPr>
          <p:nvPr/>
        </p:nvSpPr>
        <p:spPr bwMode="auto">
          <a:xfrm>
            <a:off x="1984375" y="4289425"/>
            <a:ext cx="12827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r>
              <a:rPr lang="vi-VN" altLang="en-US" sz="1500">
                <a:solidFill>
                  <a:srgbClr val="000000"/>
                </a:solidFill>
                <a:latin typeface="Formata Regular"/>
              </a:rPr>
              <a:t>MacDonald, R.</a:t>
            </a:r>
            <a:endParaRPr lang="vi-VN" altLang="en-US"/>
          </a:p>
        </p:txBody>
      </p:sp>
      <p:sp>
        <p:nvSpPr>
          <p:cNvPr id="41994" name="Rectangle 48"/>
          <p:cNvSpPr>
            <a:spLocks noChangeArrowheads="1"/>
          </p:cNvSpPr>
          <p:nvPr/>
        </p:nvSpPr>
        <p:spPr bwMode="auto">
          <a:xfrm>
            <a:off x="1862138" y="3902075"/>
            <a:ext cx="1936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r>
              <a:rPr lang="vi-VN" altLang="en-US" sz="1500">
                <a:solidFill>
                  <a:srgbClr val="000000"/>
                </a:solidFill>
                <a:latin typeface="Formata Medium"/>
              </a:rPr>
              <a:t>P</a:t>
            </a:r>
            <a:endParaRPr lang="vi-VN" altLang="en-US"/>
          </a:p>
        </p:txBody>
      </p:sp>
      <p:sp>
        <p:nvSpPr>
          <p:cNvPr id="41995" name="Rectangle 49"/>
          <p:cNvSpPr>
            <a:spLocks noChangeArrowheads="1"/>
          </p:cNvSpPr>
          <p:nvPr/>
        </p:nvSpPr>
        <p:spPr bwMode="auto">
          <a:xfrm>
            <a:off x="1984375" y="3902075"/>
            <a:ext cx="1138238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r>
              <a:rPr lang="vi-VN" altLang="en-US" sz="1500">
                <a:solidFill>
                  <a:srgbClr val="000000"/>
                </a:solidFill>
                <a:latin typeface="Formata Medium"/>
              </a:rPr>
              <a:t>atient’s name</a:t>
            </a:r>
            <a:endParaRPr lang="vi-VN" altLang="en-US"/>
          </a:p>
        </p:txBody>
      </p:sp>
      <p:sp>
        <p:nvSpPr>
          <p:cNvPr id="49" name="Oval 48"/>
          <p:cNvSpPr/>
          <p:nvPr/>
        </p:nvSpPr>
        <p:spPr>
          <a:xfrm>
            <a:off x="2786050" y="4929198"/>
            <a:ext cx="1643074" cy="428628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vi-VN" dirty="0"/>
              <a:t>OK</a:t>
            </a:r>
          </a:p>
        </p:txBody>
      </p:sp>
      <p:sp>
        <p:nvSpPr>
          <p:cNvPr id="50" name="Oval 49"/>
          <p:cNvSpPr/>
          <p:nvPr/>
        </p:nvSpPr>
        <p:spPr>
          <a:xfrm>
            <a:off x="4857752" y="4929198"/>
            <a:ext cx="1857388" cy="428628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vi-VN" dirty="0"/>
              <a:t>Cancel</a:t>
            </a:r>
          </a:p>
        </p:txBody>
      </p:sp>
    </p:spTree>
    <p:extLst>
      <p:ext uri="{BB962C8B-B14F-4D97-AF65-F5344CB8AC3E}">
        <p14:creationId xmlns:p14="http://schemas.microsoft.com/office/powerpoint/2010/main" val="15673561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Thiết</a:t>
            </a:r>
            <a:r>
              <a:rPr lang="en-US" altLang="en-US" dirty="0"/>
              <a:t> </a:t>
            </a:r>
            <a:r>
              <a:rPr lang="en-US" altLang="en-US" dirty="0" err="1"/>
              <a:t>kế</a:t>
            </a:r>
            <a:r>
              <a:rPr lang="en-US" altLang="en-US" dirty="0"/>
              <a:t> </a:t>
            </a:r>
            <a:r>
              <a:rPr lang="en-US" altLang="en-US" dirty="0" err="1"/>
              <a:t>thông</a:t>
            </a:r>
            <a:r>
              <a:rPr lang="en-US" altLang="en-US" dirty="0"/>
              <a:t> </a:t>
            </a:r>
            <a:r>
              <a:rPr lang="en-US" altLang="en-US" dirty="0" err="1"/>
              <a:t>báo</a:t>
            </a:r>
            <a:r>
              <a:rPr lang="en-US" altLang="en-US" dirty="0"/>
              <a:t> </a:t>
            </a:r>
            <a:r>
              <a:rPr lang="en-US" altLang="en-US" dirty="0" err="1"/>
              <a:t>lỗi</a:t>
            </a:r>
            <a:r>
              <a:rPr lang="en-US" altLang="en-US" dirty="0"/>
              <a:t> (</a:t>
            </a:r>
            <a:r>
              <a:rPr lang="en-US" altLang="en-US" dirty="0" err="1"/>
              <a:t>tồi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tốt</a:t>
            </a:r>
            <a:r>
              <a:rPr lang="en-US" altLang="en-US" dirty="0"/>
              <a:t>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auto">
          <a:xfrm>
            <a:off x="614363" y="2103438"/>
            <a:ext cx="3271837" cy="1685925"/>
          </a:xfrm>
          <a:prstGeom prst="rect">
            <a:avLst/>
          </a:prstGeom>
          <a:solidFill>
            <a:srgbClr val="8FD8F6"/>
          </a:solidFill>
          <a:ln w="12">
            <a:solidFill>
              <a:schemeClr val="tx1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endParaRPr lang="vi-VN" altLang="en-US"/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>
            <a:off x="4357688" y="3714750"/>
            <a:ext cx="4224337" cy="2063750"/>
          </a:xfrm>
          <a:prstGeom prst="rect">
            <a:avLst/>
          </a:prstGeom>
          <a:solidFill>
            <a:srgbClr val="8FD8F6"/>
          </a:solidFill>
          <a:ln w="12">
            <a:solidFill>
              <a:schemeClr val="tx1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endParaRPr lang="vi-VN" altLang="en-US"/>
          </a:p>
        </p:txBody>
      </p:sp>
      <p:sp>
        <p:nvSpPr>
          <p:cNvPr id="43013" name="Rectangle 35"/>
          <p:cNvSpPr>
            <a:spLocks noChangeArrowheads="1"/>
          </p:cNvSpPr>
          <p:nvPr/>
        </p:nvSpPr>
        <p:spPr bwMode="auto">
          <a:xfrm>
            <a:off x="642938" y="1714500"/>
            <a:ext cx="311303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r>
              <a:rPr lang="en-US" altLang="en-US" sz="1800" dirty="0" err="1">
                <a:solidFill>
                  <a:srgbClr val="000000"/>
                </a:solidFill>
                <a:latin typeface="Formata Medium"/>
              </a:rPr>
              <a:t>Thông</a:t>
            </a:r>
            <a:r>
              <a:rPr lang="en-US" altLang="en-US" sz="1800" dirty="0">
                <a:solidFill>
                  <a:srgbClr val="000000"/>
                </a:solidFill>
                <a:latin typeface="Formata Medium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Formata Medium"/>
              </a:rPr>
              <a:t>báo</a:t>
            </a:r>
            <a:r>
              <a:rPr lang="en-US" altLang="en-US" sz="1800" dirty="0">
                <a:solidFill>
                  <a:srgbClr val="000000"/>
                </a:solidFill>
                <a:latin typeface="Formata Medium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Formata Medium"/>
              </a:rPr>
              <a:t>lỗi</a:t>
            </a:r>
            <a:r>
              <a:rPr lang="en-US" altLang="en-US" sz="1800" dirty="0">
                <a:solidFill>
                  <a:srgbClr val="000000"/>
                </a:solidFill>
                <a:latin typeface="Formata Medium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Formata Medium"/>
              </a:rPr>
              <a:t>hướng</a:t>
            </a:r>
            <a:r>
              <a:rPr lang="en-US" altLang="en-US" sz="1800" dirty="0">
                <a:solidFill>
                  <a:srgbClr val="000000"/>
                </a:solidFill>
                <a:latin typeface="Formata Medium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Formata Medium"/>
              </a:rPr>
              <a:t>hệ</a:t>
            </a:r>
            <a:r>
              <a:rPr lang="en-US" altLang="en-US" sz="1800" dirty="0">
                <a:solidFill>
                  <a:srgbClr val="000000"/>
                </a:solidFill>
                <a:latin typeface="Formata Medium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Formata Medium"/>
              </a:rPr>
              <a:t>thống</a:t>
            </a:r>
            <a:endParaRPr lang="vi-VN" altLang="en-US" sz="3600" dirty="0"/>
          </a:p>
        </p:txBody>
      </p:sp>
      <p:sp>
        <p:nvSpPr>
          <p:cNvPr id="43014" name="Rectangle 38"/>
          <p:cNvSpPr>
            <a:spLocks noChangeArrowheads="1"/>
          </p:cNvSpPr>
          <p:nvPr/>
        </p:nvSpPr>
        <p:spPr bwMode="auto">
          <a:xfrm>
            <a:off x="5143500" y="3286125"/>
            <a:ext cx="340477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r>
              <a:rPr lang="en-US" altLang="en-US" sz="1800" dirty="0" err="1">
                <a:solidFill>
                  <a:srgbClr val="000000"/>
                </a:solidFill>
                <a:latin typeface="Formata Medium"/>
              </a:rPr>
              <a:t>Thông</a:t>
            </a:r>
            <a:r>
              <a:rPr lang="en-US" altLang="en-US" sz="1800" dirty="0">
                <a:solidFill>
                  <a:srgbClr val="000000"/>
                </a:solidFill>
                <a:latin typeface="Formata Medium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Formata Medium"/>
              </a:rPr>
              <a:t>báo</a:t>
            </a:r>
            <a:r>
              <a:rPr lang="en-US" altLang="en-US" sz="1800" dirty="0">
                <a:solidFill>
                  <a:srgbClr val="000000"/>
                </a:solidFill>
                <a:latin typeface="Formata Medium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Formata Medium"/>
              </a:rPr>
              <a:t>lỗi</a:t>
            </a:r>
            <a:r>
              <a:rPr lang="en-US" altLang="en-US" sz="1800" dirty="0">
                <a:solidFill>
                  <a:srgbClr val="000000"/>
                </a:solidFill>
                <a:latin typeface="Formata Medium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Formata Medium"/>
              </a:rPr>
              <a:t>hướng</a:t>
            </a:r>
            <a:r>
              <a:rPr lang="en-US" altLang="en-US" sz="1800" dirty="0">
                <a:solidFill>
                  <a:srgbClr val="000000"/>
                </a:solidFill>
                <a:latin typeface="Formata Medium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Formata Medium"/>
              </a:rPr>
              <a:t>người</a:t>
            </a:r>
            <a:r>
              <a:rPr lang="en-US" altLang="en-US" sz="1800" dirty="0">
                <a:solidFill>
                  <a:srgbClr val="000000"/>
                </a:solidFill>
                <a:latin typeface="Formata Medium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Formata Medium"/>
              </a:rPr>
              <a:t>dùng</a:t>
            </a:r>
            <a:endParaRPr lang="vi-VN" altLang="en-US" sz="3600" dirty="0"/>
          </a:p>
        </p:txBody>
      </p:sp>
      <p:sp>
        <p:nvSpPr>
          <p:cNvPr id="38967" name="AutoShape 55"/>
          <p:cNvSpPr>
            <a:spLocks noChangeArrowheads="1"/>
          </p:cNvSpPr>
          <p:nvPr/>
        </p:nvSpPr>
        <p:spPr bwMode="auto">
          <a:xfrm>
            <a:off x="4695823" y="5143502"/>
            <a:ext cx="852488" cy="396875"/>
          </a:xfrm>
          <a:prstGeom prst="roundRect">
            <a:avLst>
              <a:gd name="adj" fmla="val 50000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 eaLnBrk="0" hangingPunct="0">
              <a:defRPr/>
            </a:pPr>
            <a:r>
              <a:rPr lang="vi-VN" sz="1200" dirty="0">
                <a:solidFill>
                  <a:schemeClr val="tx1"/>
                </a:solidFill>
              </a:rPr>
              <a:t>Patients</a:t>
            </a:r>
          </a:p>
        </p:txBody>
      </p:sp>
      <p:sp>
        <p:nvSpPr>
          <p:cNvPr id="38971" name="AutoShape 59"/>
          <p:cNvSpPr>
            <a:spLocks noChangeArrowheads="1"/>
          </p:cNvSpPr>
          <p:nvPr/>
        </p:nvSpPr>
        <p:spPr bwMode="auto">
          <a:xfrm>
            <a:off x="5705473" y="5143502"/>
            <a:ext cx="754063" cy="396875"/>
          </a:xfrm>
          <a:prstGeom prst="roundRect">
            <a:avLst>
              <a:gd name="adj" fmla="val 50000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 eaLnBrk="0" hangingPunct="0">
              <a:defRPr/>
            </a:pPr>
            <a:r>
              <a:rPr lang="vi-VN" sz="1200" dirty="0">
                <a:solidFill>
                  <a:schemeClr val="tx1"/>
                </a:solidFill>
              </a:rPr>
              <a:t>Help</a:t>
            </a:r>
          </a:p>
        </p:txBody>
      </p:sp>
      <p:sp>
        <p:nvSpPr>
          <p:cNvPr id="38974" name="AutoShape 62"/>
          <p:cNvSpPr>
            <a:spLocks noChangeArrowheads="1"/>
          </p:cNvSpPr>
          <p:nvPr/>
        </p:nvSpPr>
        <p:spPr bwMode="auto">
          <a:xfrm>
            <a:off x="6638923" y="5143512"/>
            <a:ext cx="773113" cy="396875"/>
          </a:xfrm>
          <a:prstGeom prst="roundRect">
            <a:avLst>
              <a:gd name="adj" fmla="val 50000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 eaLnBrk="0" hangingPunct="0">
              <a:defRPr/>
            </a:pPr>
            <a:r>
              <a:rPr lang="vi-VN" sz="1200" dirty="0">
                <a:solidFill>
                  <a:schemeClr val="tx1"/>
                </a:solidFill>
              </a:rPr>
              <a:t>Retry</a:t>
            </a:r>
          </a:p>
        </p:txBody>
      </p:sp>
      <p:sp>
        <p:nvSpPr>
          <p:cNvPr id="38978" name="AutoShape 66"/>
          <p:cNvSpPr>
            <a:spLocks noChangeArrowheads="1"/>
          </p:cNvSpPr>
          <p:nvPr/>
        </p:nvSpPr>
        <p:spPr bwMode="auto">
          <a:xfrm>
            <a:off x="7589836" y="5143502"/>
            <a:ext cx="773113" cy="396875"/>
          </a:xfrm>
          <a:prstGeom prst="roundRect">
            <a:avLst>
              <a:gd name="adj" fmla="val 50000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 eaLnBrk="0" hangingPunct="0">
              <a:defRPr/>
            </a:pPr>
            <a:r>
              <a:rPr lang="vi-VN" sz="1200" dirty="0">
                <a:solidFill>
                  <a:schemeClr val="tx1"/>
                </a:solidFill>
              </a:rPr>
              <a:t>Cancel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59313" y="3937000"/>
            <a:ext cx="3714750" cy="107156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eaLnBrk="0" hangingPunct="0">
              <a:defRPr/>
            </a:pPr>
            <a:r>
              <a:rPr lang="vi-VN" sz="1400" dirty="0"/>
              <a:t>R. MacDonalk is not a registered patient</a:t>
            </a:r>
          </a:p>
          <a:p>
            <a:pPr eaLnBrk="0" hangingPunct="0">
              <a:defRPr/>
            </a:pPr>
            <a:r>
              <a:rPr lang="vi-VN" sz="1400" dirty="0"/>
              <a:t>Click on Patients for a list of patients</a:t>
            </a:r>
          </a:p>
          <a:p>
            <a:pPr eaLnBrk="0" hangingPunct="0">
              <a:defRPr/>
            </a:pPr>
            <a:r>
              <a:rPr lang="vi-VN" sz="1400" dirty="0"/>
              <a:t>Click on Retry to re-input the patient’s name</a:t>
            </a:r>
          </a:p>
          <a:p>
            <a:pPr eaLnBrk="0" hangingPunct="0">
              <a:defRPr/>
            </a:pPr>
            <a:r>
              <a:rPr lang="vi-VN" sz="1400" dirty="0"/>
              <a:t>Click on Help for more information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785938" y="2286000"/>
            <a:ext cx="1857375" cy="7143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pPr algn="ctr"/>
            <a:r>
              <a:rPr lang="vi-VN" altLang="en-US" sz="1400">
                <a:solidFill>
                  <a:srgbClr val="000000"/>
                </a:solidFill>
                <a:latin typeface="Arial" pitchFamily="34" charset="0"/>
              </a:rPr>
              <a:t>Error #27</a:t>
            </a:r>
          </a:p>
          <a:p>
            <a:pPr algn="ctr"/>
            <a:endParaRPr lang="vi-VN" altLang="en-US" sz="1400">
              <a:solidFill>
                <a:srgbClr val="000000"/>
              </a:solidFill>
              <a:latin typeface="Arial" pitchFamily="34" charset="0"/>
            </a:endParaRPr>
          </a:p>
          <a:p>
            <a:pPr algn="ctr"/>
            <a:r>
              <a:rPr lang="vi-VN" altLang="en-US" sz="1400">
                <a:solidFill>
                  <a:srgbClr val="000000"/>
                </a:solidFill>
                <a:latin typeface="Arial" pitchFamily="34" charset="0"/>
              </a:rPr>
              <a:t>Invalid Patient id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7250" y="2286000"/>
            <a:ext cx="642938" cy="7143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>
              <a:defRPr/>
            </a:pPr>
            <a:r>
              <a:rPr lang="vi-VN" sz="6000" dirty="0"/>
              <a:t>?</a:t>
            </a:r>
          </a:p>
        </p:txBody>
      </p:sp>
      <p:sp>
        <p:nvSpPr>
          <p:cNvPr id="71" name="AutoShape 62"/>
          <p:cNvSpPr>
            <a:spLocks noChangeArrowheads="1"/>
          </p:cNvSpPr>
          <p:nvPr/>
        </p:nvSpPr>
        <p:spPr bwMode="auto">
          <a:xfrm>
            <a:off x="1142976" y="3214686"/>
            <a:ext cx="773113" cy="396875"/>
          </a:xfrm>
          <a:prstGeom prst="roundRect">
            <a:avLst>
              <a:gd name="adj" fmla="val 50000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 eaLnBrk="0" hangingPunct="0">
              <a:defRPr/>
            </a:pPr>
            <a:r>
              <a:rPr lang="vi-VN" sz="1200" dirty="0">
                <a:solidFill>
                  <a:schemeClr val="tx1"/>
                </a:solidFill>
              </a:rPr>
              <a:t>OK</a:t>
            </a:r>
          </a:p>
        </p:txBody>
      </p:sp>
      <p:sp>
        <p:nvSpPr>
          <p:cNvPr id="72" name="AutoShape 66"/>
          <p:cNvSpPr>
            <a:spLocks noChangeArrowheads="1"/>
          </p:cNvSpPr>
          <p:nvPr/>
        </p:nvSpPr>
        <p:spPr bwMode="auto">
          <a:xfrm>
            <a:off x="2571736" y="3214686"/>
            <a:ext cx="773113" cy="396875"/>
          </a:xfrm>
          <a:prstGeom prst="roundRect">
            <a:avLst>
              <a:gd name="adj" fmla="val 50000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 eaLnBrk="0" hangingPunct="0">
              <a:defRPr/>
            </a:pPr>
            <a:r>
              <a:rPr lang="vi-VN" sz="1200" dirty="0">
                <a:solidFill>
                  <a:schemeClr val="tx1"/>
                </a:solidFill>
              </a:rPr>
              <a:t>Cancel</a:t>
            </a:r>
          </a:p>
        </p:txBody>
      </p:sp>
    </p:spTree>
    <p:extLst>
      <p:ext uri="{BB962C8B-B14F-4D97-AF65-F5344CB8AC3E}">
        <p14:creationId xmlns:p14="http://schemas.microsoft.com/office/powerpoint/2010/main" val="3163572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79385-03C6-1C74-D868-36AD4C142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thực hành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C59B1-3AAD-684E-9F1E-B70605663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Thiết kế giao diện đặt hàng trong một website bán hàng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62962-CCC6-FF5E-9B8E-09C9B8904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82C011-46D6-072B-1FEC-08448CA8C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AE22A-7EC9-0D0B-F8DF-EF626D5EF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về nhà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D528F-404F-5948-3B6A-63BE7F8C4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Tìm hiểu và chuẩn bị slide trình bày về các phương pháp đảm bảo chất lượng mã nguồn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7420C2-363B-FE66-08E5-DF0C918BB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604076-AF19-7677-F43C-F955BE8C4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2302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góp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endParaRPr lang="en-US" dirty="0"/>
          </a:p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.</a:t>
            </a:r>
          </a:p>
          <a:p>
            <a:r>
              <a:rPr lang="en-US" dirty="0"/>
              <a:t>Hai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,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/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,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.</a:t>
            </a:r>
          </a:p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97701"/>
      </p:ext>
    </p:extLst>
  </p:cSld>
  <p:clrMapOvr>
    <a:masterClrMapping/>
  </p:clrMapOvr>
</p:sld>
</file>

<file path=ppt/theme/theme1.xml><?xml version="1.0" encoding="utf-8"?>
<a:theme xmlns:a="http://schemas.openxmlformats.org/drawingml/2006/main" name="1_SE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905</TotalTime>
  <Words>1669</Words>
  <Application>Microsoft Office PowerPoint</Application>
  <PresentationFormat>On-screen Show (4:3)</PresentationFormat>
  <Paragraphs>185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Formata Medium</vt:lpstr>
      <vt:lpstr>Formata Regular</vt:lpstr>
      <vt:lpstr>1_SE</vt:lpstr>
      <vt:lpstr>Thiết kế giao diện người dùng </vt:lpstr>
      <vt:lpstr>Nội dung</vt:lpstr>
      <vt:lpstr>Giao diện người dùng</vt:lpstr>
      <vt:lpstr>Tầm quan trọng của thiết kế giao diện người dùng</vt:lpstr>
      <vt:lpstr>Đầu vào, đầu ra của thiết kế UI</vt:lpstr>
      <vt:lpstr>Yếu tố con người trong thiết kế UI</vt:lpstr>
      <vt:lpstr>Yếu tố con người trong thiết kế UI</vt:lpstr>
      <vt:lpstr>Các bước</vt:lpstr>
      <vt:lpstr>2 phần cần xem xét khi thiết kế UI</vt:lpstr>
      <vt:lpstr>Một số kiểu tương tác</vt:lpstr>
      <vt:lpstr>Các yếu tố hiển thị thông tin</vt:lpstr>
      <vt:lpstr>Ví dụ- một số cách hiển thị thông tin</vt:lpstr>
      <vt:lpstr>Ví dụ- một số cách hiển thị thông tin</vt:lpstr>
      <vt:lpstr>Một số phương pháp mô tả thiết kế UI</vt:lpstr>
      <vt:lpstr>Ví dụ: biểu đồ chuyển đổi màn hình </vt:lpstr>
      <vt:lpstr>Đo tính dễ dùng: các phép đo trực tiếp</vt:lpstr>
      <vt:lpstr>Một số lưu ý về đo tính dễ dùng</vt:lpstr>
      <vt:lpstr>Nguyên tắc thiết kế UI</vt:lpstr>
      <vt:lpstr>Nguyên tắc thiết kế UI</vt:lpstr>
      <vt:lpstr>Sử dụng màu sắc trong thiết kế UI</vt:lpstr>
      <vt:lpstr>Thông báo lỗi (Error message)</vt:lpstr>
      <vt:lpstr>Ví dụ - lỗi nhập liệu từ người dùng</vt:lpstr>
      <vt:lpstr>Thiết kế thông báo lỗi (tồi và tốt)</vt:lpstr>
      <vt:lpstr>Bài tập thực hành</vt:lpstr>
      <vt:lpstr>Bài tập về nhà</vt:lpstr>
      <vt:lpstr>Tổng kết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Thiết kế hướng đối tượng</dc:title>
  <dc:creator>dse</dc:creator>
  <cp:lastModifiedBy>Trần Hoàng Việt</cp:lastModifiedBy>
  <cp:revision>212</cp:revision>
  <dcterms:created xsi:type="dcterms:W3CDTF">2006-08-16T00:00:00Z</dcterms:created>
  <dcterms:modified xsi:type="dcterms:W3CDTF">2026-02-13T07:42:58Z</dcterms:modified>
</cp:coreProperties>
</file>