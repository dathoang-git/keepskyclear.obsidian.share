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1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29.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5.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34.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6.xml" ContentType="application/vnd.openxmlformats-officedocument.presentationml.slide+xml"/>
  <Override PartName="/ppt/slides/slide18.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slide37.xml" ContentType="application/vnd.openxmlformats-officedocument.presentationml.slide+xml"/>
  <Override PartName="/ppt/slides/slide24.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9.xml" ContentType="application/vnd.openxmlformats-officedocument.presentationml.slide+xml"/>
  <Override PartName="/ppt/slides/slide19.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3.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notesSlides/notesSlide19.xml" ContentType="application/vnd.openxmlformats-officedocument.presentationml.notesSlide+xml"/>
  <Override PartName="/ppt/notesSlides/notesSlide32.xml" ContentType="application/vnd.openxmlformats-officedocument.presentationml.notesSlide+xml"/>
  <Override PartName="/ppt/notesSlides/notesSlide10.xml" ContentType="application/vnd.openxmlformats-officedocument.presentationml.notesSlide+xml"/>
  <Override PartName="/ppt/notesSlides/notesSlide22.xml" ContentType="application/vnd.openxmlformats-officedocument.presentationml.notesSlide+xml"/>
  <Override PartName="/ppt/notesSlides/notesSlide6.xml" ContentType="application/vnd.openxmlformats-officedocument.presentationml.notesSlide+xml"/>
  <Override PartName="/ppt/notesSlides/notesSlide15.xml" ContentType="application/vnd.openxmlformats-officedocument.presentationml.notesSlide+xml"/>
  <Override PartName="/ppt/notesSlides/notesSlide23.xml" ContentType="application/vnd.openxmlformats-officedocument.presentationml.notesSlide+xml"/>
  <Override PartName="/ppt/notesSlides/notesSlide16.xml" ContentType="application/vnd.openxmlformats-officedocument.presentationml.notesSlide+xml"/>
  <Override PartName="/ppt/notesSlides/notesSlide27.xml" ContentType="application/vnd.openxmlformats-officedocument.presentationml.notesSlide+xml"/>
  <Override PartName="/ppt/notesSlides/notesSlide30.xml" ContentType="application/vnd.openxmlformats-officedocument.presentationml.notesSlide+xml"/>
  <Override PartName="/ppt/notesSlides/notesSlide28.xml" ContentType="application/vnd.openxmlformats-officedocument.presentationml.notesSlide+xml"/>
  <Override PartName="/ppt/notesSlides/notesSlide21.xml" ContentType="application/vnd.openxmlformats-officedocument.presentationml.notesSlide+xml"/>
  <Override PartName="/ppt/notesSlides/notesSlide7.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29.xml" ContentType="application/vnd.openxmlformats-officedocument.presentationml.notesSlide+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38.xml" ContentType="application/vnd.openxmlformats-officedocument.presentationml.notesSlide+xml"/>
  <Override PartName="/ppt/notesSlides/notesSlide1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Lst>
  <p:sldSz cx="9105900" cy="6832600"/>
  <p:notesSz cx="6858000" cy="9766300"/>
</p:presentation>
</file>

<file path=ppt/presProps.xml><?xml version="1.0" encoding="utf-8"?>
<p:presentationPr xmlns:a="http://schemas.openxmlformats.org/drawingml/2006/main" xmlns:p="http://schemas.openxmlformats.org/presentationml/2006/main" xmlns:r="http://schemas.openxmlformats.org/officeDocument/2006/relationships">
  <p:showPr useTimings="0"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lang="en-GB" sz="2400" b="0" u="none" strike="noStrike">
                <a:solidFill>
                  <a:schemeClr val="dk1"/>
                </a:solidFill>
                <a:effectLst/>
                <a:uFillTx/>
                <a:latin typeface="Times New Roman"/>
              </a:rPr>
              <a:t>Click to move the slide</a:t>
            </a:r>
            <a:endParaRPr lang="en-GB" sz="2400" b="0" u="none" strike="noStrike">
              <a:solidFill>
                <a:schemeClr val="dk1"/>
              </a:solidFill>
              <a:effectLst/>
              <a:uFillTx/>
              <a:latin typeface="Times New Roman"/>
            </a:endParaRPr>
          </a:p>
        </p:txBody>
      </p:sp>
      <p:sp>
        <p:nvSpPr>
          <p:cNvPr id="6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9"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70"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71"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72"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EC18BE42-256C-4E91-8437-9AF021AF5C57}"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type="sldNum" idx="111"/>
          </p:nvPr>
        </p:nvSpPr>
        <p:spPr>
          <a:xfrm>
            <a:off x="3884400" y="9276840"/>
            <a:ext cx="2971800" cy="487440"/>
          </a:xfrm>
          <a:prstGeom prst="rect">
            <a:avLst/>
          </a:prstGeom>
          <a:noFill/>
          <a:ln w="0">
            <a:noFill/>
          </a:ln>
        </p:spPr>
        <p:txBody>
          <a:bodyPr lIns="90000" rIns="90000" tIns="45000" bIns="45000" anchor="t">
            <a:noAutofit/>
          </a:bodyPr>
          <a:lstStyle>
            <a:lvl1pPr indent="0">
              <a:lnSpc>
                <a:spcPct val="100000"/>
              </a:lnSpc>
              <a:buNone/>
              <a:defRPr lang="en-US" sz="1300" b="0" u="none" strike="noStrike">
                <a:solidFill>
                  <a:schemeClr val="dk1"/>
                </a:solidFill>
                <a:effectLst/>
                <a:uFillTx/>
                <a:latin typeface="Arial"/>
                <a:ea typeface="ＭＳ Ｐゴシック"/>
              </a:defRPr>
            </a:lvl1pPr>
          </a:lstStyle>
          <a:p>
            <a:pPr indent="0">
              <a:lnSpc>
                <a:spcPct val="100000"/>
              </a:lnSpc>
              <a:buNone/>
            </a:pPr>
            <a:fld id="{FEA788A8-73E8-433E-BE0E-8DDA284B122F}" type="slidenum">
              <a:rPr lang="en-US" sz="1300" b="0" u="none" strike="noStrike">
                <a:solidFill>
                  <a:schemeClr val="dk1"/>
                </a:solidFill>
                <a:effectLst/>
                <a:uFillTx/>
                <a:latin typeface="Arial"/>
                <a:ea typeface="ＭＳ Ｐゴシック"/>
              </a:rPr>
              <a:t>&lt;number&gt;</a:t>
            </a:fld>
            <a:endParaRPr lang="en-US" sz="1300" b="0" u="none" strike="noStrike">
              <a:solidFill>
                <a:srgbClr val="000000"/>
              </a:solidFill>
              <a:effectLst/>
              <a:uFillTx/>
              <a:latin typeface="Times New Roman"/>
            </a:endParaRPr>
          </a:p>
        </p:txBody>
      </p:sp>
      <p:sp>
        <p:nvSpPr>
          <p:cNvPr id="252" name="PlaceHolder 2"/>
          <p:cNvSpPr>
            <a:spLocks noGrp="1"/>
          </p:cNvSpPr>
          <p:nvPr>
            <p:ph type="sldImg"/>
          </p:nvPr>
        </p:nvSpPr>
        <p:spPr>
          <a:xfrm>
            <a:off x="1152360" y="853920"/>
            <a:ext cx="4552560" cy="3416040"/>
          </a:xfrm>
          <a:prstGeom prst="rect">
            <a:avLst/>
          </a:prstGeom>
          <a:ln w="0">
            <a:noFill/>
          </a:ln>
        </p:spPr>
      </p:sp>
      <p:sp>
        <p:nvSpPr>
          <p:cNvPr id="253" name="PlaceHolder 3"/>
          <p:cNvSpPr>
            <a:spLocks noGrp="1"/>
          </p:cNvSpPr>
          <p:nvPr>
            <p:ph type="body"/>
          </p:nvPr>
        </p:nvSpPr>
        <p:spPr>
          <a:xfrm>
            <a:off x="914400" y="4641840"/>
            <a:ext cx="5028840" cy="4114440"/>
          </a:xfrm>
          <a:prstGeom prst="rect">
            <a:avLst/>
          </a:prstGeom>
          <a:noFill/>
          <a:ln w="0">
            <a:noFill/>
          </a:ln>
        </p:spPr>
        <p:txBody>
          <a:bodyPr numCol="1" spcCol="0" lIns="90360" rIns="90360" tIns="44280" bIns="44280" anchor="t">
            <a:noAutofit/>
          </a:bodyPr>
          <a:p>
            <a:pPr indent="0">
              <a:lnSpc>
                <a:spcPct val="100000"/>
              </a:lnSpc>
              <a:buNone/>
            </a:pPr>
            <a:r>
              <a:rPr lang="en-US" sz="2000" b="0" u="none" strike="noStrike">
                <a:solidFill>
                  <a:srgbClr val="000000"/>
                </a:solidFill>
                <a:effectLst/>
                <a:uFillTx/>
                <a:latin typeface="Arial"/>
              </a:rPr>
              <a:t>Có nhiều nhận định khác nhau về định nghĩa kiến trúc phần mềm. Richard Taylor và đồng nghiệp cho rằng “KTPM là một tập các quyết định thiết kế quan trọng về hệ thống”. Là bản thiết kế cho việc xây dựng và tiến hóa phần mềm. Các quyết định thiết kế bao gồm nhiều khía cạnh của hệ thống đang được phát triển: Cấu trúc, Hành vi, Tương tác, Thuộc tính chất lượng</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PlaceHolder 1"/>
          <p:cNvSpPr>
            <a:spLocks noGrp="1"/>
          </p:cNvSpPr>
          <p:nvPr>
            <p:ph type="sldImg"/>
          </p:nvPr>
        </p:nvSpPr>
        <p:spPr>
          <a:xfrm>
            <a:off x="1152360" y="853920"/>
            <a:ext cx="4552560" cy="3416040"/>
          </a:xfrm>
          <a:prstGeom prst="rect">
            <a:avLst/>
          </a:prstGeom>
          <a:ln w="0">
            <a:noFill/>
          </a:ln>
        </p:spPr>
      </p:sp>
      <p:sp>
        <p:nvSpPr>
          <p:cNvPr id="255" name="PlaceHolder 2"/>
          <p:cNvSpPr>
            <a:spLocks noGrp="1"/>
          </p:cNvSpPr>
          <p:nvPr>
            <p:ph type="body"/>
          </p:nvPr>
        </p:nvSpPr>
        <p:spPr>
          <a:xfrm>
            <a:off x="914400" y="4641840"/>
            <a:ext cx="5028840" cy="4114440"/>
          </a:xfrm>
          <a:prstGeom prst="rect">
            <a:avLst/>
          </a:prstGeom>
          <a:noFill/>
          <a:ln w="0">
            <a:noFill/>
          </a:ln>
        </p:spPr>
        <p:txBody>
          <a:bodyPr numCol="1" spcCol="0" lIns="90360" rIns="90360" tIns="44280" bIns="44280" anchor="t">
            <a:noAutofit/>
          </a:bodyPr>
          <a:p>
            <a:pPr indent="0">
              <a:lnSpc>
                <a:spcPct val="100000"/>
              </a:lnSpc>
              <a:buNone/>
            </a:pPr>
            <a:r>
              <a:rPr lang="en-US" sz="2000" b="0" u="none" strike="noStrike">
                <a:solidFill>
                  <a:srgbClr val="000000"/>
                </a:solidFill>
                <a:effectLst/>
                <a:uFillTx/>
                <a:latin typeface="Arial"/>
              </a:rPr>
              <a:t>Len Bass và đồng nghiệp cũng đưa ra định nghĩa cho kiến trúc phần mềm “kiến trúc phần mềm của một hệ thống là tập các cấu trúc cần thiết để suy luận về hệ thống, bao gồm các phần tử phần mềm, mối quan hệ giữa các phần tử và các thuộc tính của các phần tử cũng như mối quan hệ”.</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Ngoài ra, Viện Kỹ nghệ phần mềm của Trường ĐH Carnegie Mellon cũng duy trì một danh sách các định nghĩa do các nhà khoa học đưa ra. Trong môn học này chúng ta sẽ sử dụng định nghĩa của Len Bass và đồng nghiệp</a:t>
            </a:r>
            <a:endParaRPr lang="en-US" sz="2000" b="0" u="none" strike="noStrik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PlaceHolder 1"/>
          <p:cNvSpPr>
            <a:spLocks noGrp="1"/>
          </p:cNvSpPr>
          <p:nvPr>
            <p:ph type="sldImg"/>
          </p:nvPr>
        </p:nvSpPr>
        <p:spPr>
          <a:xfrm>
            <a:off x="1152360" y="853920"/>
            <a:ext cx="4552560" cy="3416040"/>
          </a:xfrm>
          <a:prstGeom prst="rect">
            <a:avLst/>
          </a:prstGeom>
          <a:ln w="0">
            <a:noFill/>
          </a:ln>
        </p:spPr>
      </p:sp>
      <p:sp>
        <p:nvSpPr>
          <p:cNvPr id="257" name="PlaceHolder 2"/>
          <p:cNvSpPr>
            <a:spLocks noGrp="1"/>
          </p:cNvSpPr>
          <p:nvPr>
            <p:ph type="body"/>
          </p:nvPr>
        </p:nvSpPr>
        <p:spPr>
          <a:xfrm>
            <a:off x="914400" y="4641840"/>
            <a:ext cx="5028840" cy="4114440"/>
          </a:xfrm>
          <a:prstGeom prst="rect">
            <a:avLst/>
          </a:prstGeom>
          <a:noFill/>
          <a:ln w="0">
            <a:noFill/>
          </a:ln>
        </p:spPr>
        <p:txBody>
          <a:bodyPr numCol="1" spcCol="0" lIns="90360" rIns="90360" tIns="44280" bIns="44280" anchor="t">
            <a:noAutofit/>
          </a:bodyPr>
          <a:p>
            <a:pPr indent="0">
              <a:lnSpc>
                <a:spcPct val="100000"/>
              </a:lnSpc>
              <a:buNone/>
            </a:pPr>
            <a:r>
              <a:rPr lang="en-US" sz="2000" b="0" u="none" strike="noStrike">
                <a:solidFill>
                  <a:srgbClr val="000000"/>
                </a:solidFill>
                <a:effectLst/>
                <a:uFillTx/>
                <a:latin typeface="Arial"/>
              </a:rPr>
              <a:t>Hỗ trợ cho giao tiếp giữa các bên liên quan (stakeholders): bên liên quan thường là người dùng hệ thống, kiến trúc sư phần mềm, quản lý dự án, đại diện bên sử dụng,…</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Xác định các ràng buộc cho việc hiện thực hóa: kiến trúc phần mềm là bản thiết kế mức cao của hệ thống, những thiết kế chi tiết về sau sẽ được thực hiện dựa trên những ràng buộc có trong kiến trúc phần mềm</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Dự đoán chất lượng hệ thống: kiến trúc phần mềm cho phép chúng ta dự đoán một số tính chất của hệ thống (an ninh, hiệu năng,…)</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Nâng cao độ chính xác của việc dự đoán chi phí và thời gian xây dựng hệ thống: Kiến trúc phần mềm giúp các nhà phát triển hình dung chính xác về các phần việc cần thực hiện để xây dựng hệ thống, việc dự đoán về chi phí và thời gian thực hiện sẽ chính xác hơn</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PlaceHolder 1"/>
          <p:cNvSpPr>
            <a:spLocks noGrp="1"/>
          </p:cNvSpPr>
          <p:nvPr>
            <p:ph type="sldImg"/>
          </p:nvPr>
        </p:nvSpPr>
        <p:spPr>
          <a:xfrm>
            <a:off x="1152360" y="853920"/>
            <a:ext cx="4552560" cy="3416040"/>
          </a:xfrm>
          <a:prstGeom prst="rect">
            <a:avLst/>
          </a:prstGeom>
          <a:ln w="0">
            <a:noFill/>
          </a:ln>
        </p:spPr>
      </p:sp>
      <p:sp>
        <p:nvSpPr>
          <p:cNvPr id="259" name="PlaceHolder 2"/>
          <p:cNvSpPr>
            <a:spLocks noGrp="1"/>
          </p:cNvSpPr>
          <p:nvPr>
            <p:ph type="body"/>
          </p:nvPr>
        </p:nvSpPr>
        <p:spPr>
          <a:xfrm>
            <a:off x="914400" y="4641840"/>
            <a:ext cx="5028840" cy="4114440"/>
          </a:xfrm>
          <a:prstGeom prst="rect">
            <a:avLst/>
          </a:prstGeom>
          <a:noFill/>
          <a:ln w="0">
            <a:noFill/>
          </a:ln>
        </p:spPr>
        <p:txBody>
          <a:bodyPr numCol="1" spcCol="0" lIns="90360" rIns="90360" tIns="44280" bIns="44280" anchor="t">
            <a:noAutofit/>
          </a:bodyPr>
          <a:p>
            <a:pPr indent="0">
              <a:lnSpc>
                <a:spcPct val="100000"/>
              </a:lnSpc>
              <a:buNone/>
            </a:pPr>
            <a:r>
              <a:rPr lang="en-US" sz="2000" b="0" u="none" strike="noStrike">
                <a:solidFill>
                  <a:srgbClr val="000000"/>
                </a:solidFill>
                <a:effectLst/>
                <a:uFillTx/>
                <a:latin typeface="Arial"/>
              </a:rPr>
              <a:t>Cấu trúc mô đun: Thể hiện hệ thống là tập các phần mã nguồn (classes, layers,…). Trả lời các câu hỏi: Các chức năng chính của từng mô đun là gì? Mối quan hệ phụ thuộc giữa các mô đun.</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Cấu trúc thành phần – kết nối: Thể hiện các thành phần của hệ thống và sự tương tác giữa các thành phần trong thời gian thực thi (runtime). Trả lời các câu hỏi: Thành phần nào là thành phần chính và tương tác với các thành phần khác như thế nào? Phần nào của hệ thống sẽ được nhân bản (duplicated)? Dữ liệu được xử lý trong hệ thống như thế nào? Những phần nào có thể chạy song song?</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Cấu trúc phân phối: Thể hiện mối quan hệ giữa phần mềm và các phần khác (CPU, file systems, networks,…) trong hệ thống. Trả lời các câu hỏi: Thành phần nào sẽ chạy trên bộ xử lý nào? Các mô đun sẽ được lưu trữ trên thư mục, file nào? Các mô đun được phân công cho đội phát triển như thế nào?</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PlaceHolder 1"/>
          <p:cNvSpPr>
            <a:spLocks noGrp="1"/>
          </p:cNvSpPr>
          <p:nvPr>
            <p:ph type="sldImg"/>
          </p:nvPr>
        </p:nvSpPr>
        <p:spPr>
          <a:xfrm>
            <a:off x="1152360" y="853920"/>
            <a:ext cx="4552560" cy="3416040"/>
          </a:xfrm>
          <a:prstGeom prst="rect">
            <a:avLst/>
          </a:prstGeom>
          <a:ln w="0">
            <a:noFill/>
          </a:ln>
        </p:spPr>
      </p:sp>
      <p:sp>
        <p:nvSpPr>
          <p:cNvPr id="261" name="PlaceHolder 2"/>
          <p:cNvSpPr>
            <a:spLocks noGrp="1"/>
          </p:cNvSpPr>
          <p:nvPr>
            <p:ph type="body"/>
          </p:nvPr>
        </p:nvSpPr>
        <p:spPr>
          <a:xfrm>
            <a:off x="914400" y="4641840"/>
            <a:ext cx="5028840" cy="4114440"/>
          </a:xfrm>
          <a:prstGeom prst="rect">
            <a:avLst/>
          </a:prstGeom>
          <a:noFill/>
          <a:ln w="0">
            <a:noFill/>
          </a:ln>
        </p:spPr>
        <p:txBody>
          <a:bodyPr numCol="1" spcCol="0" lIns="90360" rIns="90360" tIns="44280" bIns="44280" anchor="t">
            <a:noAutofit/>
          </a:bodyPr>
          <a:p>
            <a:pPr indent="0">
              <a:lnSpc>
                <a:spcPct val="100000"/>
              </a:lnSpc>
              <a:buNone/>
            </a:pPr>
            <a:r>
              <a:rPr lang="en-US" sz="2000" b="0" u="none" strike="noStrike">
                <a:solidFill>
                  <a:srgbClr val="000000"/>
                </a:solidFill>
                <a:effectLst/>
                <a:uFillTx/>
                <a:latin typeface="Arial"/>
              </a:rPr>
              <a:t>Mẫu kiến trúc (architectural patterns): kiến trúc được sử dụng để giải quyết một/vài vấn đề khi xây dựng hệ thống và đã được sử dụng ở nhiều hệ thống</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Ví dụ: phân lớp (layered pattern), chia sẻ dữ liệu (shared-data), khách-chủ (client-server)</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Có một số tài liệu phân biệt hai khái niệm “kiểu kiến trúc” (architecture style) và mẫu kiến trúc (architecture pattern). Tuy nhiên, trong bài học này chúng ta xem hai khái niệm này là một</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2" name="PlaceHolder 1"/>
          <p:cNvSpPr>
            <a:spLocks noGrp="1"/>
          </p:cNvSpPr>
          <p:nvPr>
            <p:ph type="sldImg"/>
          </p:nvPr>
        </p:nvSpPr>
        <p:spPr>
          <a:xfrm>
            <a:off x="1152360" y="853920"/>
            <a:ext cx="4552560" cy="3416040"/>
          </a:xfrm>
          <a:prstGeom prst="rect">
            <a:avLst/>
          </a:prstGeom>
          <a:ln w="0">
            <a:noFill/>
          </a:ln>
        </p:spPr>
      </p:sp>
      <p:sp>
        <p:nvSpPr>
          <p:cNvPr id="263" name="PlaceHolder 2"/>
          <p:cNvSpPr>
            <a:spLocks noGrp="1"/>
          </p:cNvSpPr>
          <p:nvPr>
            <p:ph type="body"/>
          </p:nvPr>
        </p:nvSpPr>
        <p:spPr>
          <a:xfrm>
            <a:off x="914400" y="4641840"/>
            <a:ext cx="5028840" cy="4114440"/>
          </a:xfrm>
          <a:prstGeom prst="rect">
            <a:avLst/>
          </a:prstGeom>
          <a:noFill/>
          <a:ln w="0">
            <a:noFill/>
          </a:ln>
        </p:spPr>
        <p:txBody>
          <a:bodyPr numCol="1" spcCol="0" lIns="90360" rIns="90360" tIns="44280" bIns="44280" anchor="t">
            <a:noAutofit/>
          </a:bodyPr>
          <a:p>
            <a:pPr indent="0">
              <a:lnSpc>
                <a:spcPct val="100000"/>
              </a:lnSpc>
              <a:buNone/>
            </a:pPr>
            <a:r>
              <a:rPr lang="en-US" sz="2000" b="0" u="none" strike="noStrike">
                <a:solidFill>
                  <a:srgbClr val="000000"/>
                </a:solidFill>
                <a:effectLst/>
                <a:uFillTx/>
                <a:latin typeface="Arial"/>
              </a:rPr>
              <a:t>Một trong những yếu tố ảnh hưởng đến kiến trúc của hệ thống là thuộc tính chất lượng. Có nhiều thuộc tinh chất lượng khác nhau. Tính linh hoạt: Chúng ta có thể thay đổi thành phần X không? Tính khả chuyển: Chúng ta có thể triển khai trên một máy khác không? Tính sử dụng lại: Chúng ta có thể sử dụng lại một phần hay toàn bộ cho ứng dụng khác không?</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Thuộc tính chất lượng cần phải được quan tâm trong suốt quá trình xây dựng phần mềm Kiến trúc phần mềm ảnh hưởng lớn đến việc thỏa mãn yêu cầu về chất lượng</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PlaceHolder 1"/>
          <p:cNvSpPr>
            <a:spLocks noGrp="1"/>
          </p:cNvSpPr>
          <p:nvPr>
            <p:ph type="sldImg"/>
          </p:nvPr>
        </p:nvSpPr>
        <p:spPr>
          <a:xfrm>
            <a:off x="1152360" y="853920"/>
            <a:ext cx="4552560" cy="3416040"/>
          </a:xfrm>
          <a:prstGeom prst="rect">
            <a:avLst/>
          </a:prstGeom>
          <a:ln w="0">
            <a:noFill/>
          </a:ln>
        </p:spPr>
      </p:sp>
      <p:sp>
        <p:nvSpPr>
          <p:cNvPr id="265" name="PlaceHolder 2"/>
          <p:cNvSpPr>
            <a:spLocks noGrp="1"/>
          </p:cNvSpPr>
          <p:nvPr>
            <p:ph type="body"/>
          </p:nvPr>
        </p:nvSpPr>
        <p:spPr>
          <a:xfrm>
            <a:off x="914400" y="4641840"/>
            <a:ext cx="5028840" cy="4114440"/>
          </a:xfrm>
          <a:prstGeom prst="rect">
            <a:avLst/>
          </a:prstGeom>
          <a:noFill/>
          <a:ln w="0">
            <a:noFill/>
          </a:ln>
        </p:spPr>
        <p:txBody>
          <a:bodyPr numCol="1" spcCol="0" lIns="90360" rIns="90360" tIns="44280" bIns="44280" anchor="t">
            <a:noAutofit/>
          </a:bodyPr>
          <a:p>
            <a:pPr indent="0">
              <a:lnSpc>
                <a:spcPct val="100000"/>
              </a:lnSpc>
              <a:buNone/>
            </a:pPr>
            <a:r>
              <a:rPr lang="en-US" sz="2000" b="0" u="none" strike="noStrike">
                <a:solidFill>
                  <a:srgbClr val="000000"/>
                </a:solidFill>
                <a:effectLst/>
                <a:uFillTx/>
                <a:latin typeface="Arial"/>
              </a:rPr>
              <a:t>(Đọc nội dung slide)</a:t>
            </a:r>
            <a:endParaRPr lang="en-US" sz="2000" b="0" u="none" strike="noStrike">
              <a:solidFill>
                <a:srgbClr val="000000"/>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PlaceHolder 1"/>
          <p:cNvSpPr>
            <a:spLocks noGrp="1"/>
          </p:cNvSpPr>
          <p:nvPr>
            <p:ph type="sldImg"/>
          </p:nvPr>
        </p:nvSpPr>
        <p:spPr>
          <a:xfrm>
            <a:off x="1152360" y="853920"/>
            <a:ext cx="4552560" cy="3416040"/>
          </a:xfrm>
          <a:prstGeom prst="rect">
            <a:avLst/>
          </a:prstGeom>
          <a:ln w="0">
            <a:noFill/>
          </a:ln>
        </p:spPr>
      </p:sp>
      <p:sp>
        <p:nvSpPr>
          <p:cNvPr id="267" name="PlaceHolder 2"/>
          <p:cNvSpPr>
            <a:spLocks noGrp="1"/>
          </p:cNvSpPr>
          <p:nvPr>
            <p:ph type="body"/>
          </p:nvPr>
        </p:nvSpPr>
        <p:spPr>
          <a:xfrm>
            <a:off x="914400" y="4641840"/>
            <a:ext cx="5028840" cy="4114440"/>
          </a:xfrm>
          <a:prstGeom prst="rect">
            <a:avLst/>
          </a:prstGeom>
          <a:noFill/>
          <a:ln w="0">
            <a:noFill/>
          </a:ln>
        </p:spPr>
        <p:txBody>
          <a:bodyPr numCol="1" spcCol="0" lIns="90360" rIns="90360" tIns="44280" bIns="44280" anchor="t">
            <a:noAutofit/>
          </a:bodyPr>
          <a:p>
            <a:pPr indent="0">
              <a:lnSpc>
                <a:spcPct val="100000"/>
              </a:lnSpc>
              <a:buNone/>
            </a:pPr>
            <a:r>
              <a:rPr lang="en-US" sz="2000" b="0" u="none" strike="noStrike">
                <a:solidFill>
                  <a:srgbClr val="000000"/>
                </a:solidFill>
                <a:effectLst/>
                <a:uFillTx/>
                <a:latin typeface="Arial"/>
              </a:rPr>
              <a:t>Thuộc tính chất lượng có thể được chia thành nhiều nhóm. Trong tài liệu Microsoft Application Architecture Guide, thuộc tinh chất lượng được chia làm 4 loại gồm </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Thuộc tính thiết kế (Design qualities)</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Thuộc tính thời gian thực thi (Run-time qualities)</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Thuộc tính hệ thống (System qualities)</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Thuộc tính người dùng (User qualities)</a:t>
            </a:r>
            <a:endParaRPr lang="en-US" sz="2000" b="0" u="none" strike="noStrike">
              <a:solidFill>
                <a:srgbClr val="000000"/>
              </a:solidFill>
              <a:effectLst/>
              <a:uFillTx/>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sldImg"/>
          </p:nvPr>
        </p:nvSpPr>
        <p:spPr>
          <a:xfrm>
            <a:off x="1152360" y="853920"/>
            <a:ext cx="4552560" cy="3416040"/>
          </a:xfrm>
          <a:prstGeom prst="rect">
            <a:avLst/>
          </a:prstGeom>
          <a:ln w="0">
            <a:noFill/>
          </a:ln>
        </p:spPr>
      </p:sp>
      <p:sp>
        <p:nvSpPr>
          <p:cNvPr id="269" name="PlaceHolder 2"/>
          <p:cNvSpPr>
            <a:spLocks noGrp="1"/>
          </p:cNvSpPr>
          <p:nvPr>
            <p:ph type="body"/>
          </p:nvPr>
        </p:nvSpPr>
        <p:spPr>
          <a:xfrm>
            <a:off x="914400" y="4641840"/>
            <a:ext cx="5028840" cy="4114440"/>
          </a:xfrm>
          <a:prstGeom prst="rect">
            <a:avLst/>
          </a:prstGeom>
          <a:noFill/>
          <a:ln w="0">
            <a:noFill/>
          </a:ln>
        </p:spPr>
        <p:txBody>
          <a:bodyPr numCol="1" spcCol="0" lIns="90360" rIns="90360" tIns="44280" bIns="44280" anchor="t">
            <a:noAutofit/>
          </a:bodyPr>
          <a:p>
            <a:pPr indent="0">
              <a:lnSpc>
                <a:spcPct val="100000"/>
              </a:lnSpc>
              <a:buNone/>
            </a:pPr>
            <a:r>
              <a:rPr lang="en-US" sz="2000" b="0" u="none" strike="noStrike">
                <a:solidFill>
                  <a:srgbClr val="000000"/>
                </a:solidFill>
                <a:effectLst/>
                <a:uFillTx/>
                <a:latin typeface="Arial"/>
              </a:rPr>
              <a:t>(đọc slide)</a:t>
            </a:r>
            <a:endParaRPr lang="en-US" sz="2000" b="0" u="none" strike="noStrike">
              <a:solidFill>
                <a:srgbClr val="000000"/>
              </a:solidFill>
              <a:effectLst/>
              <a:uFillTx/>
              <a:latin typeface="Arial"/>
            </a:endParaRPr>
          </a:p>
        </p:txBody>
      </p:sp>
      <p:sp>
        <p:nvSpPr>
          <p:cNvPr id="270" name="PlaceHolder 3"/>
          <p:cNvSpPr>
            <a:spLocks noGrp="1"/>
          </p:cNvSpPr>
          <p:nvPr>
            <p:ph type="sldNum" idx="112"/>
          </p:nvPr>
        </p:nvSpPr>
        <p:spPr>
          <a:xfrm>
            <a:off x="3884400" y="9276840"/>
            <a:ext cx="2971800" cy="487440"/>
          </a:xfrm>
          <a:prstGeom prst="rect">
            <a:avLst/>
          </a:prstGeom>
          <a:noFill/>
          <a:ln w="0">
            <a:noFill/>
          </a:ln>
        </p:spPr>
        <p:txBody>
          <a:bodyPr lIns="90000" rIns="90000" tIns="45000" bIns="45000" anchor="t">
            <a:noAutofit/>
          </a:bodyPr>
          <a:lstStyle>
            <a:lvl1pPr indent="0">
              <a:lnSpc>
                <a:spcPct val="100000"/>
              </a:lnSpc>
              <a:buNone/>
              <a:defRPr lang="en-US" sz="2400" b="0" u="none" strike="noStrike">
                <a:solidFill>
                  <a:schemeClr val="dk1"/>
                </a:solidFill>
                <a:effectLst/>
                <a:uFillTx/>
                <a:latin typeface="Arial"/>
                <a:ea typeface="+mn-ea"/>
              </a:defRPr>
            </a:lvl1pPr>
          </a:lstStyle>
          <a:p>
            <a:pPr indent="0">
              <a:lnSpc>
                <a:spcPct val="100000"/>
              </a:lnSpc>
              <a:buNone/>
            </a:pPr>
            <a:fld id="{16193766-7CEB-475E-AFF0-3962D241DA0D}" type="slidenum">
              <a:rPr lang="en-US" sz="2400" b="0" u="none" strike="noStrike">
                <a:solidFill>
                  <a:schemeClr val="dk1"/>
                </a:solidFill>
                <a:effectLst/>
                <a:uFillTx/>
                <a:latin typeface="Arial"/>
                <a:ea typeface="+mn-ea"/>
              </a:rPr>
              <a:t>&lt;number&gt;</a:t>
            </a:fld>
            <a:endParaRPr lang="en-US" sz="24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PlaceHolder 1"/>
          <p:cNvSpPr>
            <a:spLocks noGrp="1"/>
          </p:cNvSpPr>
          <p:nvPr>
            <p:ph type="sldImg"/>
          </p:nvPr>
        </p:nvSpPr>
        <p:spPr>
          <a:xfrm>
            <a:off x="1152360" y="853920"/>
            <a:ext cx="4552560" cy="3416040"/>
          </a:xfrm>
          <a:prstGeom prst="rect">
            <a:avLst/>
          </a:prstGeom>
          <a:ln w="0">
            <a:noFill/>
          </a:ln>
        </p:spPr>
      </p:sp>
      <p:sp>
        <p:nvSpPr>
          <p:cNvPr id="272" name="PlaceHolder 2"/>
          <p:cNvSpPr>
            <a:spLocks noGrp="1"/>
          </p:cNvSpPr>
          <p:nvPr>
            <p:ph type="body"/>
          </p:nvPr>
        </p:nvSpPr>
        <p:spPr>
          <a:xfrm>
            <a:off x="914400" y="4641840"/>
            <a:ext cx="5028840" cy="4114440"/>
          </a:xfrm>
          <a:prstGeom prst="rect">
            <a:avLst/>
          </a:prstGeom>
          <a:noFill/>
          <a:ln w="0">
            <a:noFill/>
          </a:ln>
        </p:spPr>
        <p:txBody>
          <a:bodyPr numCol="1" spcCol="0" lIns="90360" rIns="90360" tIns="44280" bIns="44280" anchor="t">
            <a:noAutofit/>
          </a:bodyPr>
          <a:p>
            <a:pPr indent="0">
              <a:lnSpc>
                <a:spcPct val="100000"/>
              </a:lnSpc>
              <a:buNone/>
            </a:pPr>
            <a:r>
              <a:rPr lang="en-US" sz="2000" b="0" u="none" strike="noStrike">
                <a:solidFill>
                  <a:srgbClr val="000000"/>
                </a:solidFill>
                <a:effectLst/>
                <a:uFillTx/>
                <a:latin typeface="Arial"/>
              </a:rPr>
              <a:t>(đọc slide)</a:t>
            </a:r>
            <a:endParaRPr lang="en-US" sz="2000" b="0" u="none" strike="noStrike">
              <a:solidFill>
                <a:srgbClr val="000000"/>
              </a:solidFill>
              <a:effectLst/>
              <a:uFillTx/>
              <a:latin typeface="Arial"/>
            </a:endParaRPr>
          </a:p>
        </p:txBody>
      </p:sp>
      <p:sp>
        <p:nvSpPr>
          <p:cNvPr id="273" name="PlaceHolder 3"/>
          <p:cNvSpPr>
            <a:spLocks noGrp="1"/>
          </p:cNvSpPr>
          <p:nvPr>
            <p:ph type="sldNum" idx="113"/>
          </p:nvPr>
        </p:nvSpPr>
        <p:spPr>
          <a:xfrm>
            <a:off x="3884400" y="9276840"/>
            <a:ext cx="2971800" cy="487440"/>
          </a:xfrm>
          <a:prstGeom prst="rect">
            <a:avLst/>
          </a:prstGeom>
          <a:noFill/>
          <a:ln w="0">
            <a:noFill/>
          </a:ln>
        </p:spPr>
        <p:txBody>
          <a:bodyPr lIns="90000" rIns="90000" tIns="45000" bIns="45000" anchor="t">
            <a:noAutofit/>
          </a:bodyPr>
          <a:lstStyle>
            <a:lvl1pPr indent="0">
              <a:lnSpc>
                <a:spcPct val="100000"/>
              </a:lnSpc>
              <a:buNone/>
              <a:defRPr lang="en-US" sz="2400" b="0" u="none" strike="noStrike">
                <a:solidFill>
                  <a:schemeClr val="dk1"/>
                </a:solidFill>
                <a:effectLst/>
                <a:uFillTx/>
                <a:latin typeface="Arial"/>
                <a:ea typeface="+mn-ea"/>
              </a:defRPr>
            </a:lvl1pPr>
          </a:lstStyle>
          <a:p>
            <a:pPr indent="0">
              <a:lnSpc>
                <a:spcPct val="100000"/>
              </a:lnSpc>
              <a:buNone/>
            </a:pPr>
            <a:fld id="{10E3E2E7-45F2-4CFD-BA84-20192C7D4EC4}" type="slidenum">
              <a:rPr lang="en-US" sz="2400" b="0" u="none" strike="noStrike">
                <a:solidFill>
                  <a:schemeClr val="dk1"/>
                </a:solidFill>
                <a:effectLst/>
                <a:uFillTx/>
                <a:latin typeface="Arial"/>
                <a:ea typeface="+mn-ea"/>
              </a:rPr>
              <a:t>&lt;number&gt;</a:t>
            </a:fld>
            <a:endParaRPr lang="en-US" sz="24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PlaceHolder 1"/>
          <p:cNvSpPr>
            <a:spLocks noGrp="1"/>
          </p:cNvSpPr>
          <p:nvPr>
            <p:ph type="sldImg"/>
          </p:nvPr>
        </p:nvSpPr>
        <p:spPr>
          <a:xfrm>
            <a:off x="1152360" y="853920"/>
            <a:ext cx="4552560" cy="3416040"/>
          </a:xfrm>
          <a:prstGeom prst="rect">
            <a:avLst/>
          </a:prstGeom>
          <a:ln w="0">
            <a:noFill/>
          </a:ln>
        </p:spPr>
      </p:sp>
      <p:sp>
        <p:nvSpPr>
          <p:cNvPr id="275" name="PlaceHolder 2"/>
          <p:cNvSpPr>
            <a:spLocks noGrp="1"/>
          </p:cNvSpPr>
          <p:nvPr>
            <p:ph type="body"/>
          </p:nvPr>
        </p:nvSpPr>
        <p:spPr>
          <a:xfrm>
            <a:off x="914400" y="4641840"/>
            <a:ext cx="5028840" cy="4114440"/>
          </a:xfrm>
          <a:prstGeom prst="rect">
            <a:avLst/>
          </a:prstGeom>
          <a:noFill/>
          <a:ln w="0">
            <a:noFill/>
          </a:ln>
        </p:spPr>
        <p:txBody>
          <a:bodyPr numCol="1" spcCol="0" lIns="90360" rIns="90360" tIns="44280" bIns="44280" anchor="t">
            <a:noAutofit/>
          </a:bodyPr>
          <a:p>
            <a:pPr indent="0">
              <a:lnSpc>
                <a:spcPct val="100000"/>
              </a:lnSpc>
              <a:buNone/>
            </a:pPr>
            <a:r>
              <a:rPr lang="en-GB" sz="2000" b="0" u="none" strike="noStrike">
                <a:solidFill>
                  <a:srgbClr val="000000"/>
                </a:solidFill>
                <a:effectLst/>
                <a:uFillTx/>
                <a:latin typeface="Arial"/>
              </a:rPr>
              <a:t>Kiểu ứng dụng: mobile? Web? Desktop app,…</a:t>
            </a:r>
            <a:endParaRPr lang="en-US" sz="2000" b="0" u="none" strike="noStrike">
              <a:solidFill>
                <a:srgbClr val="000000"/>
              </a:solidFill>
              <a:effectLst/>
              <a:uFillTx/>
              <a:latin typeface="Arial"/>
            </a:endParaRPr>
          </a:p>
          <a:p>
            <a:pPr indent="0">
              <a:lnSpc>
                <a:spcPct val="100000"/>
              </a:lnSpc>
              <a:buNone/>
            </a:pPr>
            <a:r>
              <a:rPr lang="en-GB" sz="2000" b="0" u="none" strike="noStrike">
                <a:solidFill>
                  <a:srgbClr val="000000"/>
                </a:solidFill>
                <a:effectLst/>
                <a:uFillTx/>
                <a:latin typeface="Arial"/>
              </a:rPr>
              <a:t>Chiến lược triển khai: môi trường mạng hay không? Có firewall? Giao thức trao đổi thông tin</a:t>
            </a:r>
            <a:endParaRPr lang="en-US" sz="2000" b="0" u="none" strike="noStrike">
              <a:solidFill>
                <a:srgbClr val="000000"/>
              </a:solidFill>
              <a:effectLst/>
              <a:uFillTx/>
              <a:latin typeface="Arial"/>
            </a:endParaRPr>
          </a:p>
          <a:p>
            <a:pPr indent="0">
              <a:lnSpc>
                <a:spcPct val="100000"/>
              </a:lnSpc>
              <a:buNone/>
            </a:pPr>
            <a:r>
              <a:rPr lang="en-GB" sz="2000" b="0" u="none" strike="noStrike">
                <a:solidFill>
                  <a:srgbClr val="000000"/>
                </a:solidFill>
                <a:effectLst/>
                <a:uFillTx/>
                <a:latin typeface="Arial"/>
              </a:rPr>
              <a:t>Công nghệ phù hợp: ví dụ Java vs .NET? </a:t>
            </a:r>
            <a:endParaRPr lang="en-US" sz="2000" b="0" u="none" strike="noStrike">
              <a:solidFill>
                <a:srgbClr val="000000"/>
              </a:solidFill>
              <a:effectLst/>
              <a:uFillTx/>
              <a:latin typeface="Arial"/>
            </a:endParaRPr>
          </a:p>
          <a:p>
            <a:pPr indent="0">
              <a:lnSpc>
                <a:spcPct val="100000"/>
              </a:lnSpc>
              <a:buNone/>
            </a:pPr>
            <a:r>
              <a:rPr lang="en-GB" sz="2000" b="0" u="none" strike="noStrike">
                <a:solidFill>
                  <a:srgbClr val="000000"/>
                </a:solidFill>
                <a:effectLst/>
                <a:uFillTx/>
                <a:latin typeface="Arial"/>
              </a:rPr>
              <a:t>Thuộc tinh chất lượng (đã nói ở slide trước)</a:t>
            </a:r>
            <a:endParaRPr lang="en-US" sz="2000" b="0" u="none" strike="noStrike">
              <a:solidFill>
                <a:srgbClr val="000000"/>
              </a:solidFill>
              <a:effectLst/>
              <a:uFillTx/>
              <a:latin typeface="Arial"/>
            </a:endParaRPr>
          </a:p>
          <a:p>
            <a:pPr indent="0">
              <a:lnSpc>
                <a:spcPct val="100000"/>
              </a:lnSpc>
              <a:buNone/>
            </a:pPr>
            <a:r>
              <a:rPr lang="en-GB" sz="2000" b="0" u="none" strike="noStrike">
                <a:solidFill>
                  <a:srgbClr val="000000"/>
                </a:solidFill>
                <a:effectLst/>
                <a:uFillTx/>
                <a:latin typeface="Arial"/>
              </a:rPr>
              <a:t>Yếu tố cắt ngang: logging thế nào? Cơ chế xử lý exception như thế nào? Cache thế nào?</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p:txBody>
      </p:sp>
      <p:sp>
        <p:nvSpPr>
          <p:cNvPr id="276" name="PlaceHolder 3"/>
          <p:cNvSpPr>
            <a:spLocks noGrp="1"/>
          </p:cNvSpPr>
          <p:nvPr>
            <p:ph type="sldNum" idx="114"/>
          </p:nvPr>
        </p:nvSpPr>
        <p:spPr>
          <a:xfrm>
            <a:off x="3884400" y="9276840"/>
            <a:ext cx="2971800" cy="487440"/>
          </a:xfrm>
          <a:prstGeom prst="rect">
            <a:avLst/>
          </a:prstGeom>
          <a:noFill/>
          <a:ln w="0">
            <a:noFill/>
          </a:ln>
        </p:spPr>
        <p:txBody>
          <a:bodyPr lIns="90000" rIns="90000" tIns="45000" bIns="45000" anchor="t">
            <a:noAutofit/>
          </a:bodyPr>
          <a:lstStyle>
            <a:lvl1pPr indent="0">
              <a:lnSpc>
                <a:spcPct val="100000"/>
              </a:lnSpc>
              <a:buNone/>
              <a:defRPr lang="en-US" sz="2400" b="0" u="none" strike="noStrike">
                <a:solidFill>
                  <a:schemeClr val="dk1"/>
                </a:solidFill>
                <a:effectLst/>
                <a:uFillTx/>
                <a:latin typeface="Arial"/>
                <a:ea typeface="+mn-ea"/>
              </a:defRPr>
            </a:lvl1pPr>
          </a:lstStyle>
          <a:p>
            <a:pPr indent="0">
              <a:lnSpc>
                <a:spcPct val="100000"/>
              </a:lnSpc>
              <a:buNone/>
            </a:pPr>
            <a:fld id="{490557FC-4190-467D-9121-8A9AB600B699}" type="slidenum">
              <a:rPr lang="en-US" sz="2400" b="0" u="none" strike="noStrike">
                <a:solidFill>
                  <a:schemeClr val="dk1"/>
                </a:solidFill>
                <a:effectLst/>
                <a:uFillTx/>
                <a:latin typeface="Arial"/>
                <a:ea typeface="+mn-ea"/>
              </a:rPr>
              <a:t>&lt;number&gt;</a:t>
            </a:fld>
            <a:endParaRPr lang="en-US" sz="24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PlaceHolder 1"/>
          <p:cNvSpPr>
            <a:spLocks noGrp="1"/>
          </p:cNvSpPr>
          <p:nvPr>
            <p:ph type="sldImg"/>
          </p:nvPr>
        </p:nvSpPr>
        <p:spPr>
          <a:xfrm>
            <a:off x="1152360" y="853920"/>
            <a:ext cx="4552560" cy="3416040"/>
          </a:xfrm>
          <a:prstGeom prst="rect">
            <a:avLst/>
          </a:prstGeom>
          <a:ln w="0">
            <a:noFill/>
          </a:ln>
        </p:spPr>
      </p:sp>
      <p:sp>
        <p:nvSpPr>
          <p:cNvPr id="278" name="PlaceHolder 2"/>
          <p:cNvSpPr>
            <a:spLocks noGrp="1"/>
          </p:cNvSpPr>
          <p:nvPr>
            <p:ph type="body"/>
          </p:nvPr>
        </p:nvSpPr>
        <p:spPr>
          <a:xfrm>
            <a:off x="914400" y="4641840"/>
            <a:ext cx="5028840" cy="4114440"/>
          </a:xfrm>
          <a:prstGeom prst="rect">
            <a:avLst/>
          </a:prstGeom>
          <a:noFill/>
          <a:ln w="0">
            <a:noFill/>
          </a:ln>
        </p:spPr>
        <p:txBody>
          <a:bodyPr numCol="1" spcCol="0" lIns="90360" rIns="90360" tIns="44280" bIns="44280" anchor="t">
            <a:noAutofit/>
          </a:bodyPr>
          <a:p>
            <a:pPr indent="0">
              <a:lnSpc>
                <a:spcPct val="100000"/>
              </a:lnSpc>
              <a:buNone/>
            </a:pPr>
            <a:r>
              <a:rPr lang="en-US" sz="2000" b="0" u="none" strike="noStrike">
                <a:solidFill>
                  <a:srgbClr val="000000"/>
                </a:solidFill>
                <a:effectLst/>
                <a:uFillTx/>
                <a:latin typeface="Arial"/>
              </a:rPr>
              <a:t>Thiết kế kiến trúc là một quá trình sáng tạo, phụ thuộc nhiều vào kinh nghiệm của kiến trúc sư phần mềm.</a:t>
            </a:r>
            <a:endParaRPr lang="en-US" sz="2000" b="0" u="none" strike="noStrike">
              <a:solidFill>
                <a:srgbClr val="000000"/>
              </a:solidFill>
              <a:effectLst/>
              <a:uFillTx/>
              <a:latin typeface="Arial"/>
            </a:endParaRPr>
          </a:p>
        </p:txBody>
      </p:sp>
      <p:sp>
        <p:nvSpPr>
          <p:cNvPr id="279" name="PlaceHolder 3"/>
          <p:cNvSpPr>
            <a:spLocks noGrp="1"/>
          </p:cNvSpPr>
          <p:nvPr>
            <p:ph type="sldNum" idx="115"/>
          </p:nvPr>
        </p:nvSpPr>
        <p:spPr>
          <a:xfrm>
            <a:off x="3884400" y="9276840"/>
            <a:ext cx="2971800" cy="487440"/>
          </a:xfrm>
          <a:prstGeom prst="rect">
            <a:avLst/>
          </a:prstGeom>
          <a:noFill/>
          <a:ln w="0">
            <a:noFill/>
          </a:ln>
        </p:spPr>
        <p:txBody>
          <a:bodyPr lIns="90000" rIns="90000" tIns="45000" bIns="45000" anchor="t">
            <a:noAutofit/>
          </a:bodyPr>
          <a:lstStyle>
            <a:lvl1pPr indent="0">
              <a:lnSpc>
                <a:spcPct val="100000"/>
              </a:lnSpc>
              <a:buNone/>
              <a:defRPr lang="en-US" sz="2400" b="0" u="none" strike="noStrike">
                <a:solidFill>
                  <a:schemeClr val="dk1"/>
                </a:solidFill>
                <a:effectLst/>
                <a:uFillTx/>
                <a:latin typeface="Arial"/>
                <a:ea typeface="+mn-ea"/>
              </a:defRPr>
            </a:lvl1pPr>
          </a:lstStyle>
          <a:p>
            <a:pPr indent="0">
              <a:lnSpc>
                <a:spcPct val="100000"/>
              </a:lnSpc>
              <a:buNone/>
            </a:pPr>
            <a:fld id="{79A6BFB3-B01B-4752-96B3-A41C864F519F}" type="slidenum">
              <a:rPr lang="en-US" sz="2400" b="0" u="none" strike="noStrike">
                <a:solidFill>
                  <a:schemeClr val="dk1"/>
                </a:solidFill>
                <a:effectLst/>
                <a:uFillTx/>
                <a:latin typeface="Arial"/>
                <a:ea typeface="+mn-ea"/>
              </a:rPr>
              <a:t>&lt;number&gt;</a:t>
            </a:fld>
            <a:endParaRPr lang="en-US" sz="24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sldImg"/>
          </p:nvPr>
        </p:nvSpPr>
        <p:spPr>
          <a:xfrm>
            <a:off x="1152360" y="853920"/>
            <a:ext cx="4552560" cy="3416040"/>
          </a:xfrm>
          <a:prstGeom prst="rect">
            <a:avLst/>
          </a:prstGeom>
          <a:ln w="0">
            <a:noFill/>
          </a:ln>
        </p:spPr>
      </p:sp>
      <p:sp>
        <p:nvSpPr>
          <p:cNvPr id="281" name="PlaceHolder 2"/>
          <p:cNvSpPr>
            <a:spLocks noGrp="1"/>
          </p:cNvSpPr>
          <p:nvPr>
            <p:ph type="body"/>
          </p:nvPr>
        </p:nvSpPr>
        <p:spPr>
          <a:xfrm>
            <a:off x="914400" y="4641840"/>
            <a:ext cx="5028840" cy="4114440"/>
          </a:xfrm>
          <a:prstGeom prst="rect">
            <a:avLst/>
          </a:prstGeom>
          <a:noFill/>
          <a:ln w="0">
            <a:noFill/>
          </a:ln>
        </p:spPr>
        <p:txBody>
          <a:bodyPr numCol="1" spcCol="0" lIns="90360" rIns="90360" tIns="44280" bIns="44280" anchor="t">
            <a:noAutofit/>
          </a:bodyPr>
          <a:p>
            <a:pPr indent="0">
              <a:buNone/>
            </a:pPr>
            <a:endParaRPr lang="en-US" sz="1800" b="0" u="none" strike="noStrike">
              <a:solidFill>
                <a:srgbClr val="000000"/>
              </a:solidFill>
              <a:effectLst/>
              <a:uFillTx/>
              <a:latin typeface="Arial"/>
            </a:endParaRPr>
          </a:p>
        </p:txBody>
      </p:sp>
      <p:sp>
        <p:nvSpPr>
          <p:cNvPr id="282" name="PlaceHolder 3"/>
          <p:cNvSpPr>
            <a:spLocks noGrp="1"/>
          </p:cNvSpPr>
          <p:nvPr>
            <p:ph type="sldNum" idx="116"/>
          </p:nvPr>
        </p:nvSpPr>
        <p:spPr>
          <a:xfrm>
            <a:off x="3884400" y="9276840"/>
            <a:ext cx="2971800" cy="487440"/>
          </a:xfrm>
          <a:prstGeom prst="rect">
            <a:avLst/>
          </a:prstGeom>
          <a:noFill/>
          <a:ln w="0">
            <a:noFill/>
          </a:ln>
        </p:spPr>
        <p:txBody>
          <a:bodyPr lIns="90000" rIns="90000" tIns="45000" bIns="45000" anchor="t">
            <a:noAutofit/>
          </a:bodyPr>
          <a:lstStyle>
            <a:lvl1pPr indent="0">
              <a:lnSpc>
                <a:spcPct val="100000"/>
              </a:lnSpc>
              <a:buNone/>
              <a:defRPr lang="en-US" sz="2400" b="0" u="none" strike="noStrike">
                <a:solidFill>
                  <a:schemeClr val="dk1"/>
                </a:solidFill>
                <a:effectLst/>
                <a:uFillTx/>
                <a:latin typeface="Arial"/>
                <a:ea typeface="+mn-ea"/>
              </a:defRPr>
            </a:lvl1pPr>
          </a:lstStyle>
          <a:p>
            <a:pPr indent="0">
              <a:lnSpc>
                <a:spcPct val="100000"/>
              </a:lnSpc>
              <a:buNone/>
            </a:pPr>
            <a:fld id="{85FFD35B-2D64-4903-8624-F86D8E37DD01}" type="slidenum">
              <a:rPr lang="en-US" sz="2400" b="0" u="none" strike="noStrike">
                <a:solidFill>
                  <a:schemeClr val="dk1"/>
                </a:solidFill>
                <a:effectLst/>
                <a:uFillTx/>
                <a:latin typeface="Arial"/>
                <a:ea typeface="+mn-ea"/>
              </a:rPr>
              <a:t>&lt;number&gt;</a:t>
            </a:fld>
            <a:endParaRPr lang="en-US" sz="24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PlaceHolder 1"/>
          <p:cNvSpPr>
            <a:spLocks noGrp="1"/>
          </p:cNvSpPr>
          <p:nvPr>
            <p:ph type="sldImg"/>
          </p:nvPr>
        </p:nvSpPr>
        <p:spPr>
          <a:xfrm>
            <a:off x="1152360" y="853920"/>
            <a:ext cx="4552560" cy="3416040"/>
          </a:xfrm>
          <a:prstGeom prst="rect">
            <a:avLst/>
          </a:prstGeom>
          <a:ln w="0">
            <a:noFill/>
          </a:ln>
        </p:spPr>
      </p:sp>
      <p:sp>
        <p:nvSpPr>
          <p:cNvPr id="284" name="PlaceHolder 2"/>
          <p:cNvSpPr>
            <a:spLocks noGrp="1"/>
          </p:cNvSpPr>
          <p:nvPr>
            <p:ph type="body"/>
          </p:nvPr>
        </p:nvSpPr>
        <p:spPr>
          <a:xfrm>
            <a:off x="914400" y="4641840"/>
            <a:ext cx="5028840" cy="4114440"/>
          </a:xfrm>
          <a:prstGeom prst="rect">
            <a:avLst/>
          </a:prstGeom>
          <a:noFill/>
          <a:ln w="0">
            <a:noFill/>
          </a:ln>
        </p:spPr>
        <p:txBody>
          <a:bodyPr numCol="1" spcCol="0" lIns="90360" rIns="90360" tIns="44280" bIns="44280" anchor="t">
            <a:noAutofit/>
          </a:bodyPr>
          <a:p>
            <a:pPr indent="0">
              <a:lnSpc>
                <a:spcPct val="100000"/>
              </a:lnSpc>
              <a:buNone/>
            </a:pPr>
            <a:r>
              <a:rPr lang="en-US" sz="2000" b="0" u="none" strike="noStrike">
                <a:solidFill>
                  <a:srgbClr val="000000"/>
                </a:solidFill>
                <a:effectLst/>
                <a:uFillTx/>
                <a:latin typeface="Arial"/>
              </a:rPr>
              <a:t>Thiết kế kiến trúc để xem xét tính khả thi hay để xây dựng mới một hệ thống?</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Tùy đối tượng quan tâm, có thể chỉ một vài khía cạnh của kiến trúc được thể hiện trong tài liệu thiết kế</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Các ràng buộc là các yếu tố người thiết kế phải tuân theo, hầu như không thể làm khác đi trong quá trình thiết kế, vì thế cần phải xác định từ trước</a:t>
            </a:r>
            <a:endParaRPr lang="en-US" sz="2000" b="0" u="none" strike="noStrike">
              <a:solidFill>
                <a:srgbClr val="000000"/>
              </a:solidFill>
              <a:effectLst/>
              <a:uFillTx/>
              <a:latin typeface="Arial"/>
            </a:endParaRPr>
          </a:p>
        </p:txBody>
      </p:sp>
      <p:sp>
        <p:nvSpPr>
          <p:cNvPr id="285" name="PlaceHolder 3"/>
          <p:cNvSpPr>
            <a:spLocks noGrp="1"/>
          </p:cNvSpPr>
          <p:nvPr>
            <p:ph type="sldNum" idx="117"/>
          </p:nvPr>
        </p:nvSpPr>
        <p:spPr>
          <a:xfrm>
            <a:off x="3884400" y="9276840"/>
            <a:ext cx="2971800" cy="487440"/>
          </a:xfrm>
          <a:prstGeom prst="rect">
            <a:avLst/>
          </a:prstGeom>
          <a:noFill/>
          <a:ln w="0">
            <a:noFill/>
          </a:ln>
        </p:spPr>
        <p:txBody>
          <a:bodyPr lIns="90000" rIns="90000" tIns="45000" bIns="45000" anchor="t">
            <a:noAutofit/>
          </a:bodyPr>
          <a:lstStyle>
            <a:lvl1pPr indent="0">
              <a:lnSpc>
                <a:spcPct val="100000"/>
              </a:lnSpc>
              <a:buNone/>
              <a:defRPr lang="en-US" sz="2400" b="0" u="none" strike="noStrike">
                <a:solidFill>
                  <a:schemeClr val="dk1"/>
                </a:solidFill>
                <a:effectLst/>
                <a:uFillTx/>
                <a:latin typeface="Arial"/>
                <a:ea typeface="+mn-ea"/>
              </a:defRPr>
            </a:lvl1pPr>
          </a:lstStyle>
          <a:p>
            <a:pPr indent="0">
              <a:lnSpc>
                <a:spcPct val="100000"/>
              </a:lnSpc>
              <a:buNone/>
            </a:pPr>
            <a:fld id="{9702EA46-8E2E-41FC-B9E3-09B73BAA794E}" type="slidenum">
              <a:rPr lang="en-US" sz="2400" b="0" u="none" strike="noStrike">
                <a:solidFill>
                  <a:schemeClr val="dk1"/>
                </a:solidFill>
                <a:effectLst/>
                <a:uFillTx/>
                <a:latin typeface="Arial"/>
                <a:ea typeface="+mn-ea"/>
              </a:rPr>
              <a:t>&lt;number&gt;</a:t>
            </a:fld>
            <a:endParaRPr lang="en-US" sz="24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PlaceHolder 1"/>
          <p:cNvSpPr>
            <a:spLocks noGrp="1"/>
          </p:cNvSpPr>
          <p:nvPr>
            <p:ph type="sldImg"/>
          </p:nvPr>
        </p:nvSpPr>
        <p:spPr>
          <a:xfrm>
            <a:off x="1152360" y="853920"/>
            <a:ext cx="4552560" cy="3416040"/>
          </a:xfrm>
          <a:prstGeom prst="rect">
            <a:avLst/>
          </a:prstGeom>
          <a:ln w="0">
            <a:noFill/>
          </a:ln>
        </p:spPr>
      </p:sp>
      <p:sp>
        <p:nvSpPr>
          <p:cNvPr id="287" name="PlaceHolder 2"/>
          <p:cNvSpPr>
            <a:spLocks noGrp="1"/>
          </p:cNvSpPr>
          <p:nvPr>
            <p:ph type="body"/>
          </p:nvPr>
        </p:nvSpPr>
        <p:spPr>
          <a:xfrm>
            <a:off x="914400" y="4641840"/>
            <a:ext cx="5028840" cy="4114440"/>
          </a:xfrm>
          <a:prstGeom prst="rect">
            <a:avLst/>
          </a:prstGeom>
          <a:noFill/>
          <a:ln w="0">
            <a:noFill/>
          </a:ln>
        </p:spPr>
        <p:txBody>
          <a:bodyPr numCol="1" spcCol="0" lIns="90360" rIns="90360" tIns="44280" bIns="44280" anchor="t">
            <a:noAutofit/>
          </a:bodyPr>
          <a:p>
            <a:pPr indent="0">
              <a:lnSpc>
                <a:spcPct val="100000"/>
              </a:lnSpc>
              <a:buNone/>
            </a:pPr>
            <a:r>
              <a:rPr lang="en-US" sz="2000" b="0" u="none" strike="noStrike">
                <a:solidFill>
                  <a:srgbClr val="000000"/>
                </a:solidFill>
                <a:effectLst/>
                <a:uFillTx/>
                <a:latin typeface="Arial"/>
              </a:rPr>
              <a:t>(slide)</a:t>
            </a:r>
            <a:endParaRPr lang="en-US" sz="2000" b="0" u="none" strike="noStrike">
              <a:solidFill>
                <a:srgbClr val="000000"/>
              </a:solidFill>
              <a:effectLst/>
              <a:uFillTx/>
              <a:latin typeface="Arial"/>
            </a:endParaRPr>
          </a:p>
        </p:txBody>
      </p:sp>
      <p:sp>
        <p:nvSpPr>
          <p:cNvPr id="288" name="PlaceHolder 3"/>
          <p:cNvSpPr>
            <a:spLocks noGrp="1"/>
          </p:cNvSpPr>
          <p:nvPr>
            <p:ph type="sldNum" idx="118"/>
          </p:nvPr>
        </p:nvSpPr>
        <p:spPr>
          <a:xfrm>
            <a:off x="3884400" y="9276840"/>
            <a:ext cx="2971800" cy="487440"/>
          </a:xfrm>
          <a:prstGeom prst="rect">
            <a:avLst/>
          </a:prstGeom>
          <a:noFill/>
          <a:ln w="0">
            <a:noFill/>
          </a:ln>
        </p:spPr>
        <p:txBody>
          <a:bodyPr lIns="90000" rIns="90000" tIns="45000" bIns="45000" anchor="t">
            <a:noAutofit/>
          </a:bodyPr>
          <a:lstStyle>
            <a:lvl1pPr indent="0">
              <a:lnSpc>
                <a:spcPct val="100000"/>
              </a:lnSpc>
              <a:buNone/>
              <a:defRPr lang="en-US" sz="2400" b="0" u="none" strike="noStrike">
                <a:solidFill>
                  <a:schemeClr val="dk1"/>
                </a:solidFill>
                <a:effectLst/>
                <a:uFillTx/>
                <a:latin typeface="Arial"/>
                <a:ea typeface="+mn-ea"/>
              </a:defRPr>
            </a:lvl1pPr>
          </a:lstStyle>
          <a:p>
            <a:pPr indent="0">
              <a:lnSpc>
                <a:spcPct val="100000"/>
              </a:lnSpc>
              <a:buNone/>
            </a:pPr>
            <a:fld id="{8DDFF107-FDCE-4498-9079-7FF96C717640}" type="slidenum">
              <a:rPr lang="en-US" sz="2400" b="0" u="none" strike="noStrike">
                <a:solidFill>
                  <a:schemeClr val="dk1"/>
                </a:solidFill>
                <a:effectLst/>
                <a:uFillTx/>
                <a:latin typeface="Arial"/>
                <a:ea typeface="+mn-ea"/>
              </a:rPr>
              <a:t>&lt;number&gt;</a:t>
            </a:fld>
            <a:endParaRPr lang="en-US" sz="24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PlaceHolder 1"/>
          <p:cNvSpPr>
            <a:spLocks noGrp="1"/>
          </p:cNvSpPr>
          <p:nvPr>
            <p:ph type="sldImg"/>
          </p:nvPr>
        </p:nvSpPr>
        <p:spPr>
          <a:xfrm>
            <a:off x="1152360" y="853920"/>
            <a:ext cx="4552560" cy="3416040"/>
          </a:xfrm>
          <a:prstGeom prst="rect">
            <a:avLst/>
          </a:prstGeom>
          <a:ln w="0">
            <a:noFill/>
          </a:ln>
        </p:spPr>
      </p:sp>
      <p:sp>
        <p:nvSpPr>
          <p:cNvPr id="290" name="PlaceHolder 2"/>
          <p:cNvSpPr>
            <a:spLocks noGrp="1"/>
          </p:cNvSpPr>
          <p:nvPr>
            <p:ph type="body"/>
          </p:nvPr>
        </p:nvSpPr>
        <p:spPr>
          <a:xfrm>
            <a:off x="914400" y="4641840"/>
            <a:ext cx="5028840" cy="4114440"/>
          </a:xfrm>
          <a:prstGeom prst="rect">
            <a:avLst/>
          </a:prstGeom>
          <a:noFill/>
          <a:ln w="0">
            <a:noFill/>
          </a:ln>
        </p:spPr>
        <p:txBody>
          <a:bodyPr numCol="1" spcCol="0" lIns="90360" rIns="90360" tIns="44280" bIns="44280" anchor="t">
            <a:normAutofit/>
          </a:bodyPr>
          <a:p>
            <a:pPr marL="171360" indent="-171360">
              <a:lnSpc>
                <a:spcPct val="100000"/>
              </a:lnSpc>
              <a:buClr>
                <a:srgbClr val="000000"/>
              </a:buClr>
              <a:buFont typeface="OpenSymbol"/>
              <a:buChar char="-"/>
            </a:pPr>
            <a:r>
              <a:rPr lang="en-GB" sz="2000" b="1" u="none" strike="noStrike">
                <a:solidFill>
                  <a:srgbClr val="000000"/>
                </a:solidFill>
                <a:effectLst/>
                <a:uFillTx/>
                <a:latin typeface="Arial"/>
              </a:rPr>
              <a:t>Xác định kiểu ứng dụng: mobile, desktop app,…</a:t>
            </a:r>
            <a:endParaRPr lang="en-US" sz="2000" b="0" u="none" strike="noStrike">
              <a:solidFill>
                <a:srgbClr val="000000"/>
              </a:solidFill>
              <a:effectLst/>
              <a:uFillTx/>
              <a:latin typeface="Arial"/>
            </a:endParaRPr>
          </a:p>
          <a:p>
            <a:pPr marL="171360" indent="-171360">
              <a:lnSpc>
                <a:spcPct val="100000"/>
              </a:lnSpc>
              <a:buClr>
                <a:srgbClr val="000000"/>
              </a:buClr>
              <a:buFont typeface="OpenSymbol"/>
              <a:buChar char="-"/>
            </a:pPr>
            <a:r>
              <a:rPr lang="en-GB" sz="2000" b="1" u="none" strike="noStrike">
                <a:solidFill>
                  <a:srgbClr val="000000"/>
                </a:solidFill>
                <a:effectLst/>
                <a:uFillTx/>
                <a:latin typeface="Arial"/>
              </a:rPr>
              <a:t>Ràng buộc triển khai: triển khai trên môi trường thế nào</a:t>
            </a:r>
            <a:endParaRPr lang="en-US" sz="2000" b="0" u="none" strike="noStrike">
              <a:solidFill>
                <a:srgbClr val="000000"/>
              </a:solidFill>
              <a:effectLst/>
              <a:uFillTx/>
              <a:latin typeface="Arial"/>
            </a:endParaRPr>
          </a:p>
          <a:p>
            <a:pPr marL="171360" indent="-171360">
              <a:lnSpc>
                <a:spcPct val="100000"/>
              </a:lnSpc>
              <a:buClr>
                <a:srgbClr val="000000"/>
              </a:buClr>
              <a:buFont typeface="OpenSymbol"/>
              <a:buChar char="-"/>
            </a:pPr>
            <a:r>
              <a:rPr lang="en-GB" sz="2000" b="1" u="none" strike="noStrike">
                <a:solidFill>
                  <a:srgbClr val="000000"/>
                </a:solidFill>
                <a:effectLst/>
                <a:uFillTx/>
                <a:latin typeface="Arial"/>
              </a:rPr>
              <a:t>Các kiểu kiến trúc có thể sử dụng: có nhiều kiểu kiến trúc đã được giới thiệu. Trong các kiểu này, kiểu nào có thể sử dụng cho ứng dụng đang xây dựng</a:t>
            </a:r>
            <a:endParaRPr lang="en-US" sz="2000" b="0" u="none" strike="noStrike">
              <a:solidFill>
                <a:srgbClr val="000000"/>
              </a:solidFill>
              <a:effectLst/>
              <a:uFillTx/>
              <a:latin typeface="Arial"/>
            </a:endParaRPr>
          </a:p>
          <a:p>
            <a:pPr marL="171360" indent="-171360">
              <a:lnSpc>
                <a:spcPct val="100000"/>
              </a:lnSpc>
              <a:buClr>
                <a:srgbClr val="000000"/>
              </a:buClr>
              <a:buFont typeface="OpenSymbol"/>
              <a:buChar char="-"/>
            </a:pPr>
            <a:r>
              <a:rPr lang="en-GB" sz="2000" b="1" u="none" strike="noStrike">
                <a:solidFill>
                  <a:srgbClr val="000000"/>
                </a:solidFill>
                <a:effectLst/>
                <a:uFillTx/>
                <a:latin typeface="Arial"/>
              </a:rPr>
              <a:t>Các công nghệ liên quan: với những thông tin về kiểu ứng dụng, ràng buộc, chúng ta sẽ xác định các công nghệ liên quan</a:t>
            </a:r>
            <a:endParaRPr lang="en-US" sz="2000" b="0" u="none" strike="noStrike">
              <a:solidFill>
                <a:srgbClr val="000000"/>
              </a:solidFill>
              <a:effectLst/>
              <a:uFillTx/>
              <a:latin typeface="Arial"/>
            </a:endParaRPr>
          </a:p>
        </p:txBody>
      </p:sp>
      <p:sp>
        <p:nvSpPr>
          <p:cNvPr id="291" name="PlaceHolder 3"/>
          <p:cNvSpPr>
            <a:spLocks noGrp="1"/>
          </p:cNvSpPr>
          <p:nvPr>
            <p:ph type="sldNum" idx="119"/>
          </p:nvPr>
        </p:nvSpPr>
        <p:spPr>
          <a:xfrm>
            <a:off x="3884400" y="9276840"/>
            <a:ext cx="2971800" cy="487440"/>
          </a:xfrm>
          <a:prstGeom prst="rect">
            <a:avLst/>
          </a:prstGeom>
          <a:noFill/>
          <a:ln w="0">
            <a:noFill/>
          </a:ln>
        </p:spPr>
        <p:txBody>
          <a:bodyPr lIns="90000" rIns="90000" tIns="45000" bIns="45000" anchor="t">
            <a:noAutofit/>
          </a:bodyPr>
          <a:lstStyle>
            <a:lvl1pPr indent="0">
              <a:lnSpc>
                <a:spcPct val="100000"/>
              </a:lnSpc>
              <a:buNone/>
              <a:defRPr lang="en-US" sz="2400" b="0" u="none" strike="noStrike">
                <a:solidFill>
                  <a:schemeClr val="dk1"/>
                </a:solidFill>
                <a:effectLst/>
                <a:uFillTx/>
                <a:latin typeface="Arial"/>
                <a:ea typeface="+mn-ea"/>
              </a:defRPr>
            </a:lvl1pPr>
          </a:lstStyle>
          <a:p>
            <a:pPr indent="0">
              <a:lnSpc>
                <a:spcPct val="100000"/>
              </a:lnSpc>
              <a:buNone/>
            </a:pPr>
            <a:fld id="{BB41ACDF-65E7-4DFF-A3A3-2A36199F38E4}" type="slidenum">
              <a:rPr lang="en-US" sz="2400" b="0" u="none" strike="noStrike">
                <a:solidFill>
                  <a:schemeClr val="dk1"/>
                </a:solidFill>
                <a:effectLst/>
                <a:uFillTx/>
                <a:latin typeface="Arial"/>
                <a:ea typeface="+mn-ea"/>
              </a:rPr>
              <a:t>&lt;number&gt;</a:t>
            </a:fld>
            <a:endParaRPr lang="en-US" sz="24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PlaceHolder 1"/>
          <p:cNvSpPr>
            <a:spLocks noGrp="1"/>
          </p:cNvSpPr>
          <p:nvPr>
            <p:ph type="sldImg"/>
          </p:nvPr>
        </p:nvSpPr>
        <p:spPr>
          <a:xfrm>
            <a:off x="1152360" y="853920"/>
            <a:ext cx="4552560" cy="3416040"/>
          </a:xfrm>
          <a:prstGeom prst="rect">
            <a:avLst/>
          </a:prstGeom>
          <a:ln w="0">
            <a:noFill/>
          </a:ln>
        </p:spPr>
      </p:sp>
      <p:sp>
        <p:nvSpPr>
          <p:cNvPr id="293" name="PlaceHolder 2"/>
          <p:cNvSpPr>
            <a:spLocks noGrp="1"/>
          </p:cNvSpPr>
          <p:nvPr>
            <p:ph type="body"/>
          </p:nvPr>
        </p:nvSpPr>
        <p:spPr>
          <a:xfrm>
            <a:off x="914400" y="4641840"/>
            <a:ext cx="5028840" cy="4114440"/>
          </a:xfrm>
          <a:prstGeom prst="rect">
            <a:avLst/>
          </a:prstGeom>
          <a:noFill/>
          <a:ln w="0">
            <a:noFill/>
          </a:ln>
        </p:spPr>
        <p:txBody>
          <a:bodyPr numCol="1" spcCol="0" lIns="90360" rIns="90360" tIns="44280" bIns="44280" anchor="t">
            <a:noAutofit/>
          </a:bodyPr>
          <a:p>
            <a:pPr indent="0">
              <a:lnSpc>
                <a:spcPct val="100000"/>
              </a:lnSpc>
              <a:buNone/>
            </a:pPr>
            <a:r>
              <a:rPr lang="en-US" sz="2000" b="0" u="none" strike="noStrike">
                <a:solidFill>
                  <a:srgbClr val="000000"/>
                </a:solidFill>
                <a:effectLst/>
                <a:uFillTx/>
                <a:latin typeface="Arial"/>
              </a:rPr>
              <a:t>Ví dụ về một hệ thống sau khi phác thảo</a:t>
            </a:r>
            <a:endParaRPr lang="en-US" sz="2000" b="0" u="none" strike="noStrike">
              <a:solidFill>
                <a:srgbClr val="000000"/>
              </a:solidFill>
              <a:effectLst/>
              <a:uFillTx/>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PlaceHolder 1"/>
          <p:cNvSpPr>
            <a:spLocks noGrp="1"/>
          </p:cNvSpPr>
          <p:nvPr>
            <p:ph type="sldImg"/>
          </p:nvPr>
        </p:nvSpPr>
        <p:spPr>
          <a:xfrm>
            <a:off x="1152360" y="853920"/>
            <a:ext cx="4552560" cy="3416040"/>
          </a:xfrm>
          <a:prstGeom prst="rect">
            <a:avLst/>
          </a:prstGeom>
          <a:ln w="0">
            <a:noFill/>
          </a:ln>
        </p:spPr>
      </p:sp>
      <p:sp>
        <p:nvSpPr>
          <p:cNvPr id="295" name="PlaceHolder 2"/>
          <p:cNvSpPr>
            <a:spLocks noGrp="1"/>
          </p:cNvSpPr>
          <p:nvPr>
            <p:ph type="body"/>
          </p:nvPr>
        </p:nvSpPr>
        <p:spPr>
          <a:xfrm>
            <a:off x="914400" y="4641840"/>
            <a:ext cx="5028840" cy="4114440"/>
          </a:xfrm>
          <a:prstGeom prst="rect">
            <a:avLst/>
          </a:prstGeom>
          <a:noFill/>
          <a:ln w="0">
            <a:noFill/>
          </a:ln>
        </p:spPr>
        <p:txBody>
          <a:bodyPr numCol="1" spcCol="0" lIns="90360" rIns="90360" tIns="44280" bIns="44280" anchor="t">
            <a:noAutofit/>
          </a:bodyPr>
          <a:p>
            <a:pPr indent="0">
              <a:lnSpc>
                <a:spcPct val="100000"/>
              </a:lnSpc>
              <a:buNone/>
            </a:pPr>
            <a:r>
              <a:rPr lang="en-US" sz="2000" b="0" u="none" strike="noStrike">
                <a:solidFill>
                  <a:srgbClr val="000000"/>
                </a:solidFill>
                <a:effectLst/>
                <a:uFillTx/>
                <a:latin typeface="Arial"/>
              </a:rPr>
              <a:t>Sau khi phác thảo kiến trúc, chúng ta cần xác định các vấn đề cần giải quyết của hệ thống với kiến trúc được phác thảo. Những vấn đề này thường được xác định từ việc xem xét thuộc tính chất lượng và các khía cạnh quan tâm khác của hệ thống</a:t>
            </a:r>
            <a:endParaRPr lang="en-US" sz="2000" b="0" u="none" strike="noStrike">
              <a:solidFill>
                <a:srgbClr val="000000"/>
              </a:solidFill>
              <a:effectLst/>
              <a:uFillTx/>
              <a:latin typeface="Arial"/>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PlaceHolder 1"/>
          <p:cNvSpPr>
            <a:spLocks noGrp="1"/>
          </p:cNvSpPr>
          <p:nvPr>
            <p:ph type="sldImg"/>
          </p:nvPr>
        </p:nvSpPr>
        <p:spPr>
          <a:xfrm>
            <a:off x="1152360" y="853920"/>
            <a:ext cx="4552560" cy="3416040"/>
          </a:xfrm>
          <a:prstGeom prst="rect">
            <a:avLst/>
          </a:prstGeom>
          <a:ln w="0">
            <a:noFill/>
          </a:ln>
        </p:spPr>
      </p:sp>
      <p:sp>
        <p:nvSpPr>
          <p:cNvPr id="297" name="PlaceHolder 2"/>
          <p:cNvSpPr>
            <a:spLocks noGrp="1"/>
          </p:cNvSpPr>
          <p:nvPr>
            <p:ph type="body"/>
          </p:nvPr>
        </p:nvSpPr>
        <p:spPr>
          <a:xfrm>
            <a:off x="914400" y="4641840"/>
            <a:ext cx="5028840" cy="4114440"/>
          </a:xfrm>
          <a:prstGeom prst="rect">
            <a:avLst/>
          </a:prstGeom>
          <a:noFill/>
          <a:ln w="0">
            <a:noFill/>
          </a:ln>
        </p:spPr>
        <p:txBody>
          <a:bodyPr numCol="1" spcCol="0" lIns="90360" rIns="90360" tIns="44280" bIns="44280" anchor="t">
            <a:noAutofit/>
          </a:bodyPr>
          <a:p>
            <a:pPr indent="0">
              <a:lnSpc>
                <a:spcPct val="100000"/>
              </a:lnSpc>
              <a:buNone/>
            </a:pPr>
            <a:r>
              <a:rPr lang="en-US" sz="2000" b="0" u="none" strike="noStrike">
                <a:solidFill>
                  <a:srgbClr val="000000"/>
                </a:solidFill>
                <a:effectLst/>
                <a:uFillTx/>
                <a:latin typeface="Arial"/>
              </a:rPr>
              <a:t>Ví dụ về các vấn đề chính trong một hệ thống</a:t>
            </a:r>
            <a:endParaRPr lang="en-US" sz="2000" b="0" u="none" strike="noStrike">
              <a:solidFill>
                <a:srgbClr val="000000"/>
              </a:solidFill>
              <a:effectLst/>
              <a:uFillTx/>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PlaceHolder 1"/>
          <p:cNvSpPr>
            <a:spLocks noGrp="1"/>
          </p:cNvSpPr>
          <p:nvPr>
            <p:ph type="sldImg"/>
          </p:nvPr>
        </p:nvSpPr>
        <p:spPr>
          <a:xfrm>
            <a:off x="1152360" y="853920"/>
            <a:ext cx="4552560" cy="3416040"/>
          </a:xfrm>
          <a:prstGeom prst="rect">
            <a:avLst/>
          </a:prstGeom>
          <a:ln w="0">
            <a:noFill/>
          </a:ln>
        </p:spPr>
      </p:sp>
      <p:sp>
        <p:nvSpPr>
          <p:cNvPr id="299" name="PlaceHolder 2"/>
          <p:cNvSpPr>
            <a:spLocks noGrp="1"/>
          </p:cNvSpPr>
          <p:nvPr>
            <p:ph type="body"/>
          </p:nvPr>
        </p:nvSpPr>
        <p:spPr>
          <a:xfrm>
            <a:off x="914400" y="4641840"/>
            <a:ext cx="5028840" cy="4114440"/>
          </a:xfrm>
          <a:prstGeom prst="rect">
            <a:avLst/>
          </a:prstGeom>
          <a:noFill/>
          <a:ln w="0">
            <a:noFill/>
          </a:ln>
        </p:spPr>
        <p:txBody>
          <a:bodyPr numCol="1" spcCol="0" lIns="90360" rIns="90360" tIns="44280" bIns="44280" anchor="t">
            <a:noAutofit/>
          </a:bodyPr>
          <a:p>
            <a:pPr indent="0">
              <a:lnSpc>
                <a:spcPct val="100000"/>
              </a:lnSpc>
              <a:buNone/>
            </a:pPr>
            <a:r>
              <a:rPr lang="en-US" sz="2000" b="0" u="none" strike="noStrike">
                <a:solidFill>
                  <a:srgbClr val="000000"/>
                </a:solidFill>
                <a:effectLst/>
                <a:uFillTx/>
                <a:latin typeface="Arial"/>
              </a:rPr>
              <a:t>Là bản thiết kế kiến trúc ở mức cao</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Bao gồm cả kiểu ứng dụng, kiến trúc triển khai, kiểu kiến trúc, công nghệ được lựa chọn, thuộc tính chất lượng, các khía cạnh khác</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Kiểm tra các yêu cầu, ràng buộc để chuẩn bị cho vòng lặp tiếp theo.</a:t>
            </a:r>
            <a:endParaRPr lang="en-US" sz="2000" b="0" u="none" strike="noStrike">
              <a:solidFill>
                <a:srgbClr val="000000"/>
              </a:solidFill>
              <a:effectLst/>
              <a:uFillTx/>
              <a:latin typeface="Arial"/>
            </a:endParaRPr>
          </a:p>
        </p:txBody>
      </p:sp>
      <p:sp>
        <p:nvSpPr>
          <p:cNvPr id="300" name="PlaceHolder 3"/>
          <p:cNvSpPr>
            <a:spLocks noGrp="1"/>
          </p:cNvSpPr>
          <p:nvPr>
            <p:ph type="sldNum" idx="120"/>
          </p:nvPr>
        </p:nvSpPr>
        <p:spPr>
          <a:xfrm>
            <a:off x="3884400" y="9276840"/>
            <a:ext cx="2971800" cy="487440"/>
          </a:xfrm>
          <a:prstGeom prst="rect">
            <a:avLst/>
          </a:prstGeom>
          <a:noFill/>
          <a:ln w="0">
            <a:noFill/>
          </a:ln>
        </p:spPr>
        <p:txBody>
          <a:bodyPr lIns="90000" rIns="90000" tIns="45000" bIns="45000" anchor="t">
            <a:noAutofit/>
          </a:bodyPr>
          <a:lstStyle>
            <a:lvl1pPr indent="0">
              <a:lnSpc>
                <a:spcPct val="100000"/>
              </a:lnSpc>
              <a:buNone/>
              <a:defRPr lang="en-US" sz="2400" b="0" u="none" strike="noStrike">
                <a:solidFill>
                  <a:schemeClr val="dk1"/>
                </a:solidFill>
                <a:effectLst/>
                <a:uFillTx/>
                <a:latin typeface="Arial"/>
                <a:ea typeface="+mn-ea"/>
              </a:defRPr>
            </a:lvl1pPr>
          </a:lstStyle>
          <a:p>
            <a:pPr indent="0">
              <a:lnSpc>
                <a:spcPct val="100000"/>
              </a:lnSpc>
              <a:buNone/>
            </a:pPr>
            <a:fld id="{576C4E27-AF7D-4BF7-9594-CC3DBC38B0EB}" type="slidenum">
              <a:rPr lang="en-US" sz="2400" b="0" u="none" strike="noStrike">
                <a:solidFill>
                  <a:schemeClr val="dk1"/>
                </a:solidFill>
                <a:effectLst/>
                <a:uFillTx/>
                <a:latin typeface="Arial"/>
                <a:ea typeface="+mn-ea"/>
              </a:rPr>
              <a:t>&lt;number&gt;</a:t>
            </a:fld>
            <a:endParaRPr lang="en-US" sz="24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 name="PlaceHolder 1"/>
          <p:cNvSpPr>
            <a:spLocks noGrp="1"/>
          </p:cNvSpPr>
          <p:nvPr>
            <p:ph type="sldImg"/>
          </p:nvPr>
        </p:nvSpPr>
        <p:spPr>
          <a:xfrm>
            <a:off x="1152360" y="853920"/>
            <a:ext cx="4552560" cy="3416040"/>
          </a:xfrm>
          <a:prstGeom prst="rect">
            <a:avLst/>
          </a:prstGeom>
          <a:ln w="0">
            <a:noFill/>
          </a:ln>
        </p:spPr>
      </p:sp>
      <p:sp>
        <p:nvSpPr>
          <p:cNvPr id="302" name="PlaceHolder 2"/>
          <p:cNvSpPr>
            <a:spLocks noGrp="1"/>
          </p:cNvSpPr>
          <p:nvPr>
            <p:ph type="body"/>
          </p:nvPr>
        </p:nvSpPr>
        <p:spPr>
          <a:xfrm>
            <a:off x="914400" y="4641840"/>
            <a:ext cx="5028840" cy="4114440"/>
          </a:xfrm>
          <a:prstGeom prst="rect">
            <a:avLst/>
          </a:prstGeom>
          <a:noFill/>
          <a:ln w="0">
            <a:noFill/>
          </a:ln>
        </p:spPr>
        <p:txBody>
          <a:bodyPr numCol="1" spcCol="0" lIns="90360" rIns="90360" tIns="44280" bIns="44280" anchor="t">
            <a:noAutofit/>
          </a:bodyPr>
          <a:p>
            <a:pPr indent="0">
              <a:lnSpc>
                <a:spcPct val="100000"/>
              </a:lnSpc>
              <a:buNone/>
            </a:pPr>
            <a:r>
              <a:rPr lang="en-US" sz="2000" b="0" u="none" strike="noStrike">
                <a:solidFill>
                  <a:srgbClr val="000000"/>
                </a:solidFill>
                <a:effectLst/>
                <a:uFillTx/>
                <a:latin typeface="Arial"/>
              </a:rPr>
              <a:t>(đọc slide)</a:t>
            </a:r>
            <a:endParaRPr lang="en-US" sz="2000" b="0" u="none" strike="noStrike">
              <a:solidFill>
                <a:srgbClr val="000000"/>
              </a:solidFill>
              <a:effectLst/>
              <a:uFillTx/>
              <a:latin typeface="Arial"/>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 name="PlaceHolder 1"/>
          <p:cNvSpPr>
            <a:spLocks noGrp="1"/>
          </p:cNvSpPr>
          <p:nvPr>
            <p:ph type="sldImg"/>
          </p:nvPr>
        </p:nvSpPr>
        <p:spPr>
          <a:xfrm>
            <a:off x="1152360" y="853920"/>
            <a:ext cx="4552560" cy="3416040"/>
          </a:xfrm>
          <a:prstGeom prst="rect">
            <a:avLst/>
          </a:prstGeom>
          <a:ln w="0">
            <a:noFill/>
          </a:ln>
        </p:spPr>
      </p:sp>
      <p:sp>
        <p:nvSpPr>
          <p:cNvPr id="304" name="PlaceHolder 2"/>
          <p:cNvSpPr>
            <a:spLocks noGrp="1"/>
          </p:cNvSpPr>
          <p:nvPr>
            <p:ph type="body"/>
          </p:nvPr>
        </p:nvSpPr>
        <p:spPr>
          <a:xfrm>
            <a:off x="914400" y="4641840"/>
            <a:ext cx="5028840" cy="4114440"/>
          </a:xfrm>
          <a:prstGeom prst="rect">
            <a:avLst/>
          </a:prstGeom>
          <a:noFill/>
          <a:ln w="0">
            <a:noFill/>
          </a:ln>
        </p:spPr>
        <p:txBody>
          <a:bodyPr numCol="1" spcCol="0" lIns="90360" rIns="90360" tIns="44280" bIns="44280" anchor="t">
            <a:noAutofit/>
          </a:bodyPr>
          <a:p>
            <a:pPr indent="0">
              <a:lnSpc>
                <a:spcPct val="100000"/>
              </a:lnSpc>
              <a:buNone/>
            </a:pPr>
            <a:r>
              <a:rPr lang="en-US" sz="2000" b="0" u="none" strike="noStrike">
                <a:solidFill>
                  <a:srgbClr val="000000"/>
                </a:solidFill>
                <a:effectLst/>
                <a:uFillTx/>
                <a:latin typeface="Arial"/>
              </a:rPr>
              <a:t>(đọc slide)</a:t>
            </a:r>
            <a:endParaRPr lang="en-US" sz="2000" b="0" u="none" strike="noStrike">
              <a:solidFill>
                <a:srgbClr val="000000"/>
              </a:solidFill>
              <a:effectLst/>
              <a:uFillTx/>
              <a:latin typeface="Arial"/>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 name="PlaceHolder 1"/>
          <p:cNvSpPr>
            <a:spLocks noGrp="1"/>
          </p:cNvSpPr>
          <p:nvPr>
            <p:ph type="sldImg"/>
          </p:nvPr>
        </p:nvSpPr>
        <p:spPr>
          <a:xfrm>
            <a:off x="1152360" y="853920"/>
            <a:ext cx="4552560" cy="3416040"/>
          </a:xfrm>
          <a:prstGeom prst="rect">
            <a:avLst/>
          </a:prstGeom>
          <a:ln w="0">
            <a:noFill/>
          </a:ln>
        </p:spPr>
      </p:sp>
      <p:sp>
        <p:nvSpPr>
          <p:cNvPr id="306" name="PlaceHolder 2"/>
          <p:cNvSpPr>
            <a:spLocks noGrp="1"/>
          </p:cNvSpPr>
          <p:nvPr>
            <p:ph type="body"/>
          </p:nvPr>
        </p:nvSpPr>
        <p:spPr>
          <a:xfrm>
            <a:off x="914400" y="4641840"/>
            <a:ext cx="5028840" cy="4114440"/>
          </a:xfrm>
          <a:prstGeom prst="rect">
            <a:avLst/>
          </a:prstGeom>
          <a:noFill/>
          <a:ln w="0">
            <a:noFill/>
          </a:ln>
        </p:spPr>
        <p:txBody>
          <a:bodyPr numCol="1" spcCol="0" lIns="90360" rIns="90360" tIns="44280" bIns="44280" anchor="t">
            <a:noAutofit/>
          </a:bodyPr>
          <a:p>
            <a:pPr indent="0">
              <a:lnSpc>
                <a:spcPct val="100000"/>
              </a:lnSpc>
              <a:buNone/>
            </a:pPr>
            <a:r>
              <a:rPr lang="en-US" sz="2000" b="0" u="none" strike="noStrike">
                <a:solidFill>
                  <a:srgbClr val="000000"/>
                </a:solidFill>
                <a:effectLst/>
                <a:uFillTx/>
                <a:latin typeface="Arial"/>
              </a:rPr>
              <a:t>Kiểu phân lớp thể hiện cấu trúc tĩnh của hệ thống</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Ưu điểm</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Cho phép thay thế từng lớp một (giữ nguyên giao diện với các lớp khác)</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Thuận tiện cho việc kiểm thử</a:t>
            </a:r>
            <a:endParaRPr lang="en-US" sz="2000" b="0" u="none" strike="noStrike">
              <a:solidFill>
                <a:srgbClr val="000000"/>
              </a:solidFill>
              <a:effectLst/>
              <a:uFillTx/>
              <a:latin typeface="Arial"/>
            </a:endParaRPr>
          </a:p>
          <a:p>
            <a:pPr indent="0">
              <a:lnSpc>
                <a:spcPct val="100000"/>
              </a:lnSpc>
              <a:buNone/>
            </a:pPr>
            <a:r>
              <a:rPr lang="en-GB" sz="2000" b="0" u="none" strike="noStrike">
                <a:solidFill>
                  <a:srgbClr val="000000"/>
                </a:solidFill>
                <a:effectLst/>
                <a:uFillTx/>
                <a:latin typeface="Arial"/>
              </a:rPr>
              <a:t>Dễ quản lý</a:t>
            </a:r>
            <a:endParaRPr lang="en-US" sz="2000" b="0" u="none" strike="noStrike">
              <a:solidFill>
                <a:srgbClr val="000000"/>
              </a:solidFill>
              <a:effectLst/>
              <a:uFillTx/>
              <a:latin typeface="Arial"/>
            </a:endParaRPr>
          </a:p>
          <a:p>
            <a:pPr indent="0">
              <a:lnSpc>
                <a:spcPct val="100000"/>
              </a:lnSpc>
              <a:buNone/>
            </a:pPr>
            <a:r>
              <a:rPr lang="en-GB" sz="2000" b="0" u="none" strike="noStrike">
                <a:solidFill>
                  <a:srgbClr val="000000"/>
                </a:solidFill>
                <a:effectLst/>
                <a:uFillTx/>
                <a:latin typeface="Arial"/>
              </a:rPr>
              <a:t>Khả năng tái sử dụng cao</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Nhược điểm</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Hiệu năng</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Duy trì sự tương tác giữa các lớp theo thiết kế</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 name="PlaceHolder 1"/>
          <p:cNvSpPr>
            <a:spLocks noGrp="1"/>
          </p:cNvSpPr>
          <p:nvPr>
            <p:ph type="sldImg"/>
          </p:nvPr>
        </p:nvSpPr>
        <p:spPr>
          <a:xfrm>
            <a:off x="1152360" y="853920"/>
            <a:ext cx="4552560" cy="3416040"/>
          </a:xfrm>
          <a:prstGeom prst="rect">
            <a:avLst/>
          </a:prstGeom>
          <a:ln w="0">
            <a:noFill/>
          </a:ln>
        </p:spPr>
      </p:sp>
      <p:sp>
        <p:nvSpPr>
          <p:cNvPr id="308" name="PlaceHolder 2"/>
          <p:cNvSpPr>
            <a:spLocks noGrp="1"/>
          </p:cNvSpPr>
          <p:nvPr>
            <p:ph type="body"/>
          </p:nvPr>
        </p:nvSpPr>
        <p:spPr>
          <a:xfrm>
            <a:off x="914400" y="4641840"/>
            <a:ext cx="5028840" cy="4114440"/>
          </a:xfrm>
          <a:prstGeom prst="rect">
            <a:avLst/>
          </a:prstGeom>
          <a:noFill/>
          <a:ln w="0">
            <a:noFill/>
          </a:ln>
        </p:spPr>
        <p:txBody>
          <a:bodyPr numCol="1" spcCol="0" lIns="90360" rIns="90360" tIns="44280" bIns="44280" anchor="t">
            <a:noAutofit/>
          </a:bodyPr>
          <a:p>
            <a:pPr indent="0">
              <a:lnSpc>
                <a:spcPct val="100000"/>
              </a:lnSpc>
              <a:buNone/>
            </a:pPr>
            <a:r>
              <a:rPr lang="en-US" sz="2000" b="0" u="none" strike="noStrike">
                <a:solidFill>
                  <a:srgbClr val="000000"/>
                </a:solidFill>
                <a:effectLst/>
                <a:uFillTx/>
                <a:latin typeface="Arial"/>
              </a:rPr>
              <a:t>Các bộ lọc độc lập với nhau và chỉ “biết” đầu của ống dẫn gắn đến nó (không cần biết dẫn đến đâu)</a:t>
            </a:r>
            <a:endParaRPr lang="en-US" sz="2000" b="0" u="none" strike="noStrike">
              <a:solidFill>
                <a:srgbClr val="000000"/>
              </a:solidFill>
              <a:effectLst/>
              <a:uFillTx/>
              <a:latin typeface="Arial"/>
            </a:endParaRPr>
          </a:p>
        </p:txBody>
      </p:sp>
      <p:sp>
        <p:nvSpPr>
          <p:cNvPr id="309" name="PlaceHolder 3"/>
          <p:cNvSpPr>
            <a:spLocks noGrp="1"/>
          </p:cNvSpPr>
          <p:nvPr>
            <p:ph type="sldNum" idx="121"/>
          </p:nvPr>
        </p:nvSpPr>
        <p:spPr>
          <a:xfrm>
            <a:off x="3884400" y="9276840"/>
            <a:ext cx="2971800" cy="487440"/>
          </a:xfrm>
          <a:prstGeom prst="rect">
            <a:avLst/>
          </a:prstGeom>
          <a:noFill/>
          <a:ln w="0">
            <a:noFill/>
          </a:ln>
        </p:spPr>
        <p:txBody>
          <a:bodyPr lIns="90000" rIns="90000" tIns="45000" bIns="45000" anchor="t">
            <a:noAutofit/>
          </a:bodyPr>
          <a:lstStyle>
            <a:lvl1pPr indent="0">
              <a:lnSpc>
                <a:spcPct val="100000"/>
              </a:lnSpc>
              <a:buNone/>
              <a:defRPr lang="en-US" sz="2400" b="0" u="none" strike="noStrike">
                <a:solidFill>
                  <a:schemeClr val="dk1"/>
                </a:solidFill>
                <a:effectLst/>
                <a:uFillTx/>
                <a:latin typeface="Arial"/>
                <a:ea typeface="+mn-ea"/>
              </a:defRPr>
            </a:lvl1pPr>
          </a:lstStyle>
          <a:p>
            <a:pPr indent="0">
              <a:lnSpc>
                <a:spcPct val="100000"/>
              </a:lnSpc>
              <a:buNone/>
            </a:pPr>
            <a:fld id="{BF353840-A045-4220-8186-6B4A02F13CEA}" type="slidenum">
              <a:rPr lang="en-US" sz="2400" b="0" u="none" strike="noStrike">
                <a:solidFill>
                  <a:schemeClr val="dk1"/>
                </a:solidFill>
                <a:effectLst/>
                <a:uFillTx/>
                <a:latin typeface="Arial"/>
                <a:ea typeface="+mn-ea"/>
              </a:rPr>
              <a:t>&lt;number&gt;</a:t>
            </a:fld>
            <a:endParaRPr lang="en-US" sz="24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PlaceHolder 1"/>
          <p:cNvSpPr>
            <a:spLocks noGrp="1"/>
          </p:cNvSpPr>
          <p:nvPr>
            <p:ph type="sldImg"/>
          </p:nvPr>
        </p:nvSpPr>
        <p:spPr>
          <a:xfrm>
            <a:off x="1152360" y="853920"/>
            <a:ext cx="4552560" cy="3416040"/>
          </a:xfrm>
          <a:prstGeom prst="rect">
            <a:avLst/>
          </a:prstGeom>
          <a:ln w="0">
            <a:noFill/>
          </a:ln>
        </p:spPr>
      </p:sp>
      <p:sp>
        <p:nvSpPr>
          <p:cNvPr id="311" name="PlaceHolder 2"/>
          <p:cNvSpPr>
            <a:spLocks noGrp="1"/>
          </p:cNvSpPr>
          <p:nvPr>
            <p:ph type="body"/>
          </p:nvPr>
        </p:nvSpPr>
        <p:spPr>
          <a:xfrm>
            <a:off x="914400" y="4641840"/>
            <a:ext cx="5028840" cy="4114440"/>
          </a:xfrm>
          <a:prstGeom prst="rect">
            <a:avLst/>
          </a:prstGeom>
          <a:noFill/>
          <a:ln w="0">
            <a:noFill/>
          </a:ln>
        </p:spPr>
        <p:txBody>
          <a:bodyPr numCol="1" spcCol="0" lIns="90360" rIns="90360" tIns="44280" bIns="44280" anchor="t">
            <a:noAutofit/>
          </a:bodyPr>
          <a:p>
            <a:pPr indent="0">
              <a:lnSpc>
                <a:spcPct val="100000"/>
              </a:lnSpc>
              <a:buNone/>
            </a:pPr>
            <a:r>
              <a:rPr lang="en-US" sz="2000" b="0" u="none" strike="noStrike">
                <a:solidFill>
                  <a:srgbClr val="000000"/>
                </a:solidFill>
                <a:effectLst/>
                <a:uFillTx/>
                <a:latin typeface="Arial"/>
              </a:rPr>
              <a:t>Các thành phần thường độc lập với nhau về cách cài đặt (ngôn ngữ lập trình có thế khác nhau). Việc triển khai cũng độc lập</a:t>
            </a:r>
            <a:endParaRPr lang="en-US" sz="2000" b="0" u="none" strike="noStrike">
              <a:solidFill>
                <a:srgbClr val="000000"/>
              </a:solidFill>
              <a:effectLst/>
              <a:uFillTx/>
              <a:latin typeface="Arial"/>
            </a:endParaRPr>
          </a:p>
        </p:txBody>
      </p:sp>
      <p:sp>
        <p:nvSpPr>
          <p:cNvPr id="312" name="PlaceHolder 3"/>
          <p:cNvSpPr>
            <a:spLocks noGrp="1"/>
          </p:cNvSpPr>
          <p:nvPr>
            <p:ph type="sldNum" idx="122"/>
          </p:nvPr>
        </p:nvSpPr>
        <p:spPr>
          <a:xfrm>
            <a:off x="3884400" y="9276840"/>
            <a:ext cx="2971800" cy="487440"/>
          </a:xfrm>
          <a:prstGeom prst="rect">
            <a:avLst/>
          </a:prstGeom>
          <a:noFill/>
          <a:ln w="0">
            <a:noFill/>
          </a:ln>
        </p:spPr>
        <p:txBody>
          <a:bodyPr lIns="90000" rIns="90000" tIns="45000" bIns="45000" anchor="t">
            <a:noAutofit/>
          </a:bodyPr>
          <a:lstStyle>
            <a:lvl1pPr indent="0">
              <a:lnSpc>
                <a:spcPct val="100000"/>
              </a:lnSpc>
              <a:buNone/>
              <a:defRPr lang="en-US" sz="2400" b="0" u="none" strike="noStrike">
                <a:solidFill>
                  <a:schemeClr val="dk1"/>
                </a:solidFill>
                <a:effectLst/>
                <a:uFillTx/>
                <a:latin typeface="Arial"/>
                <a:ea typeface="+mn-ea"/>
              </a:defRPr>
            </a:lvl1pPr>
          </a:lstStyle>
          <a:p>
            <a:pPr indent="0">
              <a:lnSpc>
                <a:spcPct val="100000"/>
              </a:lnSpc>
              <a:buNone/>
            </a:pPr>
            <a:fld id="{8D71ABA9-C9C6-46C5-8940-527E1D8D865C}" type="slidenum">
              <a:rPr lang="en-US" sz="2400" b="0" u="none" strike="noStrike">
                <a:solidFill>
                  <a:schemeClr val="dk1"/>
                </a:solidFill>
                <a:effectLst/>
                <a:uFillTx/>
                <a:latin typeface="Arial"/>
                <a:ea typeface="+mn-ea"/>
              </a:rPr>
              <a:t>&lt;number&gt;</a:t>
            </a:fld>
            <a:endParaRPr lang="en-US" sz="24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 name="PlaceHolder 1"/>
          <p:cNvSpPr>
            <a:spLocks noGrp="1"/>
          </p:cNvSpPr>
          <p:nvPr>
            <p:ph type="sldImg"/>
          </p:nvPr>
        </p:nvSpPr>
        <p:spPr>
          <a:xfrm>
            <a:off x="1152360" y="853920"/>
            <a:ext cx="4552560" cy="3416040"/>
          </a:xfrm>
          <a:prstGeom prst="rect">
            <a:avLst/>
          </a:prstGeom>
          <a:ln w="0">
            <a:noFill/>
          </a:ln>
        </p:spPr>
      </p:sp>
      <p:sp>
        <p:nvSpPr>
          <p:cNvPr id="314" name="PlaceHolder 2"/>
          <p:cNvSpPr>
            <a:spLocks noGrp="1"/>
          </p:cNvSpPr>
          <p:nvPr>
            <p:ph type="body"/>
          </p:nvPr>
        </p:nvSpPr>
        <p:spPr>
          <a:xfrm>
            <a:off x="914400" y="4641840"/>
            <a:ext cx="5028840" cy="4114440"/>
          </a:xfrm>
          <a:prstGeom prst="rect">
            <a:avLst/>
          </a:prstGeom>
          <a:noFill/>
          <a:ln w="0">
            <a:noFill/>
          </a:ln>
        </p:spPr>
        <p:txBody>
          <a:bodyPr numCol="1" spcCol="0" lIns="90360" rIns="90360" tIns="44280" bIns="44280" anchor="t">
            <a:noAutofit/>
          </a:bodyPr>
          <a:p>
            <a:pPr indent="0">
              <a:lnSpc>
                <a:spcPct val="100000"/>
              </a:lnSpc>
              <a:buNone/>
            </a:pPr>
            <a:r>
              <a:rPr lang="en-US" sz="2000" b="0" u="none" strike="noStrike">
                <a:solidFill>
                  <a:srgbClr val="000000"/>
                </a:solidFill>
                <a:effectLst/>
                <a:uFillTx/>
                <a:latin typeface="Arial"/>
              </a:rPr>
              <a:t>Với n thành phần, thay vì phải có n*(n-1)/2 kết nối để liên kết các thành phần, chúng ta sử dụng ESB (Enterprise service bus) để thay thế. Với công nghệ này, chúng ta chỉ cần n kết nối đến ESB từ các thành phần. Các thành phần có thể được cài đặt bằng các công nghệ khác nhau.</a:t>
            </a:r>
            <a:endParaRPr lang="en-US" sz="2000" b="0" u="none" strike="noStrike">
              <a:solidFill>
                <a:srgbClr val="000000"/>
              </a:solidFill>
              <a:effectLst/>
              <a:uFillTx/>
              <a:latin typeface="Arial"/>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 name="PlaceHolder 1"/>
          <p:cNvSpPr>
            <a:spLocks noGrp="1"/>
          </p:cNvSpPr>
          <p:nvPr>
            <p:ph type="sldImg"/>
          </p:nvPr>
        </p:nvSpPr>
        <p:spPr>
          <a:xfrm>
            <a:off x="1152360" y="853920"/>
            <a:ext cx="4552560" cy="3416040"/>
          </a:xfrm>
          <a:prstGeom prst="rect">
            <a:avLst/>
          </a:prstGeom>
          <a:ln w="0">
            <a:noFill/>
          </a:ln>
        </p:spPr>
      </p:sp>
      <p:sp>
        <p:nvSpPr>
          <p:cNvPr id="316" name="PlaceHolder 2"/>
          <p:cNvSpPr>
            <a:spLocks noGrp="1"/>
          </p:cNvSpPr>
          <p:nvPr>
            <p:ph type="body"/>
          </p:nvPr>
        </p:nvSpPr>
        <p:spPr>
          <a:xfrm>
            <a:off x="914400" y="4641840"/>
            <a:ext cx="5028840" cy="4114440"/>
          </a:xfrm>
          <a:prstGeom prst="rect">
            <a:avLst/>
          </a:prstGeom>
          <a:noFill/>
          <a:ln w="0">
            <a:noFill/>
          </a:ln>
        </p:spPr>
        <p:txBody>
          <a:bodyPr numCol="1" spcCol="0" lIns="90360" rIns="90360" tIns="44280" bIns="44280" anchor="t">
            <a:noAutofit/>
          </a:bodyPr>
          <a:p>
            <a:pPr indent="0">
              <a:lnSpc>
                <a:spcPct val="100000"/>
              </a:lnSpc>
              <a:buNone/>
            </a:pPr>
            <a:r>
              <a:rPr lang="en-US" sz="2000" b="0" u="none" strike="noStrike">
                <a:solidFill>
                  <a:srgbClr val="000000"/>
                </a:solidFill>
                <a:effectLst/>
                <a:uFillTx/>
                <a:latin typeface="Arial"/>
              </a:rPr>
              <a:t>(đọc slide)</a:t>
            </a:r>
            <a:endParaRPr lang="en-US" sz="2000" b="0" u="none" strike="noStrike">
              <a:solidFill>
                <a:srgbClr val="000000"/>
              </a:solidFill>
              <a:effectLst/>
              <a:uFillTx/>
              <a:latin typeface="Arial"/>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PlaceHolder 1"/>
          <p:cNvSpPr>
            <a:spLocks noGrp="1"/>
          </p:cNvSpPr>
          <p:nvPr>
            <p:ph type="sldImg"/>
          </p:nvPr>
        </p:nvSpPr>
        <p:spPr>
          <a:xfrm>
            <a:off x="1152360" y="853920"/>
            <a:ext cx="4552560" cy="3416040"/>
          </a:xfrm>
          <a:prstGeom prst="rect">
            <a:avLst/>
          </a:prstGeom>
          <a:ln w="0">
            <a:noFill/>
          </a:ln>
        </p:spPr>
      </p:sp>
      <p:sp>
        <p:nvSpPr>
          <p:cNvPr id="318" name="PlaceHolder 2"/>
          <p:cNvSpPr>
            <a:spLocks noGrp="1"/>
          </p:cNvSpPr>
          <p:nvPr>
            <p:ph type="body"/>
          </p:nvPr>
        </p:nvSpPr>
        <p:spPr>
          <a:xfrm>
            <a:off x="914400" y="4641840"/>
            <a:ext cx="5028840" cy="4114440"/>
          </a:xfrm>
          <a:prstGeom prst="rect">
            <a:avLst/>
          </a:prstGeom>
          <a:noFill/>
          <a:ln w="0">
            <a:noFill/>
          </a:ln>
        </p:spPr>
        <p:txBody>
          <a:bodyPr numCol="1" spcCol="0" lIns="90360" rIns="90360" tIns="44280" bIns="44280" anchor="t">
            <a:noAutofit/>
          </a:bodyPr>
          <a:p>
            <a:pPr indent="0">
              <a:lnSpc>
                <a:spcPct val="100000"/>
              </a:lnSpc>
              <a:buNone/>
            </a:pPr>
            <a:r>
              <a:rPr lang="en-US" sz="2000" b="0" u="none" strike="noStrike">
                <a:solidFill>
                  <a:srgbClr val="000000"/>
                </a:solidFill>
                <a:effectLst/>
                <a:uFillTx/>
                <a:latin typeface="Arial"/>
              </a:rPr>
              <a:t>Các bước tương tác trong kiến trúc hướng dịch vụ. Service provider sẽ cung cấp thông tin về dịch vụ lên Danh bạ (Service Registry). Khi Client muốn sử dụng một chức năng nào đó, Client sẽ tìm kiếm thông tin về dịch vụ cung cấp chức năng đấy từ Service Registry. Sau khi có thông tin về dịch vụ, Client sẽ kết nối trực tiếp đến dịch vụ và sử dụng các chức năng được cung cấp.</a:t>
            </a:r>
            <a:endParaRPr lang="en-US" sz="2000" b="0" u="none" strike="noStrike">
              <a:solidFill>
                <a:srgbClr val="000000"/>
              </a:solidFill>
              <a:effectLst/>
              <a:uFillTx/>
              <a:latin typeface="Arial"/>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PlaceHolder 1"/>
          <p:cNvSpPr>
            <a:spLocks noGrp="1"/>
          </p:cNvSpPr>
          <p:nvPr>
            <p:ph type="sldNum" idx="123"/>
          </p:nvPr>
        </p:nvSpPr>
        <p:spPr>
          <a:xfrm>
            <a:off x="3884400" y="9276840"/>
            <a:ext cx="2971800" cy="487440"/>
          </a:xfrm>
          <a:prstGeom prst="rect">
            <a:avLst/>
          </a:prstGeom>
          <a:noFill/>
          <a:ln w="0">
            <a:noFill/>
          </a:ln>
        </p:spPr>
        <p:txBody>
          <a:bodyPr lIns="90000" rIns="90000" tIns="45000" bIns="45000" anchor="t">
            <a:noAutofit/>
          </a:bodyPr>
          <a:lstStyle>
            <a:lvl1pPr indent="0">
              <a:lnSpc>
                <a:spcPct val="100000"/>
              </a:lnSpc>
              <a:buNone/>
              <a:defRPr lang="tr-TR" sz="2400" b="0" u="none" strike="noStrike">
                <a:solidFill>
                  <a:schemeClr val="dk1"/>
                </a:solidFill>
                <a:effectLst/>
                <a:uFillTx/>
                <a:latin typeface="Arial"/>
                <a:ea typeface="+mn-ea"/>
              </a:defRPr>
            </a:lvl1pPr>
          </a:lstStyle>
          <a:p>
            <a:pPr indent="0">
              <a:lnSpc>
                <a:spcPct val="100000"/>
              </a:lnSpc>
              <a:buNone/>
            </a:pPr>
            <a:fld id="{577A78C2-9708-428B-AF44-98A9855F93E4}" type="slidenum">
              <a:rPr lang="tr-TR" sz="2400" b="0" u="none" strike="noStrike">
                <a:solidFill>
                  <a:schemeClr val="dk1"/>
                </a:solidFill>
                <a:effectLst/>
                <a:uFillTx/>
                <a:latin typeface="Arial"/>
                <a:ea typeface="+mn-ea"/>
              </a:rPr>
              <a:t>&lt;number&gt;</a:t>
            </a:fld>
            <a:endParaRPr lang="en-US" sz="2400" b="0" u="none" strike="noStrike">
              <a:solidFill>
                <a:srgbClr val="000000"/>
              </a:solidFill>
              <a:effectLst/>
              <a:uFillTx/>
              <a:latin typeface="Times New Roman"/>
            </a:endParaRPr>
          </a:p>
        </p:txBody>
      </p:sp>
      <p:sp>
        <p:nvSpPr>
          <p:cNvPr id="320" name="PlaceHolder 2"/>
          <p:cNvSpPr>
            <a:spLocks noGrp="1"/>
          </p:cNvSpPr>
          <p:nvPr>
            <p:ph type="sldImg"/>
          </p:nvPr>
        </p:nvSpPr>
        <p:spPr>
          <a:xfrm>
            <a:off x="1152360" y="853920"/>
            <a:ext cx="4552560" cy="3416040"/>
          </a:xfrm>
          <a:prstGeom prst="rect">
            <a:avLst/>
          </a:prstGeom>
          <a:ln w="0">
            <a:noFill/>
          </a:ln>
        </p:spPr>
      </p:sp>
      <p:sp>
        <p:nvSpPr>
          <p:cNvPr id="321" name="PlaceHolder 3"/>
          <p:cNvSpPr>
            <a:spLocks noGrp="1"/>
          </p:cNvSpPr>
          <p:nvPr>
            <p:ph type="body"/>
          </p:nvPr>
        </p:nvSpPr>
        <p:spPr>
          <a:xfrm>
            <a:off x="914400" y="4641840"/>
            <a:ext cx="5028840" cy="4114440"/>
          </a:xfrm>
          <a:prstGeom prst="rect">
            <a:avLst/>
          </a:prstGeom>
          <a:noFill/>
          <a:ln w="0">
            <a:noFill/>
          </a:ln>
        </p:spPr>
        <p:txBody>
          <a:bodyPr numCol="1" spcCol="0" lIns="90360" rIns="90360" tIns="44280" bIns="44280" anchor="t">
            <a:noAutofit/>
          </a:bodyPr>
          <a:p>
            <a:pPr indent="0">
              <a:buNone/>
            </a:pPr>
            <a:endParaRPr lang="en-US" sz="1800" b="0" u="none" strike="noStrik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2920" y="2122560"/>
            <a:ext cx="7739640" cy="14641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chemeClr val="accent6">
                    <a:lumMod val="50000"/>
                  </a:schemeClr>
                </a:solidFill>
                <a:effectLst/>
                <a:uFillTx/>
                <a:latin typeface="Calibri"/>
              </a:rPr>
              <a:t>Click to edit Master title style</a:t>
            </a:r>
            <a:endParaRPr lang="en-GB" sz="4200" b="0" u="none" strike="noStrike">
              <a:solidFill>
                <a:schemeClr val="dk1"/>
              </a:solidFill>
              <a:effectLst/>
              <a:uFillTx/>
              <a:latin typeface="Times New Roman"/>
            </a:endParaRPr>
          </a:p>
        </p:txBody>
      </p:sp>
      <p:sp>
        <p:nvSpPr>
          <p:cNvPr id="3" name="PlaceHolder 2"/>
          <p:cNvSpPr>
            <a:spLocks noGrp="1"/>
          </p:cNvSpPr>
          <p:nvPr>
            <p:ph type="dt" idx="1"/>
          </p:nvPr>
        </p:nvSpPr>
        <p:spPr>
          <a:xfrm>
            <a:off x="455400" y="6332760"/>
            <a:ext cx="2124360" cy="363240"/>
          </a:xfrm>
          <a:prstGeom prst="rect">
            <a:avLst/>
          </a:prstGeom>
          <a:noFill/>
          <a:ln w="0">
            <a:noFill/>
          </a:ln>
        </p:spPr>
        <p:txBody>
          <a:bodyPr lIns="86760" rIns="86760" tIns="43560" bIns="43560" anchor="ctr">
            <a:noAutofit/>
          </a:bodyPr>
          <a:lstStyle>
            <a:lvl1pPr indent="0">
              <a:lnSpc>
                <a:spcPct val="100000"/>
              </a:lnSpc>
              <a:buNone/>
              <a:defRPr lang="en-US" sz="1100" b="0" u="none" strike="noStrike">
                <a:solidFill>
                  <a:schemeClr val="dk1">
                    <a:tint val="75000"/>
                  </a:schemeClr>
                </a:solidFill>
                <a:effectLst/>
                <a:uFillTx/>
                <a:latin typeface="Calibri"/>
              </a:defRPr>
            </a:lvl1pPr>
          </a:lstStyle>
          <a:p>
            <a:pPr indent="0">
              <a:lnSpc>
                <a:spcPct val="100000"/>
              </a:lnSpc>
              <a:buNone/>
            </a:pPr>
            <a:r>
              <a:rPr lang="en-US" sz="1100" b="0" u="none" strike="noStrike">
                <a:solidFill>
                  <a:schemeClr val="dk1">
                    <a:tint val="75000"/>
                  </a:schemeClr>
                </a:solidFill>
                <a:effectLst/>
                <a:uFillTx/>
                <a:latin typeface="Calibri"/>
              </a:rPr>
              <a:t>&lt;date/time&gt;</a:t>
            </a:r>
            <a:endParaRPr lang="en-US" sz="1100" b="0" u="none" strike="noStrike">
              <a:solidFill>
                <a:srgbClr val="000000"/>
              </a:solidFill>
              <a:effectLst/>
              <a:uFillTx/>
              <a:latin typeface="Times New Roman"/>
            </a:endParaRPr>
          </a:p>
        </p:txBody>
      </p:sp>
      <p:sp>
        <p:nvSpPr>
          <p:cNvPr id="4" name="PlaceHolder 3"/>
          <p:cNvSpPr>
            <a:spLocks noGrp="1"/>
          </p:cNvSpPr>
          <p:nvPr>
            <p:ph type="ftr" idx="2"/>
          </p:nvPr>
        </p:nvSpPr>
        <p:spPr>
          <a:xfrm>
            <a:off x="2266920" y="6332760"/>
            <a:ext cx="434304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&lt;footer&gt;</a:t>
            </a:r>
            <a:endParaRPr lang="en-US" sz="11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Calibri"/>
              </a:defRPr>
            </a:lvl1pPr>
          </a:lstStyle>
          <a:p>
            <a:pPr indent="0" algn="r">
              <a:lnSpc>
                <a:spcPct val="100000"/>
              </a:lnSpc>
              <a:buNone/>
            </a:pPr>
            <a:fld id="{691BC3B9-C944-404F-9DAB-6913F238C564}" type="slidenum">
              <a:rPr lang="en-US" sz="1100" b="0" u="none" strike="noStrike">
                <a:solidFill>
                  <a:schemeClr val="dk1">
                    <a:tint val="75000"/>
                  </a:schemeClr>
                </a:solidFill>
                <a:effectLst/>
                <a:uFillTx/>
                <a:latin typeface="Calibri"/>
              </a:rPr>
              <a:t>&lt;number&gt;</a:t>
            </a:fld>
            <a:endParaRPr lang="en-US" sz="1100" b="0" u="none" strike="noStrike">
              <a:solidFill>
                <a:srgbClr val="000000"/>
              </a:solidFill>
              <a:effectLst/>
              <a:uFillTx/>
              <a:latin typeface="Times New Roman"/>
            </a:endParaRPr>
          </a:p>
        </p:txBody>
      </p:sp>
      <p:sp>
        <p:nvSpPr>
          <p:cNvPr id="6" name="PlaceHolder 5"/>
          <p:cNvSpPr>
            <a:spLocks noGrp="1"/>
          </p:cNvSpPr>
          <p:nvPr>
            <p:ph type="body"/>
          </p:nvPr>
        </p:nvSpPr>
        <p:spPr>
          <a:xfrm>
            <a:off x="455040" y="1598760"/>
            <a:ext cx="8194680" cy="3962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GB" sz="3000" b="0" u="none" strike="noStrike">
                <a:solidFill>
                  <a:schemeClr val="dk1"/>
                </a:solidFill>
                <a:effectLst/>
                <a:uFillTx/>
                <a:latin typeface="Calibri"/>
              </a:rPr>
              <a:t>Click to edit the outline text format</a:t>
            </a:r>
            <a:endParaRPr lang="en-GB" sz="3000" b="0" u="none" strike="noStrike">
              <a:solidFill>
                <a:schemeClr val="dk1"/>
              </a:solidFill>
              <a:effectLst/>
              <a:uFillTx/>
              <a:latin typeface="Calibri"/>
            </a:endParaRPr>
          </a:p>
          <a:p>
            <a:pPr marL="864000" lvl="1" indent="-324000">
              <a:spcBef>
                <a:spcPts val="1134"/>
              </a:spcBef>
              <a:buClr>
                <a:srgbClr val="000000"/>
              </a:buClr>
              <a:buSzPct val="75000"/>
              <a:buFont typeface="Symbol" charset="2"/>
              <a:buChar char=""/>
            </a:pPr>
            <a:r>
              <a:rPr lang="en-GB" sz="2300" b="0" u="none" strike="noStrike">
                <a:solidFill>
                  <a:schemeClr val="dk1"/>
                </a:solidFill>
                <a:effectLst/>
                <a:uFillTx/>
                <a:latin typeface="Calibri"/>
              </a:rPr>
              <a:t>Second Outline Level</a:t>
            </a:r>
            <a:endParaRPr lang="en-GB" sz="2300" b="0" u="none" strike="noStrike">
              <a:solidFill>
                <a:schemeClr val="dk1"/>
              </a:solidFill>
              <a:effectLst/>
              <a:uFillTx/>
              <a:latin typeface="Calibri"/>
            </a:endParaRPr>
          </a:p>
          <a:p>
            <a:pPr marL="1296000" lvl="2" indent="-288000">
              <a:spcBef>
                <a:spcPts val="850"/>
              </a:spcBef>
              <a:buClr>
                <a:srgbClr val="000000"/>
              </a:buClr>
              <a:buSzPct val="45000"/>
              <a:buFont typeface="Wingdings" charset="2"/>
              <a:buChar char=""/>
            </a:pPr>
            <a:r>
              <a:rPr lang="en-GB" sz="1900" b="0" u="none" strike="noStrike">
                <a:solidFill>
                  <a:schemeClr val="dk1"/>
                </a:solidFill>
                <a:effectLst/>
                <a:uFillTx/>
                <a:latin typeface="Calibri"/>
              </a:rPr>
              <a:t>Third Outline Level</a:t>
            </a:r>
            <a:endParaRPr lang="en-GB" sz="1900" b="0" u="none" strike="noStrike">
              <a:solidFill>
                <a:schemeClr val="dk1"/>
              </a:solidFill>
              <a:effectLst/>
              <a:uFillTx/>
              <a:latin typeface="Calibri"/>
            </a:endParaRPr>
          </a:p>
          <a:p>
            <a:pPr marL="1728000" lvl="3" indent="-216000">
              <a:spcBef>
                <a:spcPts val="567"/>
              </a:spcBef>
              <a:buClr>
                <a:srgbClr val="000000"/>
              </a:buClr>
              <a:buSzPct val="75000"/>
              <a:buFont typeface="Symbol" charset="2"/>
              <a:buChar char=""/>
            </a:pPr>
            <a:r>
              <a:rPr lang="en-GB" sz="1900" b="0" u="none" strike="noStrike">
                <a:solidFill>
                  <a:schemeClr val="dk1"/>
                </a:solidFill>
                <a:effectLst/>
                <a:uFillTx/>
                <a:latin typeface="Calibri"/>
              </a:rPr>
              <a:t>Fourth Outline Level</a:t>
            </a:r>
            <a:endParaRPr lang="en-GB" sz="1900" b="0" u="none" strike="noStrike">
              <a:solidFill>
                <a:schemeClr val="dk1"/>
              </a:solidFill>
              <a:effectLst/>
              <a:uFillTx/>
              <a:latin typeface="Calibri"/>
            </a:endParaRPr>
          </a:p>
          <a:p>
            <a:pPr marL="2160000" lvl="4" indent="-216000">
              <a:spcBef>
                <a:spcPts val="283"/>
              </a:spcBef>
              <a:buClr>
                <a:srgbClr val="000000"/>
              </a:buClr>
              <a:buSzPct val="45000"/>
              <a:buFont typeface="Wingdings" charset="2"/>
              <a:buChar char=""/>
            </a:pPr>
            <a:r>
              <a:rPr lang="en-GB" sz="2000" b="0" u="none" strike="noStrike">
                <a:solidFill>
                  <a:schemeClr val="dk1"/>
                </a:solidFill>
                <a:effectLst/>
                <a:uFillTx/>
                <a:latin typeface="Calibri"/>
              </a:rPr>
              <a:t>Fifth Outline Level</a:t>
            </a:r>
            <a:endParaRPr lang="en-GB" sz="2000" b="0" u="none" strike="noStrike">
              <a:solidFill>
                <a:schemeClr val="dk1"/>
              </a:solidFill>
              <a:effectLst/>
              <a:uFillTx/>
              <a:latin typeface="Calibri"/>
            </a:endParaRPr>
          </a:p>
          <a:p>
            <a:pPr marL="2592000" lvl="5" indent="-216000">
              <a:spcBef>
                <a:spcPts val="283"/>
              </a:spcBef>
              <a:buClr>
                <a:srgbClr val="000000"/>
              </a:buClr>
              <a:buSzPct val="45000"/>
              <a:buFont typeface="Wingdings" charset="2"/>
              <a:buChar char=""/>
            </a:pPr>
            <a:r>
              <a:rPr lang="en-GB" sz="2000" b="0" u="none" strike="noStrike">
                <a:solidFill>
                  <a:schemeClr val="dk1"/>
                </a:solidFill>
                <a:effectLst/>
                <a:uFillTx/>
                <a:latin typeface="Calibri"/>
              </a:rPr>
              <a:t>Sixth Outline Level</a:t>
            </a:r>
            <a:endParaRPr lang="en-GB" sz="2000" b="0" u="none" strike="noStrike">
              <a:solidFill>
                <a:schemeClr val="dk1"/>
              </a:solidFill>
              <a:effectLst/>
              <a:uFillTx/>
              <a:latin typeface="Calibri"/>
            </a:endParaRPr>
          </a:p>
          <a:p>
            <a:pPr marL="3024000" lvl="6" indent="-216000">
              <a:spcBef>
                <a:spcPts val="283"/>
              </a:spcBef>
              <a:buClr>
                <a:srgbClr val="000000"/>
              </a:buClr>
              <a:buSzPct val="45000"/>
              <a:buFont typeface="Wingdings" charset="2"/>
              <a:buChar char=""/>
            </a:pPr>
            <a:r>
              <a:rPr lang="en-GB" sz="2000" b="0" u="none" strike="noStrike">
                <a:solidFill>
                  <a:schemeClr val="dk1"/>
                </a:solidFill>
                <a:effectLst/>
                <a:uFillTx/>
                <a:latin typeface="Calibri"/>
              </a:rPr>
              <a:t>Seventh Outline Level</a:t>
            </a:r>
            <a:endParaRPr lang="en-GB" sz="2000" b="0" u="none" strike="noStrike">
              <a:solidFill>
                <a:schemeClr val="dk1"/>
              </a:solidFill>
              <a:effectLst/>
              <a:uFillTx/>
              <a:latin typeface="Calibri"/>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455400" y="27360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Click to edit Master title style</a:t>
            </a:r>
            <a:endParaRPr lang="en-GB" sz="4200" b="0" u="none" strike="noStrike">
              <a:solidFill>
                <a:schemeClr val="dk1"/>
              </a:solidFill>
              <a:effectLst/>
              <a:uFillTx/>
              <a:latin typeface="Times New Roman"/>
            </a:endParaRPr>
          </a:p>
        </p:txBody>
      </p:sp>
      <p:sp>
        <p:nvSpPr>
          <p:cNvPr id="8" name="PlaceHolder 2"/>
          <p:cNvSpPr>
            <a:spLocks noGrp="1"/>
          </p:cNvSpPr>
          <p:nvPr>
            <p:ph type="body"/>
          </p:nvPr>
        </p:nvSpPr>
        <p:spPr>
          <a:xfrm>
            <a:off x="455400" y="1594440"/>
            <a:ext cx="8195040" cy="4509000"/>
          </a:xfrm>
          <a:prstGeom prst="rect">
            <a:avLst/>
          </a:prstGeom>
          <a:noFill/>
          <a:ln w="9360">
            <a:noFill/>
          </a:ln>
        </p:spPr>
        <p:txBody>
          <a:bodyPr numCol="1" spcCol="0" lIns="86760" rIns="86760" tIns="43560" bIns="43560" anchor="t" vert="eaVe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Click to edit Master text styles</a:t>
            </a:r>
            <a:endParaRPr lang="en-GB" sz="3000" b="0" u="none" strike="noStrike">
              <a:solidFill>
                <a:schemeClr val="dk1"/>
              </a:solidFill>
              <a:effectLst/>
              <a:uFillTx/>
              <a:latin typeface="Calibri"/>
            </a:endParaRPr>
          </a:p>
          <a:p>
            <a:pPr marL="706320" lvl="1" indent="-271800">
              <a:lnSpc>
                <a:spcPct val="100000"/>
              </a:lnSpc>
              <a:spcBef>
                <a:spcPts val="541"/>
              </a:spcBef>
              <a:buClr>
                <a:srgbClr val="750b3d"/>
              </a:buClr>
              <a:buFont typeface="Arial"/>
              <a:buChar char="–"/>
            </a:pPr>
            <a:r>
              <a:rPr lang="en-US" sz="2700" b="0" u="none" strike="noStrike">
                <a:solidFill>
                  <a:schemeClr val="accent2">
                    <a:lumMod val="50000"/>
                  </a:schemeClr>
                </a:solidFill>
                <a:effectLst/>
                <a:uFillTx/>
                <a:latin typeface="Calibri"/>
              </a:rPr>
              <a:t>Second level</a:t>
            </a:r>
            <a:endParaRPr lang="en-GB" sz="2700" b="0" u="none" strike="noStrike">
              <a:solidFill>
                <a:schemeClr val="dk1"/>
              </a:solidFill>
              <a:effectLst/>
              <a:uFillTx/>
              <a:latin typeface="Calibri"/>
            </a:endParaRPr>
          </a:p>
          <a:p>
            <a:pPr marL="1086480" lvl="2" indent="-217440">
              <a:lnSpc>
                <a:spcPct val="100000"/>
              </a:lnSpc>
              <a:spcBef>
                <a:spcPts val="459"/>
              </a:spcBef>
              <a:buClr>
                <a:srgbClr val="000000"/>
              </a:buClr>
              <a:buFont typeface="Arial"/>
              <a:buChar char="•"/>
            </a:pPr>
            <a:r>
              <a:rPr lang="en-US" sz="2300" b="0" u="none" strike="noStrike">
                <a:solidFill>
                  <a:schemeClr val="dk1"/>
                </a:solidFill>
                <a:effectLst/>
                <a:uFillTx/>
                <a:latin typeface="Calibri"/>
              </a:rPr>
              <a:t>Third level</a:t>
            </a:r>
            <a:endParaRPr lang="en-GB" sz="2300" b="0" u="none" strike="noStrike">
              <a:solidFill>
                <a:schemeClr val="dk1"/>
              </a:solidFill>
              <a:effectLst/>
              <a:uFillTx/>
              <a:latin typeface="Calibri"/>
            </a:endParaRPr>
          </a:p>
          <a:p>
            <a:pPr marL="1521360" lvl="3"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Fourth level</a:t>
            </a:r>
            <a:endParaRPr lang="en-GB" sz="1900" b="0" u="none" strike="noStrike">
              <a:solidFill>
                <a:schemeClr val="dk1"/>
              </a:solidFill>
              <a:effectLst/>
              <a:uFillTx/>
              <a:latin typeface="Calibri"/>
            </a:endParaRPr>
          </a:p>
          <a:p>
            <a:pPr marL="1955880" lvl="4"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Fifth level</a:t>
            </a:r>
            <a:endParaRPr lang="en-GB" sz="1900" b="0" u="none" strike="noStrike">
              <a:solidFill>
                <a:schemeClr val="dk1"/>
              </a:solidFill>
              <a:effectLst/>
              <a:uFillTx/>
              <a:latin typeface="Calibri"/>
            </a:endParaRPr>
          </a:p>
        </p:txBody>
      </p:sp>
      <p:sp>
        <p:nvSpPr>
          <p:cNvPr id="9" name="PlaceHolder 3"/>
          <p:cNvSpPr>
            <a:spLocks noGrp="1"/>
          </p:cNvSpPr>
          <p:nvPr>
            <p:ph type="dt" idx="4"/>
          </p:nvPr>
        </p:nvSpPr>
        <p:spPr>
          <a:xfrm>
            <a:off x="455400" y="6332760"/>
            <a:ext cx="2124360" cy="363240"/>
          </a:xfrm>
          <a:prstGeom prst="rect">
            <a:avLst/>
          </a:prstGeom>
          <a:noFill/>
          <a:ln w="0">
            <a:noFill/>
          </a:ln>
        </p:spPr>
        <p:txBody>
          <a:bodyPr lIns="86760" rIns="86760" tIns="43560" bIns="43560" anchor="ctr">
            <a:noAutofit/>
          </a:bodyPr>
          <a:lstStyle>
            <a:lvl1pPr indent="0">
              <a:lnSpc>
                <a:spcPct val="100000"/>
              </a:lnSpc>
              <a:buNone/>
              <a:defRPr lang="en-US" sz="1100" b="0" u="none" strike="noStrike">
                <a:solidFill>
                  <a:schemeClr val="dk1">
                    <a:tint val="75000"/>
                  </a:schemeClr>
                </a:solidFill>
                <a:effectLst/>
                <a:uFillTx/>
                <a:latin typeface="Calibri"/>
              </a:defRPr>
            </a:lvl1pPr>
          </a:lstStyle>
          <a:p>
            <a:pPr indent="0">
              <a:lnSpc>
                <a:spcPct val="100000"/>
              </a:lnSpc>
              <a:buNone/>
            </a:pPr>
            <a:r>
              <a:rPr lang="en-US" sz="1100" b="0" u="none" strike="noStrike">
                <a:solidFill>
                  <a:schemeClr val="dk1">
                    <a:tint val="75000"/>
                  </a:schemeClr>
                </a:solidFill>
                <a:effectLst/>
                <a:uFillTx/>
                <a:latin typeface="Calibri"/>
              </a:rPr>
              <a:t>&lt;date/time&gt;</a:t>
            </a:r>
            <a:endParaRPr lang="en-US" sz="1100" b="0" u="none" strike="noStrike">
              <a:solidFill>
                <a:srgbClr val="000000"/>
              </a:solidFill>
              <a:effectLst/>
              <a:uFillTx/>
              <a:latin typeface="Times New Roman"/>
            </a:endParaRPr>
          </a:p>
        </p:txBody>
      </p:sp>
      <p:sp>
        <p:nvSpPr>
          <p:cNvPr id="10" name="PlaceHolder 4"/>
          <p:cNvSpPr>
            <a:spLocks noGrp="1"/>
          </p:cNvSpPr>
          <p:nvPr>
            <p:ph type="ftr" idx="5"/>
          </p:nvPr>
        </p:nvSpPr>
        <p:spPr>
          <a:xfrm>
            <a:off x="2190600" y="6332760"/>
            <a:ext cx="449532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&lt;footer&gt;</a:t>
            </a:r>
            <a:endParaRPr lang="en-US" sz="1100" b="0" u="none" strike="noStrike">
              <a:solidFill>
                <a:srgbClr val="000000"/>
              </a:solidFill>
              <a:effectLst/>
              <a:uFillTx/>
              <a:latin typeface="Times New Roman"/>
            </a:endParaRPr>
          </a:p>
        </p:txBody>
      </p:sp>
      <p:sp>
        <p:nvSpPr>
          <p:cNvPr id="11" name="PlaceHolder 5"/>
          <p:cNvSpPr>
            <a:spLocks noGrp="1"/>
          </p:cNvSpPr>
          <p:nvPr>
            <p:ph type="sldNum" idx="6"/>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Calibri"/>
              </a:defRPr>
            </a:lvl1pPr>
          </a:lstStyle>
          <a:p>
            <a:pPr indent="0" algn="r">
              <a:lnSpc>
                <a:spcPct val="100000"/>
              </a:lnSpc>
              <a:buNone/>
            </a:pPr>
            <a:fld id="{F15F705D-DF8C-44AD-96E9-D3A995024F37}" type="slidenum">
              <a:rPr lang="en-US" sz="1100" b="0" u="none" strike="noStrike">
                <a:solidFill>
                  <a:schemeClr val="dk1">
                    <a:tint val="75000"/>
                  </a:schemeClr>
                </a:solidFill>
                <a:effectLst/>
                <a:uFillTx/>
                <a:latin typeface="Calibri"/>
              </a:rPr>
              <a:t>&lt;number&gt;</a:t>
            </a:fld>
            <a:endParaRPr lang="en-US" sz="11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6601680" y="273600"/>
            <a:ext cx="2048400" cy="5829480"/>
          </a:xfrm>
          <a:prstGeom prst="rect">
            <a:avLst/>
          </a:prstGeom>
          <a:noFill/>
          <a:ln w="9360">
            <a:noFill/>
          </a:ln>
        </p:spPr>
        <p:txBody>
          <a:bodyPr numCol="1" spcCol="0" lIns="86760" rIns="86760" tIns="43560" bIns="43560" anchor="ctr" vert="eaVert">
            <a:noAutofit/>
          </a:bodyPr>
          <a:p>
            <a:pPr indent="0" algn="ctr">
              <a:lnSpc>
                <a:spcPct val="100000"/>
              </a:lnSpc>
              <a:buNone/>
            </a:pPr>
            <a:r>
              <a:rPr lang="en-US" sz="4200" b="0" u="none" strike="noStrike">
                <a:solidFill>
                  <a:srgbClr val="0070c0"/>
                </a:solidFill>
                <a:effectLst/>
                <a:uFillTx/>
                <a:latin typeface="Calibri"/>
              </a:rPr>
              <a:t>Click to edit Master title style</a:t>
            </a:r>
            <a:endParaRPr lang="en-GB" sz="4200" b="0" u="none" strike="noStrike">
              <a:solidFill>
                <a:schemeClr val="dk1"/>
              </a:solidFill>
              <a:effectLst/>
              <a:uFillTx/>
              <a:latin typeface="Times New Roman"/>
            </a:endParaRPr>
          </a:p>
        </p:txBody>
      </p:sp>
      <p:sp>
        <p:nvSpPr>
          <p:cNvPr id="13" name="PlaceHolder 2"/>
          <p:cNvSpPr>
            <a:spLocks noGrp="1"/>
          </p:cNvSpPr>
          <p:nvPr>
            <p:ph type="body"/>
          </p:nvPr>
        </p:nvSpPr>
        <p:spPr>
          <a:xfrm>
            <a:off x="455400" y="273600"/>
            <a:ext cx="5994360" cy="5829480"/>
          </a:xfrm>
          <a:prstGeom prst="rect">
            <a:avLst/>
          </a:prstGeom>
          <a:noFill/>
          <a:ln w="9360">
            <a:noFill/>
          </a:ln>
        </p:spPr>
        <p:txBody>
          <a:bodyPr numCol="1" spcCol="0" lIns="86760" rIns="86760" tIns="43560" bIns="43560" anchor="t" vert="eaVe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Click to edit Master text styles</a:t>
            </a:r>
            <a:endParaRPr lang="en-GB" sz="3000" b="0" u="none" strike="noStrike">
              <a:solidFill>
                <a:schemeClr val="dk1"/>
              </a:solidFill>
              <a:effectLst/>
              <a:uFillTx/>
              <a:latin typeface="Calibri"/>
            </a:endParaRPr>
          </a:p>
          <a:p>
            <a:pPr marL="706320" lvl="1" indent="-271800">
              <a:lnSpc>
                <a:spcPct val="100000"/>
              </a:lnSpc>
              <a:spcBef>
                <a:spcPts val="541"/>
              </a:spcBef>
              <a:buClr>
                <a:srgbClr val="750b3d"/>
              </a:buClr>
              <a:buFont typeface="Arial"/>
              <a:buChar char="–"/>
            </a:pPr>
            <a:r>
              <a:rPr lang="en-US" sz="2700" b="0" u="none" strike="noStrike">
                <a:solidFill>
                  <a:schemeClr val="accent2">
                    <a:lumMod val="50000"/>
                  </a:schemeClr>
                </a:solidFill>
                <a:effectLst/>
                <a:uFillTx/>
                <a:latin typeface="Calibri"/>
              </a:rPr>
              <a:t>Second level</a:t>
            </a:r>
            <a:endParaRPr lang="en-GB" sz="2700" b="0" u="none" strike="noStrike">
              <a:solidFill>
                <a:schemeClr val="dk1"/>
              </a:solidFill>
              <a:effectLst/>
              <a:uFillTx/>
              <a:latin typeface="Calibri"/>
            </a:endParaRPr>
          </a:p>
          <a:p>
            <a:pPr marL="1086480" lvl="2" indent="-217440">
              <a:lnSpc>
                <a:spcPct val="100000"/>
              </a:lnSpc>
              <a:spcBef>
                <a:spcPts val="459"/>
              </a:spcBef>
              <a:buClr>
                <a:srgbClr val="000000"/>
              </a:buClr>
              <a:buFont typeface="Arial"/>
              <a:buChar char="•"/>
            </a:pPr>
            <a:r>
              <a:rPr lang="en-US" sz="2300" b="0" u="none" strike="noStrike">
                <a:solidFill>
                  <a:schemeClr val="dk1"/>
                </a:solidFill>
                <a:effectLst/>
                <a:uFillTx/>
                <a:latin typeface="Calibri"/>
              </a:rPr>
              <a:t>Third level</a:t>
            </a:r>
            <a:endParaRPr lang="en-GB" sz="2300" b="0" u="none" strike="noStrike">
              <a:solidFill>
                <a:schemeClr val="dk1"/>
              </a:solidFill>
              <a:effectLst/>
              <a:uFillTx/>
              <a:latin typeface="Calibri"/>
            </a:endParaRPr>
          </a:p>
          <a:p>
            <a:pPr marL="1521360" lvl="3"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Fourth level</a:t>
            </a:r>
            <a:endParaRPr lang="en-GB" sz="1900" b="0" u="none" strike="noStrike">
              <a:solidFill>
                <a:schemeClr val="dk1"/>
              </a:solidFill>
              <a:effectLst/>
              <a:uFillTx/>
              <a:latin typeface="Calibri"/>
            </a:endParaRPr>
          </a:p>
          <a:p>
            <a:pPr marL="1955880" lvl="4"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Fifth level</a:t>
            </a:r>
            <a:endParaRPr lang="en-GB" sz="1900" b="0" u="none" strike="noStrike">
              <a:solidFill>
                <a:schemeClr val="dk1"/>
              </a:solidFill>
              <a:effectLst/>
              <a:uFillTx/>
              <a:latin typeface="Calibri"/>
            </a:endParaRPr>
          </a:p>
        </p:txBody>
      </p:sp>
      <p:sp>
        <p:nvSpPr>
          <p:cNvPr id="14" name="PlaceHolder 3"/>
          <p:cNvSpPr>
            <a:spLocks noGrp="1"/>
          </p:cNvSpPr>
          <p:nvPr>
            <p:ph type="dt" idx="7"/>
          </p:nvPr>
        </p:nvSpPr>
        <p:spPr>
          <a:xfrm>
            <a:off x="455400" y="6332760"/>
            <a:ext cx="2124360" cy="363240"/>
          </a:xfrm>
          <a:prstGeom prst="rect">
            <a:avLst/>
          </a:prstGeom>
          <a:noFill/>
          <a:ln w="0">
            <a:noFill/>
          </a:ln>
        </p:spPr>
        <p:txBody>
          <a:bodyPr lIns="86760" rIns="86760" tIns="43560" bIns="43560" anchor="ctr">
            <a:noAutofit/>
          </a:bodyPr>
          <a:lstStyle>
            <a:lvl1pPr indent="0">
              <a:lnSpc>
                <a:spcPct val="100000"/>
              </a:lnSpc>
              <a:buNone/>
              <a:defRPr lang="en-US" sz="1100" b="0" u="none" strike="noStrike">
                <a:solidFill>
                  <a:schemeClr val="dk1">
                    <a:tint val="75000"/>
                  </a:schemeClr>
                </a:solidFill>
                <a:effectLst/>
                <a:uFillTx/>
                <a:latin typeface="Calibri"/>
              </a:defRPr>
            </a:lvl1pPr>
          </a:lstStyle>
          <a:p>
            <a:pPr indent="0">
              <a:lnSpc>
                <a:spcPct val="100000"/>
              </a:lnSpc>
              <a:buNone/>
            </a:pPr>
            <a:r>
              <a:rPr lang="en-US" sz="1100" b="0" u="none" strike="noStrike">
                <a:solidFill>
                  <a:schemeClr val="dk1">
                    <a:tint val="75000"/>
                  </a:schemeClr>
                </a:solidFill>
                <a:effectLst/>
                <a:uFillTx/>
                <a:latin typeface="Calibri"/>
              </a:rPr>
              <a:t>&lt;date/time&gt;</a:t>
            </a:r>
            <a:endParaRPr lang="en-US" sz="1100" b="0" u="none" strike="noStrike">
              <a:solidFill>
                <a:srgbClr val="000000"/>
              </a:solidFill>
              <a:effectLst/>
              <a:uFillTx/>
              <a:latin typeface="Times New Roman"/>
            </a:endParaRPr>
          </a:p>
        </p:txBody>
      </p:sp>
      <p:sp>
        <p:nvSpPr>
          <p:cNvPr id="15" name="PlaceHolder 4"/>
          <p:cNvSpPr>
            <a:spLocks noGrp="1"/>
          </p:cNvSpPr>
          <p:nvPr>
            <p:ph type="ftr" idx="8"/>
          </p:nvPr>
        </p:nvSpPr>
        <p:spPr>
          <a:xfrm>
            <a:off x="2190600" y="6332760"/>
            <a:ext cx="449532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&lt;footer&gt;</a:t>
            </a:r>
            <a:endParaRPr lang="en-US" sz="1100" b="0" u="none" strike="noStrike">
              <a:solidFill>
                <a:srgbClr val="000000"/>
              </a:solidFill>
              <a:effectLst/>
              <a:uFillTx/>
              <a:latin typeface="Times New Roman"/>
            </a:endParaRPr>
          </a:p>
        </p:txBody>
      </p:sp>
      <p:sp>
        <p:nvSpPr>
          <p:cNvPr id="16" name="PlaceHolder 5"/>
          <p:cNvSpPr>
            <a:spLocks noGrp="1"/>
          </p:cNvSpPr>
          <p:nvPr>
            <p:ph type="sldNum" idx="9"/>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Calibri"/>
              </a:defRPr>
            </a:lvl1pPr>
          </a:lstStyle>
          <a:p>
            <a:pPr indent="0" algn="r">
              <a:lnSpc>
                <a:spcPct val="100000"/>
              </a:lnSpc>
              <a:buNone/>
            </a:pPr>
            <a:fld id="{30CB58E0-05AC-40F0-AB62-05DD5AABAAB4}" type="slidenum">
              <a:rPr lang="en-US" sz="1100" b="0" u="none" strike="noStrike">
                <a:solidFill>
                  <a:schemeClr val="dk1">
                    <a:tint val="75000"/>
                  </a:schemeClr>
                </a:solidFill>
                <a:effectLst/>
                <a:uFillTx/>
                <a:latin typeface="Calibri"/>
              </a:rPr>
              <a:t>&lt;number&gt;</a:t>
            </a:fld>
            <a:endParaRPr lang="en-US" sz="11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Obj" preserve="1">
  <p:cSld name="Title, Text, and Content">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667080" y="305280"/>
            <a:ext cx="7771320" cy="91368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Click to edit Master title style</a:t>
            </a:r>
            <a:endParaRPr lang="en-GB" sz="4200" b="0" u="none" strike="noStrike">
              <a:solidFill>
                <a:schemeClr val="dk1"/>
              </a:solidFill>
              <a:effectLst/>
              <a:uFillTx/>
              <a:latin typeface="Times New Roman"/>
            </a:endParaRPr>
          </a:p>
        </p:txBody>
      </p:sp>
      <p:sp>
        <p:nvSpPr>
          <p:cNvPr id="18" name="PlaceHolder 2"/>
          <p:cNvSpPr>
            <a:spLocks noGrp="1"/>
          </p:cNvSpPr>
          <p:nvPr>
            <p:ph type="body"/>
          </p:nvPr>
        </p:nvSpPr>
        <p:spPr>
          <a:xfrm>
            <a:off x="986400" y="1670040"/>
            <a:ext cx="3809520" cy="411516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Click to edit Master text styles</a:t>
            </a:r>
            <a:endParaRPr lang="en-GB" sz="3000" b="0" u="none" strike="noStrike">
              <a:solidFill>
                <a:schemeClr val="dk1"/>
              </a:solidFill>
              <a:effectLst/>
              <a:uFillTx/>
              <a:latin typeface="Calibri"/>
            </a:endParaRPr>
          </a:p>
          <a:p>
            <a:pPr marL="706320" lvl="1" indent="-271800">
              <a:lnSpc>
                <a:spcPct val="100000"/>
              </a:lnSpc>
              <a:spcBef>
                <a:spcPts val="541"/>
              </a:spcBef>
              <a:buClr>
                <a:srgbClr val="750b3d"/>
              </a:buClr>
              <a:buFont typeface="Arial"/>
              <a:buChar char="–"/>
            </a:pPr>
            <a:r>
              <a:rPr lang="en-US" sz="2700" b="0" u="none" strike="noStrike">
                <a:solidFill>
                  <a:schemeClr val="accent2">
                    <a:lumMod val="50000"/>
                  </a:schemeClr>
                </a:solidFill>
                <a:effectLst/>
                <a:uFillTx/>
                <a:latin typeface="Calibri"/>
              </a:rPr>
              <a:t>Second level</a:t>
            </a:r>
            <a:endParaRPr lang="en-GB" sz="2700" b="0" u="none" strike="noStrike">
              <a:solidFill>
                <a:schemeClr val="dk1"/>
              </a:solidFill>
              <a:effectLst/>
              <a:uFillTx/>
              <a:latin typeface="Calibri"/>
            </a:endParaRPr>
          </a:p>
          <a:p>
            <a:pPr marL="1086480" lvl="2" indent="-217440">
              <a:lnSpc>
                <a:spcPct val="100000"/>
              </a:lnSpc>
              <a:spcBef>
                <a:spcPts val="459"/>
              </a:spcBef>
              <a:buClr>
                <a:srgbClr val="000000"/>
              </a:buClr>
              <a:buFont typeface="Arial"/>
              <a:buChar char="•"/>
            </a:pPr>
            <a:r>
              <a:rPr lang="en-US" sz="2300" b="0" u="none" strike="noStrike">
                <a:solidFill>
                  <a:schemeClr val="dk1"/>
                </a:solidFill>
                <a:effectLst/>
                <a:uFillTx/>
                <a:latin typeface="Calibri"/>
              </a:rPr>
              <a:t>Third level</a:t>
            </a:r>
            <a:endParaRPr lang="en-GB" sz="2300" b="0" u="none" strike="noStrike">
              <a:solidFill>
                <a:schemeClr val="dk1"/>
              </a:solidFill>
              <a:effectLst/>
              <a:uFillTx/>
              <a:latin typeface="Calibri"/>
            </a:endParaRPr>
          </a:p>
          <a:p>
            <a:pPr marL="1521360" lvl="3"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Fourth level</a:t>
            </a:r>
            <a:endParaRPr lang="en-GB" sz="1900" b="0" u="none" strike="noStrike">
              <a:solidFill>
                <a:schemeClr val="dk1"/>
              </a:solidFill>
              <a:effectLst/>
              <a:uFillTx/>
              <a:latin typeface="Calibri"/>
            </a:endParaRPr>
          </a:p>
          <a:p>
            <a:pPr marL="1955880" lvl="4"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Fifth level</a:t>
            </a:r>
            <a:endParaRPr lang="en-GB" sz="1900" b="0" u="none" strike="noStrike">
              <a:solidFill>
                <a:schemeClr val="dk1"/>
              </a:solidFill>
              <a:effectLst/>
              <a:uFillTx/>
              <a:latin typeface="Calibri"/>
            </a:endParaRPr>
          </a:p>
        </p:txBody>
      </p:sp>
      <p:sp>
        <p:nvSpPr>
          <p:cNvPr id="19" name="PlaceHolder 3"/>
          <p:cNvSpPr>
            <a:spLocks noGrp="1"/>
          </p:cNvSpPr>
          <p:nvPr>
            <p:ph type="body"/>
          </p:nvPr>
        </p:nvSpPr>
        <p:spPr>
          <a:xfrm>
            <a:off x="4948200" y="1670040"/>
            <a:ext cx="3809520" cy="411516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Click to edit Master text styles</a:t>
            </a:r>
            <a:endParaRPr lang="en-GB" sz="3000" b="0" u="none" strike="noStrike">
              <a:solidFill>
                <a:schemeClr val="dk1"/>
              </a:solidFill>
              <a:effectLst/>
              <a:uFillTx/>
              <a:latin typeface="Calibri"/>
            </a:endParaRPr>
          </a:p>
          <a:p>
            <a:pPr marL="706320" lvl="1" indent="-271800">
              <a:lnSpc>
                <a:spcPct val="100000"/>
              </a:lnSpc>
              <a:spcBef>
                <a:spcPts val="541"/>
              </a:spcBef>
              <a:buClr>
                <a:srgbClr val="750b3d"/>
              </a:buClr>
              <a:buFont typeface="Arial"/>
              <a:buChar char="–"/>
            </a:pPr>
            <a:r>
              <a:rPr lang="en-US" sz="2700" b="0" u="none" strike="noStrike">
                <a:solidFill>
                  <a:schemeClr val="accent2">
                    <a:lumMod val="50000"/>
                  </a:schemeClr>
                </a:solidFill>
                <a:effectLst/>
                <a:uFillTx/>
                <a:latin typeface="Calibri"/>
              </a:rPr>
              <a:t>Second level</a:t>
            </a:r>
            <a:endParaRPr lang="en-GB" sz="2700" b="0" u="none" strike="noStrike">
              <a:solidFill>
                <a:schemeClr val="dk1"/>
              </a:solidFill>
              <a:effectLst/>
              <a:uFillTx/>
              <a:latin typeface="Calibri"/>
            </a:endParaRPr>
          </a:p>
          <a:p>
            <a:pPr marL="1086480" lvl="2" indent="-217440">
              <a:lnSpc>
                <a:spcPct val="100000"/>
              </a:lnSpc>
              <a:spcBef>
                <a:spcPts val="459"/>
              </a:spcBef>
              <a:buClr>
                <a:srgbClr val="000000"/>
              </a:buClr>
              <a:buFont typeface="Arial"/>
              <a:buChar char="•"/>
            </a:pPr>
            <a:r>
              <a:rPr lang="en-US" sz="2300" b="0" u="none" strike="noStrike">
                <a:solidFill>
                  <a:schemeClr val="dk1"/>
                </a:solidFill>
                <a:effectLst/>
                <a:uFillTx/>
                <a:latin typeface="Calibri"/>
              </a:rPr>
              <a:t>Third level</a:t>
            </a:r>
            <a:endParaRPr lang="en-GB" sz="2300" b="0" u="none" strike="noStrike">
              <a:solidFill>
                <a:schemeClr val="dk1"/>
              </a:solidFill>
              <a:effectLst/>
              <a:uFillTx/>
              <a:latin typeface="Calibri"/>
            </a:endParaRPr>
          </a:p>
          <a:p>
            <a:pPr marL="1521360" lvl="3"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Fourth level</a:t>
            </a:r>
            <a:endParaRPr lang="en-GB" sz="1900" b="0" u="none" strike="noStrike">
              <a:solidFill>
                <a:schemeClr val="dk1"/>
              </a:solidFill>
              <a:effectLst/>
              <a:uFillTx/>
              <a:latin typeface="Calibri"/>
            </a:endParaRPr>
          </a:p>
          <a:p>
            <a:pPr marL="1955880" lvl="4"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Fifth level</a:t>
            </a:r>
            <a:endParaRPr lang="en-GB" sz="1900" b="0" u="none" strike="noStrike">
              <a:solidFill>
                <a:schemeClr val="dk1"/>
              </a:solidFill>
              <a:effectLst/>
              <a:uFillTx/>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cxnSp>
        <p:nvCxnSpPr>
          <p:cNvPr id="20" name="Straight Connector 3"/>
          <p:cNvCxnSpPr/>
          <p:nvPr/>
        </p:nvCxnSpPr>
        <p:spPr>
          <a:xfrm>
            <a:off x="426600" y="1352160"/>
            <a:ext cx="8181360" cy="360"/>
          </a:xfrm>
          <a:prstGeom prst="straightConnector1">
            <a:avLst/>
          </a:prstGeom>
          <a:ln>
            <a:solidFill>
              <a:srgbClr val="feb80a"/>
            </a:solidFill>
            <a:round/>
          </a:ln>
        </p:spPr>
      </p:cxnSp>
      <p:sp>
        <p:nvSpPr>
          <p:cNvPr id="21"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rmAutofit/>
          </a:bodyPr>
          <a:p>
            <a:pPr indent="0" algn="ctr">
              <a:lnSpc>
                <a:spcPct val="100000"/>
              </a:lnSpc>
              <a:buNone/>
            </a:pPr>
            <a:r>
              <a:rPr lang="en-US" sz="4200" b="0" u="none" strike="noStrike">
                <a:solidFill>
                  <a:srgbClr val="0070c0"/>
                </a:solidFill>
                <a:effectLst/>
                <a:uFillTx/>
                <a:latin typeface="Calibri"/>
              </a:rPr>
              <a:t>Click to edit Master title style</a:t>
            </a:r>
            <a:endParaRPr lang="en-GB" sz="4200" b="0" u="none" strike="noStrike">
              <a:solidFill>
                <a:schemeClr val="dk1"/>
              </a:solidFill>
              <a:effectLst/>
              <a:uFillTx/>
              <a:latin typeface="Times New Roman"/>
            </a:endParaRPr>
          </a:p>
        </p:txBody>
      </p:sp>
      <p:sp>
        <p:nvSpPr>
          <p:cNvPr id="22" name="PlaceHolder 2"/>
          <p:cNvSpPr>
            <a:spLocks noGrp="1"/>
          </p:cNvSpPr>
          <p:nvPr>
            <p:ph type="body"/>
          </p:nvPr>
        </p:nvSpPr>
        <p:spPr>
          <a:xfrm>
            <a:off x="455400" y="1594440"/>
            <a:ext cx="8195040" cy="4509000"/>
          </a:xfrm>
          <a:prstGeom prst="rect">
            <a:avLst/>
          </a:prstGeom>
          <a:noFill/>
          <a:ln w="9360">
            <a:noFill/>
          </a:ln>
        </p:spPr>
        <p:txBody>
          <a:bodyPr numCol="1" spcCol="0" lIns="86760" rIns="86760" tIns="43560" bIns="43560" anchor="t">
            <a:norm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Click to edit Master text styles</a:t>
            </a:r>
            <a:endParaRPr lang="en-GB" sz="3000" b="0" u="none" strike="noStrike">
              <a:solidFill>
                <a:schemeClr val="dk1"/>
              </a:solidFill>
              <a:effectLst/>
              <a:uFillTx/>
              <a:latin typeface="Calibri"/>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Second level</a:t>
            </a:r>
            <a:endParaRPr lang="en-GB" sz="2700" b="0" u="none" strike="noStrike">
              <a:solidFill>
                <a:schemeClr val="dk1"/>
              </a:solidFill>
              <a:effectLst/>
              <a:uFillTx/>
              <a:latin typeface="Calibri"/>
            </a:endParaRPr>
          </a:p>
          <a:p>
            <a:pPr marL="1086480" lvl="2" indent="-217440">
              <a:lnSpc>
                <a:spcPct val="100000"/>
              </a:lnSpc>
              <a:spcBef>
                <a:spcPts val="459"/>
              </a:spcBef>
              <a:buClr>
                <a:srgbClr val="000000"/>
              </a:buClr>
              <a:buFont typeface="Arial"/>
              <a:buChar char="•"/>
            </a:pPr>
            <a:r>
              <a:rPr lang="en-US" sz="2300" b="0" u="none" strike="noStrike">
                <a:solidFill>
                  <a:schemeClr val="dk1"/>
                </a:solidFill>
                <a:effectLst/>
                <a:uFillTx/>
                <a:latin typeface="Calibri"/>
              </a:rPr>
              <a:t>Third level</a:t>
            </a:r>
            <a:endParaRPr lang="en-GB" sz="2300" b="0" u="none" strike="noStrike">
              <a:solidFill>
                <a:schemeClr val="dk1"/>
              </a:solidFill>
              <a:effectLst/>
              <a:uFillTx/>
              <a:latin typeface="Calibri"/>
            </a:endParaRPr>
          </a:p>
          <a:p>
            <a:pPr marL="1521360" lvl="3"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Fourth level</a:t>
            </a:r>
            <a:endParaRPr lang="en-GB" sz="1900" b="0" u="none" strike="noStrike">
              <a:solidFill>
                <a:schemeClr val="dk1"/>
              </a:solidFill>
              <a:effectLst/>
              <a:uFillTx/>
              <a:latin typeface="Calibri"/>
            </a:endParaRPr>
          </a:p>
          <a:p>
            <a:pPr marL="1955880" lvl="4"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Fifth level</a:t>
            </a:r>
            <a:endParaRPr lang="en-GB" sz="1900" b="0" u="none" strike="noStrike">
              <a:solidFill>
                <a:schemeClr val="dk1"/>
              </a:solidFill>
              <a:effectLst/>
              <a:uFillTx/>
              <a:latin typeface="Calibri"/>
            </a:endParaRPr>
          </a:p>
        </p:txBody>
      </p:sp>
      <p:sp>
        <p:nvSpPr>
          <p:cNvPr id="23" name="PlaceHolder 3"/>
          <p:cNvSpPr>
            <a:spLocks noGrp="1"/>
          </p:cNvSpPr>
          <p:nvPr>
            <p:ph type="dt" idx="10"/>
          </p:nvPr>
        </p:nvSpPr>
        <p:spPr>
          <a:xfrm>
            <a:off x="455400" y="6332760"/>
            <a:ext cx="2124360" cy="363240"/>
          </a:xfrm>
          <a:prstGeom prst="rect">
            <a:avLst/>
          </a:prstGeom>
          <a:noFill/>
          <a:ln w="0">
            <a:noFill/>
          </a:ln>
        </p:spPr>
        <p:txBody>
          <a:bodyPr lIns="86760" rIns="86760" tIns="43560" bIns="43560" anchor="ctr">
            <a:noAutofit/>
          </a:bodyPr>
          <a:lstStyle>
            <a:lvl1pPr indent="0">
              <a:lnSpc>
                <a:spcPct val="100000"/>
              </a:lnSpc>
              <a:buNone/>
              <a:defRPr lang="en-US" sz="1100" b="0" u="none" strike="noStrike">
                <a:solidFill>
                  <a:schemeClr val="dk1">
                    <a:tint val="75000"/>
                  </a:schemeClr>
                </a:solidFill>
                <a:effectLst/>
                <a:uFillTx/>
                <a:latin typeface="Calibri"/>
              </a:defRPr>
            </a:lvl1pPr>
          </a:lstStyle>
          <a:p>
            <a:pPr indent="0">
              <a:lnSpc>
                <a:spcPct val="100000"/>
              </a:lnSpc>
              <a:buNone/>
            </a:pPr>
            <a:r>
              <a:rPr lang="en-US" sz="1100" b="0" u="none" strike="noStrike">
                <a:solidFill>
                  <a:schemeClr val="dk1">
                    <a:tint val="75000"/>
                  </a:schemeClr>
                </a:solidFill>
                <a:effectLst/>
                <a:uFillTx/>
                <a:latin typeface="Calibri"/>
              </a:rPr>
              <a:t>&lt;date/time&gt;</a:t>
            </a:r>
            <a:endParaRPr lang="en-US" sz="1100" b="0" u="none" strike="noStrike">
              <a:solidFill>
                <a:srgbClr val="000000"/>
              </a:solidFill>
              <a:effectLst/>
              <a:uFillTx/>
              <a:latin typeface="Times New Roman"/>
            </a:endParaRPr>
          </a:p>
        </p:txBody>
      </p:sp>
      <p:sp>
        <p:nvSpPr>
          <p:cNvPr id="24" name="PlaceHolder 4"/>
          <p:cNvSpPr>
            <a:spLocks noGrp="1"/>
          </p:cNvSpPr>
          <p:nvPr>
            <p:ph type="ftr" idx="11"/>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&lt;footer&gt;</a:t>
            </a:r>
            <a:endParaRPr lang="en-US" sz="1100" b="0" u="none" strike="noStrike">
              <a:solidFill>
                <a:srgbClr val="000000"/>
              </a:solidFill>
              <a:effectLst/>
              <a:uFillTx/>
              <a:latin typeface="Times New Roman"/>
            </a:endParaRPr>
          </a:p>
        </p:txBody>
      </p:sp>
      <p:sp>
        <p:nvSpPr>
          <p:cNvPr id="25" name="PlaceHolder 5"/>
          <p:cNvSpPr>
            <a:spLocks noGrp="1"/>
          </p:cNvSpPr>
          <p:nvPr>
            <p:ph type="sldNum" idx="12"/>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Arial"/>
              </a:defRPr>
            </a:lvl1pPr>
          </a:lstStyle>
          <a:p>
            <a:pPr indent="0" algn="r">
              <a:lnSpc>
                <a:spcPct val="100000"/>
              </a:lnSpc>
              <a:buNone/>
            </a:pPr>
            <a:fld id="{4AE95A68-BE03-435B-A8D1-3185FDCDE973}" type="slidenum">
              <a:rPr lang="en-US" sz="1100" b="0" u="none" strike="noStrike">
                <a:solidFill>
                  <a:schemeClr val="dk1">
                    <a:tint val="75000"/>
                  </a:schemeClr>
                </a:solidFill>
                <a:effectLst/>
                <a:uFillTx/>
                <a:latin typeface="Arial"/>
              </a:rPr>
              <a:t>&lt;number&gt;</a:t>
            </a:fld>
            <a:endParaRPr lang="en-US" sz="11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719280" y="4390560"/>
            <a:ext cx="7739640" cy="1356840"/>
          </a:xfrm>
          <a:prstGeom prst="rect">
            <a:avLst/>
          </a:prstGeom>
          <a:noFill/>
          <a:ln w="9360">
            <a:noFill/>
          </a:ln>
        </p:spPr>
        <p:txBody>
          <a:bodyPr numCol="1" spcCol="0" lIns="86760" rIns="86760" tIns="43560" bIns="43560" anchor="t">
            <a:noAutofit/>
          </a:bodyPr>
          <a:p>
            <a:pPr indent="0">
              <a:lnSpc>
                <a:spcPct val="100000"/>
              </a:lnSpc>
              <a:buNone/>
            </a:pPr>
            <a:r>
              <a:rPr lang="en-US" sz="3800" b="1" u="none" strike="noStrike" cap="all">
                <a:solidFill>
                  <a:srgbClr val="0070c0"/>
                </a:solidFill>
                <a:effectLst/>
                <a:uFillTx/>
                <a:latin typeface="Calibri"/>
              </a:rPr>
              <a:t>Click to edit Master title style</a:t>
            </a:r>
            <a:endParaRPr lang="en-GB" sz="3800" b="0" u="none" strike="noStrike">
              <a:solidFill>
                <a:schemeClr val="dk1"/>
              </a:solidFill>
              <a:effectLst/>
              <a:uFillTx/>
              <a:latin typeface="Times New Roman"/>
            </a:endParaRPr>
          </a:p>
        </p:txBody>
      </p:sp>
      <p:sp>
        <p:nvSpPr>
          <p:cNvPr id="27" name="PlaceHolder 2"/>
          <p:cNvSpPr>
            <a:spLocks noGrp="1"/>
          </p:cNvSpPr>
          <p:nvPr>
            <p:ph type="body"/>
          </p:nvPr>
        </p:nvSpPr>
        <p:spPr>
          <a:xfrm>
            <a:off x="719280" y="2895840"/>
            <a:ext cx="7739640" cy="1494360"/>
          </a:xfrm>
          <a:prstGeom prst="rect">
            <a:avLst/>
          </a:prstGeom>
          <a:noFill/>
          <a:ln w="9360">
            <a:noFill/>
          </a:ln>
        </p:spPr>
        <p:txBody>
          <a:bodyPr numCol="1" spcCol="0" lIns="86760" rIns="86760" tIns="43560" bIns="43560" anchor="b">
            <a:noAutofit/>
          </a:bodyPr>
          <a:p>
            <a:pPr indent="0">
              <a:lnSpc>
                <a:spcPct val="100000"/>
              </a:lnSpc>
              <a:spcBef>
                <a:spcPts val="380"/>
              </a:spcBef>
              <a:buNone/>
              <a:tabLst>
                <a:tab algn="l" pos="0"/>
              </a:tabLst>
            </a:pPr>
            <a:r>
              <a:rPr lang="en-US" sz="1900" b="0" u="none" strike="noStrike">
                <a:solidFill>
                  <a:schemeClr val="dk1">
                    <a:tint val="75000"/>
                  </a:schemeClr>
                </a:solidFill>
                <a:effectLst/>
                <a:uFillTx/>
                <a:latin typeface="Calibri"/>
              </a:rPr>
              <a:t>Click to edit Master text styles</a:t>
            </a:r>
            <a:endParaRPr lang="en-GB" sz="1900" b="0" u="none" strike="noStrike">
              <a:solidFill>
                <a:schemeClr val="dk1"/>
              </a:solidFill>
              <a:effectLst/>
              <a:uFillTx/>
              <a:latin typeface="Calibri"/>
            </a:endParaRPr>
          </a:p>
        </p:txBody>
      </p:sp>
      <p:sp>
        <p:nvSpPr>
          <p:cNvPr id="28" name="PlaceHolder 3"/>
          <p:cNvSpPr>
            <a:spLocks noGrp="1"/>
          </p:cNvSpPr>
          <p:nvPr>
            <p:ph type="dt" idx="13"/>
          </p:nvPr>
        </p:nvSpPr>
        <p:spPr>
          <a:xfrm>
            <a:off x="455400" y="6332760"/>
            <a:ext cx="2124360" cy="363240"/>
          </a:xfrm>
          <a:prstGeom prst="rect">
            <a:avLst/>
          </a:prstGeom>
          <a:noFill/>
          <a:ln w="0">
            <a:noFill/>
          </a:ln>
        </p:spPr>
        <p:txBody>
          <a:bodyPr lIns="86760" rIns="86760" tIns="43560" bIns="43560" anchor="ctr">
            <a:noAutofit/>
          </a:bodyPr>
          <a:lstStyle>
            <a:lvl1pPr indent="0">
              <a:lnSpc>
                <a:spcPct val="100000"/>
              </a:lnSpc>
              <a:buNone/>
              <a:defRPr lang="en-US" sz="1100" b="0" u="none" strike="noStrike">
                <a:solidFill>
                  <a:schemeClr val="dk1">
                    <a:tint val="75000"/>
                  </a:schemeClr>
                </a:solidFill>
                <a:effectLst/>
                <a:uFillTx/>
                <a:latin typeface="Calibri"/>
              </a:defRPr>
            </a:lvl1pPr>
          </a:lstStyle>
          <a:p>
            <a:pPr indent="0">
              <a:lnSpc>
                <a:spcPct val="100000"/>
              </a:lnSpc>
              <a:buNone/>
            </a:pPr>
            <a:r>
              <a:rPr lang="en-US" sz="1100" b="0" u="none" strike="noStrike">
                <a:solidFill>
                  <a:schemeClr val="dk1">
                    <a:tint val="75000"/>
                  </a:schemeClr>
                </a:solidFill>
                <a:effectLst/>
                <a:uFillTx/>
                <a:latin typeface="Calibri"/>
              </a:rPr>
              <a:t>&lt;date/time&gt;</a:t>
            </a:r>
            <a:endParaRPr lang="en-US" sz="1100" b="0" u="none" strike="noStrike">
              <a:solidFill>
                <a:srgbClr val="000000"/>
              </a:solidFill>
              <a:effectLst/>
              <a:uFillTx/>
              <a:latin typeface="Times New Roman"/>
            </a:endParaRPr>
          </a:p>
        </p:txBody>
      </p:sp>
      <p:sp>
        <p:nvSpPr>
          <p:cNvPr id="29" name="PlaceHolder 4"/>
          <p:cNvSpPr>
            <a:spLocks noGrp="1"/>
          </p:cNvSpPr>
          <p:nvPr>
            <p:ph type="ftr" idx="14"/>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&lt;footer&gt;</a:t>
            </a:r>
            <a:endParaRPr lang="en-US" sz="1100" b="0" u="none" strike="noStrike">
              <a:solidFill>
                <a:srgbClr val="000000"/>
              </a:solidFill>
              <a:effectLst/>
              <a:uFillTx/>
              <a:latin typeface="Times New Roman"/>
            </a:endParaRPr>
          </a:p>
        </p:txBody>
      </p:sp>
      <p:sp>
        <p:nvSpPr>
          <p:cNvPr id="30" name="PlaceHolder 5"/>
          <p:cNvSpPr>
            <a:spLocks noGrp="1"/>
          </p:cNvSpPr>
          <p:nvPr>
            <p:ph type="sldNum" idx="15"/>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Calibri"/>
              </a:defRPr>
            </a:lvl1pPr>
          </a:lstStyle>
          <a:p>
            <a:pPr indent="0" algn="r">
              <a:lnSpc>
                <a:spcPct val="100000"/>
              </a:lnSpc>
              <a:buNone/>
            </a:pPr>
            <a:fld id="{0D1D7A8F-DF39-4191-993E-0205EDC51639}" type="slidenum">
              <a:rPr lang="en-US" sz="1100" b="0" u="none" strike="noStrike">
                <a:solidFill>
                  <a:schemeClr val="dk1">
                    <a:tint val="75000"/>
                  </a:schemeClr>
                </a:solidFill>
                <a:effectLst/>
                <a:uFillTx/>
                <a:latin typeface="Calibri"/>
              </a:rPr>
              <a:t>&lt;number&gt;</a:t>
            </a:fld>
            <a:endParaRPr lang="en-US" sz="11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cxnSp>
        <p:nvCxnSpPr>
          <p:cNvPr id="31" name="Straight Connector 4"/>
          <p:cNvCxnSpPr/>
          <p:nvPr/>
        </p:nvCxnSpPr>
        <p:spPr>
          <a:xfrm>
            <a:off x="426600" y="1352160"/>
            <a:ext cx="8181360" cy="360"/>
          </a:xfrm>
          <a:prstGeom prst="straightConnector1">
            <a:avLst/>
          </a:prstGeom>
          <a:ln>
            <a:solidFill>
              <a:srgbClr val="feb603"/>
            </a:solidFill>
            <a:round/>
          </a:ln>
        </p:spPr>
      </p:cxnSp>
      <p:sp>
        <p:nvSpPr>
          <p:cNvPr id="32" name="PlaceHolder 1"/>
          <p:cNvSpPr>
            <a:spLocks noGrp="1"/>
          </p:cNvSpPr>
          <p:nvPr>
            <p:ph type="title"/>
          </p:nvPr>
        </p:nvSpPr>
        <p:spPr>
          <a:xfrm>
            <a:off x="455400" y="27360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Click to edit Master title style</a:t>
            </a:r>
            <a:endParaRPr lang="en-GB" sz="4200" b="0" u="none" strike="noStrike">
              <a:solidFill>
                <a:schemeClr val="dk1"/>
              </a:solidFill>
              <a:effectLst/>
              <a:uFillTx/>
              <a:latin typeface="Times New Roman"/>
            </a:endParaRPr>
          </a:p>
        </p:txBody>
      </p:sp>
      <p:sp>
        <p:nvSpPr>
          <p:cNvPr id="33" name="PlaceHolder 2"/>
          <p:cNvSpPr>
            <a:spLocks noGrp="1"/>
          </p:cNvSpPr>
          <p:nvPr>
            <p:ph type="body"/>
          </p:nvPr>
        </p:nvSpPr>
        <p:spPr>
          <a:xfrm>
            <a:off x="455400" y="1594440"/>
            <a:ext cx="4021560" cy="4509000"/>
          </a:xfrm>
          <a:prstGeom prst="rect">
            <a:avLst/>
          </a:prstGeom>
          <a:noFill/>
          <a:ln w="9360">
            <a:noFill/>
          </a:ln>
        </p:spPr>
        <p:txBody>
          <a:bodyPr numCol="1" spcCol="0" lIns="86760" rIns="86760" tIns="43560" bIns="43560" anchor="t">
            <a:noAutofit/>
          </a:bodyPr>
          <a:p>
            <a:pPr marL="326160" indent="-326160">
              <a:lnSpc>
                <a:spcPct val="100000"/>
              </a:lnSpc>
              <a:spcBef>
                <a:spcPts val="541"/>
              </a:spcBef>
              <a:buClr>
                <a:srgbClr val="000000"/>
              </a:buClr>
              <a:buFont typeface="Arial"/>
              <a:buChar char="•"/>
            </a:pPr>
            <a:r>
              <a:rPr lang="en-US" sz="2700" b="0" u="none" strike="noStrike">
                <a:solidFill>
                  <a:schemeClr val="dk1"/>
                </a:solidFill>
                <a:effectLst/>
                <a:uFillTx/>
                <a:latin typeface="Calibri"/>
              </a:rPr>
              <a:t>Click to edit Master text styles</a:t>
            </a:r>
            <a:endParaRPr lang="en-GB" sz="2700" b="0" u="none" strike="noStrike">
              <a:solidFill>
                <a:schemeClr val="dk1"/>
              </a:solidFill>
              <a:effectLst/>
              <a:uFillTx/>
              <a:latin typeface="Calibri"/>
            </a:endParaRPr>
          </a:p>
          <a:p>
            <a:pPr marL="706320" lvl="1" indent="-271800">
              <a:lnSpc>
                <a:spcPct val="100000"/>
              </a:lnSpc>
              <a:spcBef>
                <a:spcPts val="459"/>
              </a:spcBef>
              <a:buClr>
                <a:srgbClr val="750b3d"/>
              </a:buClr>
              <a:buFont typeface="Arial"/>
              <a:buChar char="–"/>
            </a:pPr>
            <a:r>
              <a:rPr lang="en-US" sz="2300" b="0" u="none" strike="noStrike">
                <a:solidFill>
                  <a:schemeClr val="accent2">
                    <a:lumMod val="50000"/>
                  </a:schemeClr>
                </a:solidFill>
                <a:effectLst/>
                <a:uFillTx/>
                <a:latin typeface="Calibri"/>
              </a:rPr>
              <a:t>Second level</a:t>
            </a:r>
            <a:endParaRPr lang="en-GB" sz="2300" b="0" u="none" strike="noStrike">
              <a:solidFill>
                <a:schemeClr val="dk1"/>
              </a:solidFill>
              <a:effectLst/>
              <a:uFillTx/>
              <a:latin typeface="Calibri"/>
            </a:endParaRPr>
          </a:p>
          <a:p>
            <a:pPr marL="1086480" lvl="2"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Third level</a:t>
            </a:r>
            <a:endParaRPr lang="en-GB" sz="1900" b="0" u="none" strike="noStrike">
              <a:solidFill>
                <a:schemeClr val="dk1"/>
              </a:solidFill>
              <a:effectLst/>
              <a:uFillTx/>
              <a:latin typeface="Calibri"/>
            </a:endParaRPr>
          </a:p>
          <a:p>
            <a:pPr marL="1521360" lvl="3" indent="-217440">
              <a:lnSpc>
                <a:spcPct val="100000"/>
              </a:lnSpc>
              <a:spcBef>
                <a:spcPts val="340"/>
              </a:spcBef>
              <a:buClr>
                <a:srgbClr val="000000"/>
              </a:buClr>
              <a:buFont typeface="Arial"/>
              <a:buChar char="–"/>
            </a:pPr>
            <a:r>
              <a:rPr lang="en-US" sz="1700" b="0" u="none" strike="noStrike">
                <a:solidFill>
                  <a:schemeClr val="dk1"/>
                </a:solidFill>
                <a:effectLst/>
                <a:uFillTx/>
                <a:latin typeface="Calibri"/>
              </a:rPr>
              <a:t>Fourth level</a:t>
            </a:r>
            <a:endParaRPr lang="en-GB" sz="1700" b="0" u="none" strike="noStrike">
              <a:solidFill>
                <a:schemeClr val="dk1"/>
              </a:solidFill>
              <a:effectLst/>
              <a:uFillTx/>
              <a:latin typeface="Calibri"/>
            </a:endParaRPr>
          </a:p>
          <a:p>
            <a:pPr marL="1955880" lvl="4" indent="-217440">
              <a:lnSpc>
                <a:spcPct val="100000"/>
              </a:lnSpc>
              <a:spcBef>
                <a:spcPts val="340"/>
              </a:spcBef>
              <a:buClr>
                <a:srgbClr val="000000"/>
              </a:buClr>
              <a:buFont typeface="Arial"/>
              <a:buChar char="»"/>
            </a:pPr>
            <a:r>
              <a:rPr lang="en-US" sz="1700" b="0" u="none" strike="noStrike">
                <a:solidFill>
                  <a:schemeClr val="dk1"/>
                </a:solidFill>
                <a:effectLst/>
                <a:uFillTx/>
                <a:latin typeface="Calibri"/>
              </a:rPr>
              <a:t>Fifth level</a:t>
            </a:r>
            <a:endParaRPr lang="en-GB" sz="1700" b="0" u="none" strike="noStrike">
              <a:solidFill>
                <a:schemeClr val="dk1"/>
              </a:solidFill>
              <a:effectLst/>
              <a:uFillTx/>
              <a:latin typeface="Calibri"/>
            </a:endParaRPr>
          </a:p>
        </p:txBody>
      </p:sp>
      <p:sp>
        <p:nvSpPr>
          <p:cNvPr id="34" name="PlaceHolder 3"/>
          <p:cNvSpPr>
            <a:spLocks noGrp="1"/>
          </p:cNvSpPr>
          <p:nvPr>
            <p:ph type="body"/>
          </p:nvPr>
        </p:nvSpPr>
        <p:spPr>
          <a:xfrm>
            <a:off x="4628880" y="1594440"/>
            <a:ext cx="4021560" cy="4509000"/>
          </a:xfrm>
          <a:prstGeom prst="rect">
            <a:avLst/>
          </a:prstGeom>
          <a:noFill/>
          <a:ln w="9360">
            <a:noFill/>
          </a:ln>
        </p:spPr>
        <p:txBody>
          <a:bodyPr numCol="1" spcCol="0" lIns="86760" rIns="86760" tIns="43560" bIns="43560" anchor="t">
            <a:noAutofit/>
          </a:bodyPr>
          <a:p>
            <a:pPr marL="326160" indent="-326160">
              <a:lnSpc>
                <a:spcPct val="100000"/>
              </a:lnSpc>
              <a:spcBef>
                <a:spcPts val="541"/>
              </a:spcBef>
              <a:buClr>
                <a:srgbClr val="000000"/>
              </a:buClr>
              <a:buFont typeface="Arial"/>
              <a:buChar char="•"/>
            </a:pPr>
            <a:r>
              <a:rPr lang="en-US" sz="2700" b="0" u="none" strike="noStrike">
                <a:solidFill>
                  <a:schemeClr val="dk1"/>
                </a:solidFill>
                <a:effectLst/>
                <a:uFillTx/>
                <a:latin typeface="Calibri"/>
              </a:rPr>
              <a:t>Click to edit Master text styles</a:t>
            </a:r>
            <a:endParaRPr lang="en-GB" sz="2700" b="0" u="none" strike="noStrike">
              <a:solidFill>
                <a:schemeClr val="dk1"/>
              </a:solidFill>
              <a:effectLst/>
              <a:uFillTx/>
              <a:latin typeface="Calibri"/>
            </a:endParaRPr>
          </a:p>
          <a:p>
            <a:pPr marL="706320" lvl="1" indent="-271800">
              <a:lnSpc>
                <a:spcPct val="100000"/>
              </a:lnSpc>
              <a:spcBef>
                <a:spcPts val="459"/>
              </a:spcBef>
              <a:buClr>
                <a:srgbClr val="750b3d"/>
              </a:buClr>
              <a:buFont typeface="Arial"/>
              <a:buChar char="–"/>
            </a:pPr>
            <a:r>
              <a:rPr lang="en-US" sz="2300" b="0" u="none" strike="noStrike">
                <a:solidFill>
                  <a:schemeClr val="accent2">
                    <a:lumMod val="50000"/>
                  </a:schemeClr>
                </a:solidFill>
                <a:effectLst/>
                <a:uFillTx/>
                <a:latin typeface="Calibri"/>
              </a:rPr>
              <a:t>Second level</a:t>
            </a:r>
            <a:endParaRPr lang="en-GB" sz="2300" b="0" u="none" strike="noStrike">
              <a:solidFill>
                <a:schemeClr val="dk1"/>
              </a:solidFill>
              <a:effectLst/>
              <a:uFillTx/>
              <a:latin typeface="Calibri"/>
            </a:endParaRPr>
          </a:p>
          <a:p>
            <a:pPr marL="1086480" lvl="2"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Third level</a:t>
            </a:r>
            <a:endParaRPr lang="en-GB" sz="1900" b="0" u="none" strike="noStrike">
              <a:solidFill>
                <a:schemeClr val="dk1"/>
              </a:solidFill>
              <a:effectLst/>
              <a:uFillTx/>
              <a:latin typeface="Calibri"/>
            </a:endParaRPr>
          </a:p>
          <a:p>
            <a:pPr marL="1521360" lvl="3" indent="-217440">
              <a:lnSpc>
                <a:spcPct val="100000"/>
              </a:lnSpc>
              <a:spcBef>
                <a:spcPts val="340"/>
              </a:spcBef>
              <a:buClr>
                <a:srgbClr val="000000"/>
              </a:buClr>
              <a:buFont typeface="Arial"/>
              <a:buChar char="–"/>
            </a:pPr>
            <a:r>
              <a:rPr lang="en-US" sz="1700" b="0" u="none" strike="noStrike">
                <a:solidFill>
                  <a:schemeClr val="dk1"/>
                </a:solidFill>
                <a:effectLst/>
                <a:uFillTx/>
                <a:latin typeface="Calibri"/>
              </a:rPr>
              <a:t>Fourth level</a:t>
            </a:r>
            <a:endParaRPr lang="en-GB" sz="1700" b="0" u="none" strike="noStrike">
              <a:solidFill>
                <a:schemeClr val="dk1"/>
              </a:solidFill>
              <a:effectLst/>
              <a:uFillTx/>
              <a:latin typeface="Calibri"/>
            </a:endParaRPr>
          </a:p>
          <a:p>
            <a:pPr marL="1955880" lvl="4" indent="-217440">
              <a:lnSpc>
                <a:spcPct val="100000"/>
              </a:lnSpc>
              <a:spcBef>
                <a:spcPts val="340"/>
              </a:spcBef>
              <a:buClr>
                <a:srgbClr val="000000"/>
              </a:buClr>
              <a:buFont typeface="Arial"/>
              <a:buChar char="»"/>
            </a:pPr>
            <a:r>
              <a:rPr lang="en-US" sz="1700" b="0" u="none" strike="noStrike">
                <a:solidFill>
                  <a:schemeClr val="dk1"/>
                </a:solidFill>
                <a:effectLst/>
                <a:uFillTx/>
                <a:latin typeface="Calibri"/>
              </a:rPr>
              <a:t>Fifth level</a:t>
            </a:r>
            <a:endParaRPr lang="en-GB" sz="1700" b="0" u="none" strike="noStrike">
              <a:solidFill>
                <a:schemeClr val="dk1"/>
              </a:solidFill>
              <a:effectLst/>
              <a:uFillTx/>
              <a:latin typeface="Calibri"/>
            </a:endParaRPr>
          </a:p>
        </p:txBody>
      </p:sp>
      <p:sp>
        <p:nvSpPr>
          <p:cNvPr id="35" name="PlaceHolder 4"/>
          <p:cNvSpPr>
            <a:spLocks noGrp="1"/>
          </p:cNvSpPr>
          <p:nvPr>
            <p:ph type="dt" idx="16"/>
          </p:nvPr>
        </p:nvSpPr>
        <p:spPr>
          <a:xfrm>
            <a:off x="455400" y="6332760"/>
            <a:ext cx="2124360" cy="363240"/>
          </a:xfrm>
          <a:prstGeom prst="rect">
            <a:avLst/>
          </a:prstGeom>
          <a:noFill/>
          <a:ln w="0">
            <a:noFill/>
          </a:ln>
        </p:spPr>
        <p:txBody>
          <a:bodyPr lIns="86760" rIns="86760" tIns="43560" bIns="43560" anchor="ctr">
            <a:noAutofit/>
          </a:bodyPr>
          <a:lstStyle>
            <a:lvl1pPr indent="0">
              <a:lnSpc>
                <a:spcPct val="100000"/>
              </a:lnSpc>
              <a:buNone/>
              <a:defRPr lang="en-US" sz="1100" b="0" u="none" strike="noStrike">
                <a:solidFill>
                  <a:schemeClr val="dk1">
                    <a:tint val="75000"/>
                  </a:schemeClr>
                </a:solidFill>
                <a:effectLst/>
                <a:uFillTx/>
                <a:latin typeface="Calibri"/>
              </a:defRPr>
            </a:lvl1pPr>
          </a:lstStyle>
          <a:p>
            <a:pPr indent="0">
              <a:lnSpc>
                <a:spcPct val="100000"/>
              </a:lnSpc>
              <a:buNone/>
            </a:pPr>
            <a:r>
              <a:rPr lang="en-US" sz="1100" b="0" u="none" strike="noStrike">
                <a:solidFill>
                  <a:schemeClr val="dk1">
                    <a:tint val="75000"/>
                  </a:schemeClr>
                </a:solidFill>
                <a:effectLst/>
                <a:uFillTx/>
                <a:latin typeface="Calibri"/>
              </a:rPr>
              <a:t>&lt;date/time&gt;</a:t>
            </a:r>
            <a:endParaRPr lang="en-US" sz="1100" b="0" u="none" strike="noStrike">
              <a:solidFill>
                <a:srgbClr val="000000"/>
              </a:solidFill>
              <a:effectLst/>
              <a:uFillTx/>
              <a:latin typeface="Times New Roman"/>
            </a:endParaRPr>
          </a:p>
        </p:txBody>
      </p:sp>
      <p:sp>
        <p:nvSpPr>
          <p:cNvPr id="36" name="PlaceHolder 5"/>
          <p:cNvSpPr>
            <a:spLocks noGrp="1"/>
          </p:cNvSpPr>
          <p:nvPr>
            <p:ph type="ftr" idx="17"/>
          </p:nvPr>
        </p:nvSpPr>
        <p:spPr>
          <a:xfrm>
            <a:off x="2266920" y="6332760"/>
            <a:ext cx="434304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&lt;footer&gt;</a:t>
            </a:r>
            <a:endParaRPr lang="en-US" sz="1100" b="0" u="none" strike="noStrike">
              <a:solidFill>
                <a:srgbClr val="000000"/>
              </a:solidFill>
              <a:effectLst/>
              <a:uFillTx/>
              <a:latin typeface="Times New Roman"/>
            </a:endParaRPr>
          </a:p>
        </p:txBody>
      </p:sp>
      <p:sp>
        <p:nvSpPr>
          <p:cNvPr id="37" name="PlaceHolder 6"/>
          <p:cNvSpPr>
            <a:spLocks noGrp="1"/>
          </p:cNvSpPr>
          <p:nvPr>
            <p:ph type="sldNum" idx="18"/>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Calibri"/>
              </a:defRPr>
            </a:lvl1pPr>
          </a:lstStyle>
          <a:p>
            <a:pPr indent="0" algn="r">
              <a:lnSpc>
                <a:spcPct val="100000"/>
              </a:lnSpc>
              <a:buNone/>
            </a:pPr>
            <a:fld id="{AEBC79E6-5702-448D-B458-6881747D511B}" type="slidenum">
              <a:rPr lang="en-US" sz="1100" b="0" u="none" strike="noStrike">
                <a:solidFill>
                  <a:schemeClr val="dk1">
                    <a:tint val="75000"/>
                  </a:schemeClr>
                </a:solidFill>
                <a:effectLst/>
                <a:uFillTx/>
                <a:latin typeface="Calibri"/>
              </a:rPr>
              <a:t>&lt;number&gt;</a:t>
            </a:fld>
            <a:endParaRPr lang="en-US" sz="11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cxnSp>
        <p:nvCxnSpPr>
          <p:cNvPr id="38" name="Straight Connector 6"/>
          <p:cNvCxnSpPr/>
          <p:nvPr/>
        </p:nvCxnSpPr>
        <p:spPr>
          <a:xfrm>
            <a:off x="426600" y="1352160"/>
            <a:ext cx="8181360" cy="360"/>
          </a:xfrm>
          <a:prstGeom prst="straightConnector1">
            <a:avLst/>
          </a:prstGeom>
          <a:ln>
            <a:solidFill>
              <a:srgbClr val="feb603"/>
            </a:solidFill>
            <a:round/>
          </a:ln>
        </p:spPr>
      </p:cxnSp>
      <p:sp>
        <p:nvSpPr>
          <p:cNvPr id="39" name="PlaceHolder 1"/>
          <p:cNvSpPr>
            <a:spLocks noGrp="1"/>
          </p:cNvSpPr>
          <p:nvPr>
            <p:ph type="title"/>
          </p:nvPr>
        </p:nvSpPr>
        <p:spPr>
          <a:xfrm>
            <a:off x="455400" y="27360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Click to edit Master title style</a:t>
            </a:r>
            <a:endParaRPr lang="en-GB" sz="4200" b="0" u="none" strike="noStrike">
              <a:solidFill>
                <a:schemeClr val="dk1"/>
              </a:solidFill>
              <a:effectLst/>
              <a:uFillTx/>
              <a:latin typeface="Times New Roman"/>
            </a:endParaRPr>
          </a:p>
        </p:txBody>
      </p:sp>
      <p:sp>
        <p:nvSpPr>
          <p:cNvPr id="40" name="PlaceHolder 2"/>
          <p:cNvSpPr>
            <a:spLocks noGrp="1"/>
          </p:cNvSpPr>
          <p:nvPr>
            <p:ph type="body"/>
          </p:nvPr>
        </p:nvSpPr>
        <p:spPr>
          <a:xfrm>
            <a:off x="455400" y="1529280"/>
            <a:ext cx="4023000" cy="637200"/>
          </a:xfrm>
          <a:prstGeom prst="rect">
            <a:avLst/>
          </a:prstGeom>
          <a:noFill/>
          <a:ln w="9360">
            <a:noFill/>
          </a:ln>
        </p:spPr>
        <p:txBody>
          <a:bodyPr numCol="1" spcCol="0" lIns="86760" rIns="86760" tIns="43560" bIns="43560" anchor="b">
            <a:noAutofit/>
          </a:bodyPr>
          <a:p>
            <a:pPr indent="0">
              <a:lnSpc>
                <a:spcPct val="100000"/>
              </a:lnSpc>
              <a:spcBef>
                <a:spcPts val="459"/>
              </a:spcBef>
              <a:buNone/>
              <a:tabLst>
                <a:tab algn="l" pos="0"/>
              </a:tabLst>
            </a:pPr>
            <a:r>
              <a:rPr lang="en-US" sz="2300" b="1" u="none" strike="noStrike">
                <a:solidFill>
                  <a:schemeClr val="dk1"/>
                </a:solidFill>
                <a:effectLst/>
                <a:uFillTx/>
                <a:latin typeface="Calibri"/>
              </a:rPr>
              <a:t>Click to edit Master text styles</a:t>
            </a:r>
            <a:endParaRPr lang="en-GB" sz="2300" b="0" u="none" strike="noStrike">
              <a:solidFill>
                <a:schemeClr val="dk1"/>
              </a:solidFill>
              <a:effectLst/>
              <a:uFillTx/>
              <a:latin typeface="Calibri"/>
            </a:endParaRPr>
          </a:p>
        </p:txBody>
      </p:sp>
      <p:sp>
        <p:nvSpPr>
          <p:cNvPr id="41" name="PlaceHolder 3"/>
          <p:cNvSpPr>
            <a:spLocks noGrp="1"/>
          </p:cNvSpPr>
          <p:nvPr>
            <p:ph type="body"/>
          </p:nvPr>
        </p:nvSpPr>
        <p:spPr>
          <a:xfrm>
            <a:off x="455400" y="2166840"/>
            <a:ext cx="4023000" cy="3936240"/>
          </a:xfrm>
          <a:prstGeom prst="rect">
            <a:avLst/>
          </a:prstGeom>
          <a:noFill/>
          <a:ln w="9360">
            <a:noFill/>
          </a:ln>
        </p:spPr>
        <p:txBody>
          <a:bodyPr numCol="1" spcCol="0" lIns="86760" rIns="86760" tIns="43560" bIns="43560" anchor="t">
            <a:noAutofit/>
          </a:bodyPr>
          <a:p>
            <a:pPr marL="326160" indent="-326160">
              <a:lnSpc>
                <a:spcPct val="100000"/>
              </a:lnSpc>
              <a:spcBef>
                <a:spcPts val="459"/>
              </a:spcBef>
              <a:buClr>
                <a:srgbClr val="000000"/>
              </a:buClr>
              <a:buFont typeface="Arial"/>
              <a:buChar char="•"/>
            </a:pPr>
            <a:r>
              <a:rPr lang="en-US" sz="2300" b="0" u="none" strike="noStrike">
                <a:solidFill>
                  <a:schemeClr val="dk1"/>
                </a:solidFill>
                <a:effectLst/>
                <a:uFillTx/>
                <a:latin typeface="Calibri"/>
              </a:rPr>
              <a:t>Click to edit Master text styles</a:t>
            </a:r>
            <a:endParaRPr lang="en-GB" sz="2300" b="0" u="none" strike="noStrike">
              <a:solidFill>
                <a:schemeClr val="dk1"/>
              </a:solidFill>
              <a:effectLst/>
              <a:uFillTx/>
              <a:latin typeface="Calibri"/>
            </a:endParaRPr>
          </a:p>
          <a:p>
            <a:pPr marL="706320" lvl="1" indent="-271800">
              <a:lnSpc>
                <a:spcPct val="100000"/>
              </a:lnSpc>
              <a:spcBef>
                <a:spcPts val="380"/>
              </a:spcBef>
              <a:buClr>
                <a:srgbClr val="750b3d"/>
              </a:buClr>
              <a:buFont typeface="Arial"/>
              <a:buChar char="–"/>
            </a:pPr>
            <a:r>
              <a:rPr lang="en-US" sz="1900" b="0" u="none" strike="noStrike">
                <a:solidFill>
                  <a:schemeClr val="accent2">
                    <a:lumMod val="50000"/>
                  </a:schemeClr>
                </a:solidFill>
                <a:effectLst/>
                <a:uFillTx/>
                <a:latin typeface="Calibri"/>
              </a:rPr>
              <a:t>Second level</a:t>
            </a:r>
            <a:endParaRPr lang="en-GB" sz="1900" b="0" u="none" strike="noStrike">
              <a:solidFill>
                <a:schemeClr val="dk1"/>
              </a:solidFill>
              <a:effectLst/>
              <a:uFillTx/>
              <a:latin typeface="Calibri"/>
            </a:endParaRPr>
          </a:p>
          <a:p>
            <a:pPr marL="1086480" lvl="2" indent="-217440">
              <a:lnSpc>
                <a:spcPct val="100000"/>
              </a:lnSpc>
              <a:spcBef>
                <a:spcPts val="340"/>
              </a:spcBef>
              <a:buClr>
                <a:srgbClr val="000000"/>
              </a:buClr>
              <a:buFont typeface="Arial"/>
              <a:buChar char="•"/>
            </a:pPr>
            <a:r>
              <a:rPr lang="en-US" sz="1700" b="0" u="none" strike="noStrike">
                <a:solidFill>
                  <a:schemeClr val="dk1"/>
                </a:solidFill>
                <a:effectLst/>
                <a:uFillTx/>
                <a:latin typeface="Calibri"/>
              </a:rPr>
              <a:t>Third level</a:t>
            </a:r>
            <a:endParaRPr lang="en-GB" sz="1700" b="0" u="none" strike="noStrike">
              <a:solidFill>
                <a:schemeClr val="dk1"/>
              </a:solidFill>
              <a:effectLst/>
              <a:uFillTx/>
              <a:latin typeface="Calibri"/>
            </a:endParaRPr>
          </a:p>
          <a:p>
            <a:pPr marL="1521360" lvl="3" indent="-217440">
              <a:lnSpc>
                <a:spcPct val="100000"/>
              </a:lnSpc>
              <a:spcBef>
                <a:spcPts val="300"/>
              </a:spcBef>
              <a:buClr>
                <a:srgbClr val="000000"/>
              </a:buClr>
              <a:buFont typeface="Arial"/>
              <a:buChar char="–"/>
            </a:pPr>
            <a:r>
              <a:rPr lang="en-US" sz="1500" b="0" u="none" strike="noStrike">
                <a:solidFill>
                  <a:schemeClr val="dk1"/>
                </a:solidFill>
                <a:effectLst/>
                <a:uFillTx/>
                <a:latin typeface="Calibri"/>
              </a:rPr>
              <a:t>Fourth level</a:t>
            </a:r>
            <a:endParaRPr lang="en-GB" sz="1500" b="0" u="none" strike="noStrike">
              <a:solidFill>
                <a:schemeClr val="dk1"/>
              </a:solidFill>
              <a:effectLst/>
              <a:uFillTx/>
              <a:latin typeface="Calibri"/>
            </a:endParaRPr>
          </a:p>
          <a:p>
            <a:pPr marL="1955880" lvl="4" indent="-217440">
              <a:lnSpc>
                <a:spcPct val="100000"/>
              </a:lnSpc>
              <a:spcBef>
                <a:spcPts val="300"/>
              </a:spcBef>
              <a:buClr>
                <a:srgbClr val="000000"/>
              </a:buClr>
              <a:buFont typeface="Arial"/>
              <a:buChar char="»"/>
            </a:pPr>
            <a:r>
              <a:rPr lang="en-US" sz="1500" b="0" u="none" strike="noStrike">
                <a:solidFill>
                  <a:schemeClr val="dk1"/>
                </a:solidFill>
                <a:effectLst/>
                <a:uFillTx/>
                <a:latin typeface="Calibri"/>
              </a:rPr>
              <a:t>Fifth level</a:t>
            </a:r>
            <a:endParaRPr lang="en-GB" sz="1500" b="0" u="none" strike="noStrike">
              <a:solidFill>
                <a:schemeClr val="dk1"/>
              </a:solidFill>
              <a:effectLst/>
              <a:uFillTx/>
              <a:latin typeface="Calibri"/>
            </a:endParaRPr>
          </a:p>
        </p:txBody>
      </p:sp>
      <p:sp>
        <p:nvSpPr>
          <p:cNvPr id="42" name="PlaceHolder 4"/>
          <p:cNvSpPr>
            <a:spLocks noGrp="1"/>
          </p:cNvSpPr>
          <p:nvPr>
            <p:ph type="body"/>
          </p:nvPr>
        </p:nvSpPr>
        <p:spPr>
          <a:xfrm>
            <a:off x="4625640" y="1529280"/>
            <a:ext cx="4024440" cy="637200"/>
          </a:xfrm>
          <a:prstGeom prst="rect">
            <a:avLst/>
          </a:prstGeom>
          <a:noFill/>
          <a:ln w="9360">
            <a:noFill/>
          </a:ln>
        </p:spPr>
        <p:txBody>
          <a:bodyPr numCol="1" spcCol="0" lIns="86760" rIns="86760" tIns="43560" bIns="43560" anchor="b">
            <a:noAutofit/>
          </a:bodyPr>
          <a:p>
            <a:pPr indent="0">
              <a:lnSpc>
                <a:spcPct val="100000"/>
              </a:lnSpc>
              <a:spcBef>
                <a:spcPts val="459"/>
              </a:spcBef>
              <a:buNone/>
              <a:tabLst>
                <a:tab algn="l" pos="0"/>
              </a:tabLst>
            </a:pPr>
            <a:r>
              <a:rPr lang="en-US" sz="2300" b="1" u="none" strike="noStrike">
                <a:solidFill>
                  <a:schemeClr val="dk1"/>
                </a:solidFill>
                <a:effectLst/>
                <a:uFillTx/>
                <a:latin typeface="Calibri"/>
              </a:rPr>
              <a:t>Click to edit Master text styles</a:t>
            </a:r>
            <a:endParaRPr lang="en-GB" sz="2300" b="0" u="none" strike="noStrike">
              <a:solidFill>
                <a:schemeClr val="dk1"/>
              </a:solidFill>
              <a:effectLst/>
              <a:uFillTx/>
              <a:latin typeface="Calibri"/>
            </a:endParaRPr>
          </a:p>
        </p:txBody>
      </p:sp>
      <p:sp>
        <p:nvSpPr>
          <p:cNvPr id="43" name="PlaceHolder 5"/>
          <p:cNvSpPr>
            <a:spLocks noGrp="1"/>
          </p:cNvSpPr>
          <p:nvPr>
            <p:ph type="body"/>
          </p:nvPr>
        </p:nvSpPr>
        <p:spPr>
          <a:xfrm>
            <a:off x="4625640" y="2166840"/>
            <a:ext cx="4024440" cy="3936240"/>
          </a:xfrm>
          <a:prstGeom prst="rect">
            <a:avLst/>
          </a:prstGeom>
          <a:noFill/>
          <a:ln w="9360">
            <a:noFill/>
          </a:ln>
        </p:spPr>
        <p:txBody>
          <a:bodyPr numCol="1" spcCol="0" lIns="86760" rIns="86760" tIns="43560" bIns="43560" anchor="t">
            <a:noAutofit/>
          </a:bodyPr>
          <a:p>
            <a:pPr marL="326160" indent="-326160">
              <a:lnSpc>
                <a:spcPct val="100000"/>
              </a:lnSpc>
              <a:spcBef>
                <a:spcPts val="459"/>
              </a:spcBef>
              <a:buClr>
                <a:srgbClr val="000000"/>
              </a:buClr>
              <a:buFont typeface="Arial"/>
              <a:buChar char="•"/>
            </a:pPr>
            <a:r>
              <a:rPr lang="en-US" sz="2300" b="0" u="none" strike="noStrike">
                <a:solidFill>
                  <a:schemeClr val="dk1"/>
                </a:solidFill>
                <a:effectLst/>
                <a:uFillTx/>
                <a:latin typeface="Calibri"/>
              </a:rPr>
              <a:t>Click to edit Master text styles</a:t>
            </a:r>
            <a:endParaRPr lang="en-GB" sz="2300" b="0" u="none" strike="noStrike">
              <a:solidFill>
                <a:schemeClr val="dk1"/>
              </a:solidFill>
              <a:effectLst/>
              <a:uFillTx/>
              <a:latin typeface="Calibri"/>
            </a:endParaRPr>
          </a:p>
          <a:p>
            <a:pPr marL="706320" lvl="1" indent="-271800">
              <a:lnSpc>
                <a:spcPct val="100000"/>
              </a:lnSpc>
              <a:spcBef>
                <a:spcPts val="380"/>
              </a:spcBef>
              <a:buClr>
                <a:srgbClr val="750b3d"/>
              </a:buClr>
              <a:buFont typeface="Arial"/>
              <a:buChar char="–"/>
            </a:pPr>
            <a:r>
              <a:rPr lang="en-US" sz="1900" b="0" u="none" strike="noStrike">
                <a:solidFill>
                  <a:schemeClr val="accent2">
                    <a:lumMod val="50000"/>
                  </a:schemeClr>
                </a:solidFill>
                <a:effectLst/>
                <a:uFillTx/>
                <a:latin typeface="Calibri"/>
              </a:rPr>
              <a:t>Second level</a:t>
            </a:r>
            <a:endParaRPr lang="en-GB" sz="1900" b="0" u="none" strike="noStrike">
              <a:solidFill>
                <a:schemeClr val="dk1"/>
              </a:solidFill>
              <a:effectLst/>
              <a:uFillTx/>
              <a:latin typeface="Calibri"/>
            </a:endParaRPr>
          </a:p>
          <a:p>
            <a:pPr marL="1086480" lvl="2" indent="-217440">
              <a:lnSpc>
                <a:spcPct val="100000"/>
              </a:lnSpc>
              <a:spcBef>
                <a:spcPts val="340"/>
              </a:spcBef>
              <a:buClr>
                <a:srgbClr val="000000"/>
              </a:buClr>
              <a:buFont typeface="Arial"/>
              <a:buChar char="•"/>
            </a:pPr>
            <a:r>
              <a:rPr lang="en-US" sz="1700" b="0" u="none" strike="noStrike">
                <a:solidFill>
                  <a:schemeClr val="dk1"/>
                </a:solidFill>
                <a:effectLst/>
                <a:uFillTx/>
                <a:latin typeface="Calibri"/>
              </a:rPr>
              <a:t>Third level</a:t>
            </a:r>
            <a:endParaRPr lang="en-GB" sz="1700" b="0" u="none" strike="noStrike">
              <a:solidFill>
                <a:schemeClr val="dk1"/>
              </a:solidFill>
              <a:effectLst/>
              <a:uFillTx/>
              <a:latin typeface="Calibri"/>
            </a:endParaRPr>
          </a:p>
          <a:p>
            <a:pPr marL="1521360" lvl="3" indent="-217440">
              <a:lnSpc>
                <a:spcPct val="100000"/>
              </a:lnSpc>
              <a:spcBef>
                <a:spcPts val="300"/>
              </a:spcBef>
              <a:buClr>
                <a:srgbClr val="000000"/>
              </a:buClr>
              <a:buFont typeface="Arial"/>
              <a:buChar char="–"/>
            </a:pPr>
            <a:r>
              <a:rPr lang="en-US" sz="1500" b="0" u="none" strike="noStrike">
                <a:solidFill>
                  <a:schemeClr val="dk1"/>
                </a:solidFill>
                <a:effectLst/>
                <a:uFillTx/>
                <a:latin typeface="Calibri"/>
              </a:rPr>
              <a:t>Fourth level</a:t>
            </a:r>
            <a:endParaRPr lang="en-GB" sz="1500" b="0" u="none" strike="noStrike">
              <a:solidFill>
                <a:schemeClr val="dk1"/>
              </a:solidFill>
              <a:effectLst/>
              <a:uFillTx/>
              <a:latin typeface="Calibri"/>
            </a:endParaRPr>
          </a:p>
          <a:p>
            <a:pPr marL="1955880" lvl="4" indent="-217440">
              <a:lnSpc>
                <a:spcPct val="100000"/>
              </a:lnSpc>
              <a:spcBef>
                <a:spcPts val="300"/>
              </a:spcBef>
              <a:buClr>
                <a:srgbClr val="000000"/>
              </a:buClr>
              <a:buFont typeface="Arial"/>
              <a:buChar char="»"/>
            </a:pPr>
            <a:r>
              <a:rPr lang="en-US" sz="1500" b="0" u="none" strike="noStrike">
                <a:solidFill>
                  <a:schemeClr val="dk1"/>
                </a:solidFill>
                <a:effectLst/>
                <a:uFillTx/>
                <a:latin typeface="Calibri"/>
              </a:rPr>
              <a:t>Fifth level</a:t>
            </a:r>
            <a:endParaRPr lang="en-GB" sz="1500" b="0" u="none" strike="noStrike">
              <a:solidFill>
                <a:schemeClr val="dk1"/>
              </a:solidFill>
              <a:effectLst/>
              <a:uFillTx/>
              <a:latin typeface="Calibri"/>
            </a:endParaRPr>
          </a:p>
        </p:txBody>
      </p:sp>
      <p:sp>
        <p:nvSpPr>
          <p:cNvPr id="44" name="PlaceHolder 6"/>
          <p:cNvSpPr>
            <a:spLocks noGrp="1"/>
          </p:cNvSpPr>
          <p:nvPr>
            <p:ph type="dt" idx="19"/>
          </p:nvPr>
        </p:nvSpPr>
        <p:spPr>
          <a:xfrm>
            <a:off x="455400" y="6332760"/>
            <a:ext cx="2124360" cy="363240"/>
          </a:xfrm>
          <a:prstGeom prst="rect">
            <a:avLst/>
          </a:prstGeom>
          <a:noFill/>
          <a:ln w="0">
            <a:noFill/>
          </a:ln>
        </p:spPr>
        <p:txBody>
          <a:bodyPr lIns="86760" rIns="86760" tIns="43560" bIns="43560" anchor="ctr">
            <a:noAutofit/>
          </a:bodyPr>
          <a:lstStyle>
            <a:lvl1pPr indent="0">
              <a:lnSpc>
                <a:spcPct val="100000"/>
              </a:lnSpc>
              <a:buNone/>
              <a:defRPr lang="en-US" sz="1100" b="0" u="none" strike="noStrike">
                <a:solidFill>
                  <a:schemeClr val="dk1">
                    <a:tint val="75000"/>
                  </a:schemeClr>
                </a:solidFill>
                <a:effectLst/>
                <a:uFillTx/>
                <a:latin typeface="Calibri"/>
              </a:defRPr>
            </a:lvl1pPr>
          </a:lstStyle>
          <a:p>
            <a:pPr indent="0">
              <a:lnSpc>
                <a:spcPct val="100000"/>
              </a:lnSpc>
              <a:buNone/>
            </a:pPr>
            <a:r>
              <a:rPr lang="en-US" sz="1100" b="0" u="none" strike="noStrike">
                <a:solidFill>
                  <a:schemeClr val="dk1">
                    <a:tint val="75000"/>
                  </a:schemeClr>
                </a:solidFill>
                <a:effectLst/>
                <a:uFillTx/>
                <a:latin typeface="Calibri"/>
              </a:rPr>
              <a:t>&lt;date/time&gt;</a:t>
            </a:r>
            <a:endParaRPr lang="en-US" sz="1100" b="0" u="none" strike="noStrike">
              <a:solidFill>
                <a:srgbClr val="000000"/>
              </a:solidFill>
              <a:effectLst/>
              <a:uFillTx/>
              <a:latin typeface="Times New Roman"/>
            </a:endParaRPr>
          </a:p>
        </p:txBody>
      </p:sp>
      <p:sp>
        <p:nvSpPr>
          <p:cNvPr id="45" name="PlaceHolder 7"/>
          <p:cNvSpPr>
            <a:spLocks noGrp="1"/>
          </p:cNvSpPr>
          <p:nvPr>
            <p:ph type="ftr" idx="20"/>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&lt;footer&gt;</a:t>
            </a:r>
            <a:endParaRPr lang="en-US" sz="1100" b="0" u="none" strike="noStrike">
              <a:solidFill>
                <a:srgbClr val="000000"/>
              </a:solidFill>
              <a:effectLst/>
              <a:uFillTx/>
              <a:latin typeface="Times New Roman"/>
            </a:endParaRPr>
          </a:p>
        </p:txBody>
      </p:sp>
      <p:sp>
        <p:nvSpPr>
          <p:cNvPr id="46" name="PlaceHolder 8"/>
          <p:cNvSpPr>
            <a:spLocks noGrp="1"/>
          </p:cNvSpPr>
          <p:nvPr>
            <p:ph type="sldNum" idx="21"/>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Calibri"/>
              </a:defRPr>
            </a:lvl1pPr>
          </a:lstStyle>
          <a:p>
            <a:pPr indent="0" algn="r">
              <a:lnSpc>
                <a:spcPct val="100000"/>
              </a:lnSpc>
              <a:buNone/>
            </a:pPr>
            <a:fld id="{A7C97CBB-07AE-462A-ABDB-FA7549C975A6}" type="slidenum">
              <a:rPr lang="en-US" sz="1100" b="0" u="none" strike="noStrike">
                <a:solidFill>
                  <a:schemeClr val="dk1">
                    <a:tint val="75000"/>
                  </a:schemeClr>
                </a:solidFill>
                <a:effectLst/>
                <a:uFillTx/>
                <a:latin typeface="Calibri"/>
              </a:rPr>
              <a:t>&lt;number&gt;</a:t>
            </a:fld>
            <a:endParaRPr lang="en-US" sz="11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cxnSp>
        <p:nvCxnSpPr>
          <p:cNvPr id="47" name="Straight Connector 2"/>
          <p:cNvCxnSpPr/>
          <p:nvPr/>
        </p:nvCxnSpPr>
        <p:spPr>
          <a:xfrm>
            <a:off x="426600" y="1352160"/>
            <a:ext cx="8181360" cy="360"/>
          </a:xfrm>
          <a:prstGeom prst="straightConnector1">
            <a:avLst/>
          </a:prstGeom>
          <a:ln>
            <a:solidFill>
              <a:srgbClr val="feb603"/>
            </a:solidFill>
            <a:round/>
          </a:ln>
        </p:spPr>
      </p:cxnSp>
      <p:sp>
        <p:nvSpPr>
          <p:cNvPr id="48" name="PlaceHolder 1"/>
          <p:cNvSpPr>
            <a:spLocks noGrp="1"/>
          </p:cNvSpPr>
          <p:nvPr>
            <p:ph type="title"/>
          </p:nvPr>
        </p:nvSpPr>
        <p:spPr>
          <a:xfrm>
            <a:off x="455400" y="21600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Click to edit Master title style</a:t>
            </a:r>
            <a:endParaRPr lang="en-GB" sz="4200" b="0" u="none" strike="noStrike">
              <a:solidFill>
                <a:schemeClr val="dk1"/>
              </a:solidFill>
              <a:effectLst/>
              <a:uFillTx/>
              <a:latin typeface="Times New Roman"/>
            </a:endParaRPr>
          </a:p>
        </p:txBody>
      </p:sp>
      <p:sp>
        <p:nvSpPr>
          <p:cNvPr id="49" name="PlaceHolder 2"/>
          <p:cNvSpPr>
            <a:spLocks noGrp="1"/>
          </p:cNvSpPr>
          <p:nvPr>
            <p:ph type="dt" idx="22"/>
          </p:nvPr>
        </p:nvSpPr>
        <p:spPr>
          <a:xfrm>
            <a:off x="455400" y="6332760"/>
            <a:ext cx="2124360" cy="363240"/>
          </a:xfrm>
          <a:prstGeom prst="rect">
            <a:avLst/>
          </a:prstGeom>
          <a:noFill/>
          <a:ln w="0">
            <a:noFill/>
          </a:ln>
        </p:spPr>
        <p:txBody>
          <a:bodyPr lIns="86760" rIns="86760" tIns="43560" bIns="43560" anchor="ctr">
            <a:noAutofit/>
          </a:bodyPr>
          <a:lstStyle>
            <a:lvl1pPr indent="0">
              <a:lnSpc>
                <a:spcPct val="100000"/>
              </a:lnSpc>
              <a:buNone/>
              <a:defRPr lang="en-US" sz="1100" b="0" u="none" strike="noStrike">
                <a:solidFill>
                  <a:schemeClr val="dk1">
                    <a:tint val="75000"/>
                  </a:schemeClr>
                </a:solidFill>
                <a:effectLst/>
                <a:uFillTx/>
                <a:latin typeface="Calibri"/>
              </a:defRPr>
            </a:lvl1pPr>
          </a:lstStyle>
          <a:p>
            <a:pPr indent="0">
              <a:lnSpc>
                <a:spcPct val="100000"/>
              </a:lnSpc>
              <a:buNone/>
            </a:pPr>
            <a:r>
              <a:rPr lang="en-US" sz="1100" b="0" u="none" strike="noStrike">
                <a:solidFill>
                  <a:schemeClr val="dk1">
                    <a:tint val="75000"/>
                  </a:schemeClr>
                </a:solidFill>
                <a:effectLst/>
                <a:uFillTx/>
                <a:latin typeface="Calibri"/>
              </a:rPr>
              <a:t>&lt;date/time&gt;</a:t>
            </a:r>
            <a:endParaRPr lang="en-US" sz="1100" b="0" u="none" strike="noStrike">
              <a:solidFill>
                <a:srgbClr val="000000"/>
              </a:solidFill>
              <a:effectLst/>
              <a:uFillTx/>
              <a:latin typeface="Times New Roman"/>
            </a:endParaRPr>
          </a:p>
        </p:txBody>
      </p:sp>
      <p:sp>
        <p:nvSpPr>
          <p:cNvPr id="50" name="PlaceHolder 3"/>
          <p:cNvSpPr>
            <a:spLocks noGrp="1"/>
          </p:cNvSpPr>
          <p:nvPr>
            <p:ph type="ftr" idx="23"/>
          </p:nvPr>
        </p:nvSpPr>
        <p:spPr>
          <a:xfrm>
            <a:off x="2343240" y="6332760"/>
            <a:ext cx="434304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&lt;footer&gt;</a:t>
            </a:r>
            <a:endParaRPr lang="en-US" sz="1100" b="0" u="none" strike="noStrike">
              <a:solidFill>
                <a:srgbClr val="000000"/>
              </a:solidFill>
              <a:effectLst/>
              <a:uFillTx/>
              <a:latin typeface="Times New Roman"/>
            </a:endParaRPr>
          </a:p>
        </p:txBody>
      </p:sp>
      <p:sp>
        <p:nvSpPr>
          <p:cNvPr id="51" name="PlaceHolder 4"/>
          <p:cNvSpPr>
            <a:spLocks noGrp="1"/>
          </p:cNvSpPr>
          <p:nvPr>
            <p:ph type="sldNum" idx="24"/>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Calibri"/>
              </a:defRPr>
            </a:lvl1pPr>
          </a:lstStyle>
          <a:p>
            <a:pPr indent="0" algn="r">
              <a:lnSpc>
                <a:spcPct val="100000"/>
              </a:lnSpc>
              <a:buNone/>
            </a:pPr>
            <a:fld id="{8AF9AB2A-EAE8-4D6C-84AB-A95EEC6CCDDA}" type="slidenum">
              <a:rPr lang="en-US" sz="1100" b="0" u="none" strike="noStrike">
                <a:solidFill>
                  <a:schemeClr val="dk1">
                    <a:tint val="75000"/>
                  </a:schemeClr>
                </a:solidFill>
                <a:effectLst/>
                <a:uFillTx/>
                <a:latin typeface="Calibri"/>
              </a:rPr>
              <a:t>&lt;number&gt;</a:t>
            </a:fld>
            <a:endParaRPr lang="en-US" sz="11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52" name="PlaceHolder 1"/>
          <p:cNvSpPr>
            <a:spLocks noGrp="1"/>
          </p:cNvSpPr>
          <p:nvPr>
            <p:ph type="dt" idx="25"/>
          </p:nvPr>
        </p:nvSpPr>
        <p:spPr>
          <a:xfrm>
            <a:off x="455400" y="6332760"/>
            <a:ext cx="2124360" cy="363240"/>
          </a:xfrm>
          <a:prstGeom prst="rect">
            <a:avLst/>
          </a:prstGeom>
          <a:noFill/>
          <a:ln w="0">
            <a:noFill/>
          </a:ln>
        </p:spPr>
        <p:txBody>
          <a:bodyPr lIns="86760" rIns="86760" tIns="43560" bIns="43560" anchor="ctr">
            <a:noAutofit/>
          </a:bodyPr>
          <a:lstStyle>
            <a:lvl1pPr indent="0">
              <a:lnSpc>
                <a:spcPct val="100000"/>
              </a:lnSpc>
              <a:buNone/>
              <a:defRPr lang="en-US" sz="1100" b="0" u="none" strike="noStrike">
                <a:solidFill>
                  <a:schemeClr val="dk1">
                    <a:tint val="75000"/>
                  </a:schemeClr>
                </a:solidFill>
                <a:effectLst/>
                <a:uFillTx/>
                <a:latin typeface="Calibri"/>
              </a:defRPr>
            </a:lvl1pPr>
          </a:lstStyle>
          <a:p>
            <a:pPr indent="0">
              <a:lnSpc>
                <a:spcPct val="100000"/>
              </a:lnSpc>
              <a:buNone/>
            </a:pPr>
            <a:r>
              <a:rPr lang="en-US" sz="1100" b="0" u="none" strike="noStrike">
                <a:solidFill>
                  <a:schemeClr val="dk1">
                    <a:tint val="75000"/>
                  </a:schemeClr>
                </a:solidFill>
                <a:effectLst/>
                <a:uFillTx/>
                <a:latin typeface="Calibri"/>
              </a:rPr>
              <a:t>&lt;date/time&gt;</a:t>
            </a:r>
            <a:endParaRPr lang="en-US" sz="1100" b="0" u="none" strike="noStrike">
              <a:solidFill>
                <a:srgbClr val="000000"/>
              </a:solidFill>
              <a:effectLst/>
              <a:uFillTx/>
              <a:latin typeface="Times New Roman"/>
            </a:endParaRPr>
          </a:p>
        </p:txBody>
      </p:sp>
      <p:sp>
        <p:nvSpPr>
          <p:cNvPr id="53" name="PlaceHolder 2"/>
          <p:cNvSpPr>
            <a:spLocks noGrp="1"/>
          </p:cNvSpPr>
          <p:nvPr>
            <p:ph type="ftr" idx="26"/>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&lt;footer&gt;</a:t>
            </a:r>
            <a:endParaRPr lang="en-US" sz="1100" b="0" u="none" strike="noStrike">
              <a:solidFill>
                <a:srgbClr val="000000"/>
              </a:solidFill>
              <a:effectLst/>
              <a:uFillTx/>
              <a:latin typeface="Times New Roman"/>
            </a:endParaRPr>
          </a:p>
        </p:txBody>
      </p:sp>
      <p:sp>
        <p:nvSpPr>
          <p:cNvPr id="54" name="PlaceHolder 3"/>
          <p:cNvSpPr>
            <a:spLocks noGrp="1"/>
          </p:cNvSpPr>
          <p:nvPr>
            <p:ph type="sldNum" idx="27"/>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Calibri"/>
              </a:defRPr>
            </a:lvl1pPr>
          </a:lstStyle>
          <a:p>
            <a:pPr indent="0" algn="r">
              <a:lnSpc>
                <a:spcPct val="100000"/>
              </a:lnSpc>
              <a:buNone/>
            </a:pPr>
            <a:fld id="{0CAE9408-4CF7-49A5-850B-FFC8D1052DFC}" type="slidenum">
              <a:rPr lang="en-US" sz="1100" b="0" u="none" strike="noStrike">
                <a:solidFill>
                  <a:schemeClr val="dk1">
                    <a:tint val="75000"/>
                  </a:schemeClr>
                </a:solidFill>
                <a:effectLst/>
                <a:uFillTx/>
                <a:latin typeface="Calibri"/>
              </a:rPr>
              <a:t>&lt;number&gt;</a:t>
            </a:fld>
            <a:endParaRPr lang="en-US" sz="11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455400" y="272160"/>
            <a:ext cx="2995560" cy="1157400"/>
          </a:xfrm>
          <a:prstGeom prst="rect">
            <a:avLst/>
          </a:prstGeom>
          <a:noFill/>
          <a:ln w="9360">
            <a:noFill/>
          </a:ln>
        </p:spPr>
        <p:txBody>
          <a:bodyPr numCol="1" spcCol="0" lIns="86760" rIns="86760" tIns="43560" bIns="43560" anchor="b">
            <a:noAutofit/>
          </a:bodyPr>
          <a:p>
            <a:pPr indent="0">
              <a:lnSpc>
                <a:spcPct val="100000"/>
              </a:lnSpc>
              <a:buNone/>
            </a:pPr>
            <a:r>
              <a:rPr lang="en-US" sz="1900" b="1" u="none" strike="noStrike">
                <a:solidFill>
                  <a:srgbClr val="0070c0"/>
                </a:solidFill>
                <a:effectLst/>
                <a:uFillTx/>
                <a:latin typeface="Calibri"/>
              </a:rPr>
              <a:t>Click to edit Master title style</a:t>
            </a:r>
            <a:endParaRPr lang="en-GB" sz="1900" b="0" u="none" strike="noStrike">
              <a:solidFill>
                <a:schemeClr val="dk1"/>
              </a:solidFill>
              <a:effectLst/>
              <a:uFillTx/>
              <a:latin typeface="Times New Roman"/>
            </a:endParaRPr>
          </a:p>
        </p:txBody>
      </p:sp>
      <p:sp>
        <p:nvSpPr>
          <p:cNvPr id="56" name="PlaceHolder 2"/>
          <p:cNvSpPr>
            <a:spLocks noGrp="1"/>
          </p:cNvSpPr>
          <p:nvPr>
            <p:ph type="body"/>
          </p:nvPr>
        </p:nvSpPr>
        <p:spPr>
          <a:xfrm>
            <a:off x="3560040" y="272160"/>
            <a:ext cx="5090040" cy="583092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Click to edit Master text styles</a:t>
            </a:r>
            <a:endParaRPr lang="en-GB" sz="3000" b="0" u="none" strike="noStrike">
              <a:solidFill>
                <a:schemeClr val="dk1"/>
              </a:solidFill>
              <a:effectLst/>
              <a:uFillTx/>
              <a:latin typeface="Calibri"/>
            </a:endParaRPr>
          </a:p>
          <a:p>
            <a:pPr marL="706320" lvl="1" indent="-271800">
              <a:lnSpc>
                <a:spcPct val="100000"/>
              </a:lnSpc>
              <a:spcBef>
                <a:spcPts val="541"/>
              </a:spcBef>
              <a:buClr>
                <a:srgbClr val="750b3d"/>
              </a:buClr>
              <a:buFont typeface="Arial"/>
              <a:buChar char="–"/>
            </a:pPr>
            <a:r>
              <a:rPr lang="en-US" sz="2700" b="0" u="none" strike="noStrike">
                <a:solidFill>
                  <a:schemeClr val="accent2">
                    <a:lumMod val="50000"/>
                  </a:schemeClr>
                </a:solidFill>
                <a:effectLst/>
                <a:uFillTx/>
                <a:latin typeface="Calibri"/>
              </a:rPr>
              <a:t>Second level</a:t>
            </a:r>
            <a:endParaRPr lang="en-GB" sz="2700" b="0" u="none" strike="noStrike">
              <a:solidFill>
                <a:schemeClr val="dk1"/>
              </a:solidFill>
              <a:effectLst/>
              <a:uFillTx/>
              <a:latin typeface="Calibri"/>
            </a:endParaRPr>
          </a:p>
          <a:p>
            <a:pPr marL="1086480" lvl="2" indent="-217440">
              <a:lnSpc>
                <a:spcPct val="100000"/>
              </a:lnSpc>
              <a:spcBef>
                <a:spcPts val="459"/>
              </a:spcBef>
              <a:buClr>
                <a:srgbClr val="000000"/>
              </a:buClr>
              <a:buFont typeface="Arial"/>
              <a:buChar char="•"/>
            </a:pPr>
            <a:r>
              <a:rPr lang="en-US" sz="2300" b="0" u="none" strike="noStrike">
                <a:solidFill>
                  <a:schemeClr val="dk1"/>
                </a:solidFill>
                <a:effectLst/>
                <a:uFillTx/>
                <a:latin typeface="Calibri"/>
              </a:rPr>
              <a:t>Third level</a:t>
            </a:r>
            <a:endParaRPr lang="en-GB" sz="2300" b="0" u="none" strike="noStrike">
              <a:solidFill>
                <a:schemeClr val="dk1"/>
              </a:solidFill>
              <a:effectLst/>
              <a:uFillTx/>
              <a:latin typeface="Calibri"/>
            </a:endParaRPr>
          </a:p>
          <a:p>
            <a:pPr marL="1521360" lvl="3"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Fourth level</a:t>
            </a:r>
            <a:endParaRPr lang="en-GB" sz="1900" b="0" u="none" strike="noStrike">
              <a:solidFill>
                <a:schemeClr val="dk1"/>
              </a:solidFill>
              <a:effectLst/>
              <a:uFillTx/>
              <a:latin typeface="Calibri"/>
            </a:endParaRPr>
          </a:p>
          <a:p>
            <a:pPr marL="1955880" lvl="4"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Fifth level</a:t>
            </a:r>
            <a:endParaRPr lang="en-GB" sz="1900" b="0" u="none" strike="noStrike">
              <a:solidFill>
                <a:schemeClr val="dk1"/>
              </a:solidFill>
              <a:effectLst/>
              <a:uFillTx/>
              <a:latin typeface="Calibri"/>
            </a:endParaRPr>
          </a:p>
        </p:txBody>
      </p:sp>
      <p:sp>
        <p:nvSpPr>
          <p:cNvPr id="57" name="PlaceHolder 3"/>
          <p:cNvSpPr>
            <a:spLocks noGrp="1"/>
          </p:cNvSpPr>
          <p:nvPr>
            <p:ph type="body"/>
          </p:nvPr>
        </p:nvSpPr>
        <p:spPr>
          <a:xfrm>
            <a:off x="455400" y="1429920"/>
            <a:ext cx="2995560" cy="4673160"/>
          </a:xfrm>
          <a:prstGeom prst="rect">
            <a:avLst/>
          </a:prstGeom>
          <a:noFill/>
          <a:ln w="9360">
            <a:noFill/>
          </a:ln>
        </p:spPr>
        <p:txBody>
          <a:bodyPr numCol="1" spcCol="0" lIns="86760" rIns="86760" tIns="43560" bIns="43560" anchor="t">
            <a:noAutofit/>
          </a:bodyPr>
          <a:p>
            <a:pPr indent="0">
              <a:lnSpc>
                <a:spcPct val="100000"/>
              </a:lnSpc>
              <a:spcBef>
                <a:spcPts val="261"/>
              </a:spcBef>
              <a:buNone/>
              <a:tabLst>
                <a:tab algn="l" pos="0"/>
              </a:tabLst>
            </a:pPr>
            <a:r>
              <a:rPr lang="en-US" sz="1300" b="0" u="none" strike="noStrike">
                <a:solidFill>
                  <a:schemeClr val="dk1"/>
                </a:solidFill>
                <a:effectLst/>
                <a:uFillTx/>
                <a:latin typeface="Calibri"/>
              </a:rPr>
              <a:t>Click to edit Master text styles</a:t>
            </a:r>
            <a:endParaRPr lang="en-GB" sz="1300" b="0" u="none" strike="noStrike">
              <a:solidFill>
                <a:schemeClr val="dk1"/>
              </a:solidFill>
              <a:effectLst/>
              <a:uFillTx/>
              <a:latin typeface="Calibri"/>
            </a:endParaRPr>
          </a:p>
        </p:txBody>
      </p:sp>
      <p:sp>
        <p:nvSpPr>
          <p:cNvPr id="58" name="PlaceHolder 4"/>
          <p:cNvSpPr>
            <a:spLocks noGrp="1"/>
          </p:cNvSpPr>
          <p:nvPr>
            <p:ph type="dt" idx="28"/>
          </p:nvPr>
        </p:nvSpPr>
        <p:spPr>
          <a:xfrm>
            <a:off x="455400" y="6332760"/>
            <a:ext cx="2124360" cy="363240"/>
          </a:xfrm>
          <a:prstGeom prst="rect">
            <a:avLst/>
          </a:prstGeom>
          <a:noFill/>
          <a:ln w="0">
            <a:noFill/>
          </a:ln>
        </p:spPr>
        <p:txBody>
          <a:bodyPr lIns="86760" rIns="86760" tIns="43560" bIns="43560" anchor="ctr">
            <a:noAutofit/>
          </a:bodyPr>
          <a:lstStyle>
            <a:lvl1pPr indent="0">
              <a:lnSpc>
                <a:spcPct val="100000"/>
              </a:lnSpc>
              <a:buNone/>
              <a:defRPr lang="en-US" sz="1100" b="0" u="none" strike="noStrike">
                <a:solidFill>
                  <a:schemeClr val="dk1">
                    <a:tint val="75000"/>
                  </a:schemeClr>
                </a:solidFill>
                <a:effectLst/>
                <a:uFillTx/>
                <a:latin typeface="Calibri"/>
              </a:defRPr>
            </a:lvl1pPr>
          </a:lstStyle>
          <a:p>
            <a:pPr indent="0">
              <a:lnSpc>
                <a:spcPct val="100000"/>
              </a:lnSpc>
              <a:buNone/>
            </a:pPr>
            <a:r>
              <a:rPr lang="en-US" sz="1100" b="0" u="none" strike="noStrike">
                <a:solidFill>
                  <a:schemeClr val="dk1">
                    <a:tint val="75000"/>
                  </a:schemeClr>
                </a:solidFill>
                <a:effectLst/>
                <a:uFillTx/>
                <a:latin typeface="Calibri"/>
              </a:rPr>
              <a:t>&lt;date/time&gt;</a:t>
            </a:r>
            <a:endParaRPr lang="en-US" sz="1100" b="0" u="none" strike="noStrike">
              <a:solidFill>
                <a:srgbClr val="000000"/>
              </a:solidFill>
              <a:effectLst/>
              <a:uFillTx/>
              <a:latin typeface="Times New Roman"/>
            </a:endParaRPr>
          </a:p>
        </p:txBody>
      </p:sp>
      <p:sp>
        <p:nvSpPr>
          <p:cNvPr id="59" name="PlaceHolder 5"/>
          <p:cNvSpPr>
            <a:spLocks noGrp="1"/>
          </p:cNvSpPr>
          <p:nvPr>
            <p:ph type="ftr" idx="29"/>
          </p:nvPr>
        </p:nvSpPr>
        <p:spPr>
          <a:xfrm>
            <a:off x="2190600" y="6332760"/>
            <a:ext cx="449532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&lt;footer&gt;</a:t>
            </a:r>
            <a:endParaRPr lang="en-US" sz="1100" b="0" u="none" strike="noStrike">
              <a:solidFill>
                <a:srgbClr val="000000"/>
              </a:solidFill>
              <a:effectLst/>
              <a:uFillTx/>
              <a:latin typeface="Times New Roman"/>
            </a:endParaRPr>
          </a:p>
        </p:txBody>
      </p:sp>
      <p:sp>
        <p:nvSpPr>
          <p:cNvPr id="60" name="PlaceHolder 6"/>
          <p:cNvSpPr>
            <a:spLocks noGrp="1"/>
          </p:cNvSpPr>
          <p:nvPr>
            <p:ph type="sldNum" idx="30"/>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Calibri"/>
              </a:defRPr>
            </a:lvl1pPr>
          </a:lstStyle>
          <a:p>
            <a:pPr indent="0" algn="r">
              <a:lnSpc>
                <a:spcPct val="100000"/>
              </a:lnSpc>
              <a:buNone/>
            </a:pPr>
            <a:fld id="{3C28A68F-25E7-4328-8EC1-6AF841CA0EC6}" type="slidenum">
              <a:rPr lang="en-US" sz="1100" b="0" u="none" strike="noStrike">
                <a:solidFill>
                  <a:schemeClr val="dk1">
                    <a:tint val="75000"/>
                  </a:schemeClr>
                </a:solidFill>
                <a:effectLst/>
                <a:uFillTx/>
                <a:latin typeface="Calibri"/>
              </a:rPr>
              <a:t>&lt;number&gt;</a:t>
            </a:fld>
            <a:endParaRPr lang="en-US" sz="1100" b="0" u="none" strike="noStrike">
              <a:solidFill>
                <a:srgbClr val="000000"/>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784880" y="4782960"/>
            <a:ext cx="5463360" cy="564120"/>
          </a:xfrm>
          <a:prstGeom prst="rect">
            <a:avLst/>
          </a:prstGeom>
          <a:noFill/>
          <a:ln w="9360">
            <a:noFill/>
          </a:ln>
        </p:spPr>
        <p:txBody>
          <a:bodyPr numCol="1" spcCol="0" lIns="86760" rIns="86760" tIns="43560" bIns="43560" anchor="b">
            <a:noAutofit/>
          </a:bodyPr>
          <a:p>
            <a:pPr indent="0">
              <a:lnSpc>
                <a:spcPct val="100000"/>
              </a:lnSpc>
              <a:buNone/>
            </a:pPr>
            <a:r>
              <a:rPr lang="en-US" sz="1900" b="1" u="none" strike="noStrike">
                <a:solidFill>
                  <a:srgbClr val="0070c0"/>
                </a:solidFill>
                <a:effectLst/>
                <a:uFillTx/>
                <a:latin typeface="Calibri"/>
              </a:rPr>
              <a:t>Click to edit Master title style</a:t>
            </a:r>
            <a:endParaRPr lang="en-GB" sz="1900" b="0" u="none" strike="noStrike">
              <a:solidFill>
                <a:schemeClr val="dk1"/>
              </a:solidFill>
              <a:effectLst/>
              <a:uFillTx/>
              <a:latin typeface="Times New Roman"/>
            </a:endParaRPr>
          </a:p>
        </p:txBody>
      </p:sp>
      <p:sp>
        <p:nvSpPr>
          <p:cNvPr id="62" name="PlaceHolder 2"/>
          <p:cNvSpPr>
            <a:spLocks noGrp="1"/>
          </p:cNvSpPr>
          <p:nvPr>
            <p:ph type="body"/>
          </p:nvPr>
        </p:nvSpPr>
        <p:spPr>
          <a:xfrm>
            <a:off x="1784880" y="610560"/>
            <a:ext cx="5463360" cy="4099320"/>
          </a:xfrm>
          <a:prstGeom prst="rect">
            <a:avLst/>
          </a:prstGeom>
          <a:noFill/>
          <a:ln w="0">
            <a:noFill/>
          </a:ln>
        </p:spPr>
        <p:txBody>
          <a:bodyPr lIns="90000" rIns="90000" tIns="45000" bIns="45000" anchor="t">
            <a:normAutofit/>
          </a:bodyPr>
          <a:p>
            <a:pPr indent="0">
              <a:lnSpc>
                <a:spcPct val="100000"/>
              </a:lnSpc>
              <a:buNone/>
              <a:tabLst>
                <a:tab algn="l" pos="0"/>
              </a:tabLst>
            </a:pPr>
            <a:r>
              <a:rPr lang="en-US" sz="3000" b="0" u="none" strike="noStrike">
                <a:solidFill>
                  <a:schemeClr val="dk1"/>
                </a:solidFill>
                <a:effectLst/>
                <a:uFillTx/>
                <a:latin typeface="Times New Roman"/>
              </a:rPr>
              <a:t>Click icon to add picture</a:t>
            </a:r>
            <a:endParaRPr lang="en-GB" sz="3000" b="0" u="none" strike="noStrike">
              <a:solidFill>
                <a:schemeClr val="dk1"/>
              </a:solidFill>
              <a:effectLst/>
              <a:uFillTx/>
              <a:latin typeface="Calibri"/>
            </a:endParaRPr>
          </a:p>
        </p:txBody>
      </p:sp>
      <p:sp>
        <p:nvSpPr>
          <p:cNvPr id="63" name="PlaceHolder 3"/>
          <p:cNvSpPr>
            <a:spLocks noGrp="1"/>
          </p:cNvSpPr>
          <p:nvPr>
            <p:ph type="body"/>
          </p:nvPr>
        </p:nvSpPr>
        <p:spPr>
          <a:xfrm>
            <a:off x="1784880" y="5347440"/>
            <a:ext cx="5463360" cy="801360"/>
          </a:xfrm>
          <a:prstGeom prst="rect">
            <a:avLst/>
          </a:prstGeom>
          <a:noFill/>
          <a:ln w="9360">
            <a:noFill/>
          </a:ln>
        </p:spPr>
        <p:txBody>
          <a:bodyPr numCol="1" spcCol="0" lIns="86760" rIns="86760" tIns="43560" bIns="43560" anchor="t">
            <a:noAutofit/>
          </a:bodyPr>
          <a:p>
            <a:pPr indent="0">
              <a:lnSpc>
                <a:spcPct val="100000"/>
              </a:lnSpc>
              <a:spcBef>
                <a:spcPts val="261"/>
              </a:spcBef>
              <a:buNone/>
              <a:tabLst>
                <a:tab algn="l" pos="0"/>
              </a:tabLst>
            </a:pPr>
            <a:r>
              <a:rPr lang="en-US" sz="1300" b="0" u="none" strike="noStrike">
                <a:solidFill>
                  <a:schemeClr val="dk1"/>
                </a:solidFill>
                <a:effectLst/>
                <a:uFillTx/>
                <a:latin typeface="Calibri"/>
              </a:rPr>
              <a:t>Click to edit Master text styles</a:t>
            </a:r>
            <a:endParaRPr lang="en-GB" sz="1300" b="0" u="none" strike="noStrike">
              <a:solidFill>
                <a:schemeClr val="dk1"/>
              </a:solidFill>
              <a:effectLst/>
              <a:uFillTx/>
              <a:latin typeface="Calibri"/>
            </a:endParaRPr>
          </a:p>
        </p:txBody>
      </p:sp>
      <p:sp>
        <p:nvSpPr>
          <p:cNvPr id="64" name="PlaceHolder 4"/>
          <p:cNvSpPr>
            <a:spLocks noGrp="1"/>
          </p:cNvSpPr>
          <p:nvPr>
            <p:ph type="dt" idx="31"/>
          </p:nvPr>
        </p:nvSpPr>
        <p:spPr>
          <a:xfrm>
            <a:off x="455400" y="6332760"/>
            <a:ext cx="2124360" cy="363240"/>
          </a:xfrm>
          <a:prstGeom prst="rect">
            <a:avLst/>
          </a:prstGeom>
          <a:noFill/>
          <a:ln w="0">
            <a:noFill/>
          </a:ln>
        </p:spPr>
        <p:txBody>
          <a:bodyPr lIns="86760" rIns="86760" tIns="43560" bIns="43560" anchor="ctr">
            <a:noAutofit/>
          </a:bodyPr>
          <a:lstStyle>
            <a:lvl1pPr indent="0">
              <a:lnSpc>
                <a:spcPct val="100000"/>
              </a:lnSpc>
              <a:buNone/>
              <a:defRPr lang="en-US" sz="1100" b="0" u="none" strike="noStrike">
                <a:solidFill>
                  <a:schemeClr val="dk1">
                    <a:tint val="75000"/>
                  </a:schemeClr>
                </a:solidFill>
                <a:effectLst/>
                <a:uFillTx/>
                <a:latin typeface="Calibri"/>
              </a:defRPr>
            </a:lvl1pPr>
          </a:lstStyle>
          <a:p>
            <a:pPr indent="0">
              <a:lnSpc>
                <a:spcPct val="100000"/>
              </a:lnSpc>
              <a:buNone/>
            </a:pPr>
            <a:r>
              <a:rPr lang="en-US" sz="1100" b="0" u="none" strike="noStrike">
                <a:solidFill>
                  <a:schemeClr val="dk1">
                    <a:tint val="75000"/>
                  </a:schemeClr>
                </a:solidFill>
                <a:effectLst/>
                <a:uFillTx/>
                <a:latin typeface="Calibri"/>
              </a:rPr>
              <a:t>&lt;date/time&gt;</a:t>
            </a:r>
            <a:endParaRPr lang="en-US" sz="1100" b="0" u="none" strike="noStrike">
              <a:solidFill>
                <a:srgbClr val="000000"/>
              </a:solidFill>
              <a:effectLst/>
              <a:uFillTx/>
              <a:latin typeface="Times New Roman"/>
            </a:endParaRPr>
          </a:p>
        </p:txBody>
      </p:sp>
      <p:sp>
        <p:nvSpPr>
          <p:cNvPr id="65" name="PlaceHolder 5"/>
          <p:cNvSpPr>
            <a:spLocks noGrp="1"/>
          </p:cNvSpPr>
          <p:nvPr>
            <p:ph type="ftr" idx="32"/>
          </p:nvPr>
        </p:nvSpPr>
        <p:spPr>
          <a:xfrm>
            <a:off x="2190600" y="6332760"/>
            <a:ext cx="449532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&lt;footer&gt;</a:t>
            </a:r>
            <a:endParaRPr lang="en-US" sz="1100" b="0" u="none" strike="noStrike">
              <a:solidFill>
                <a:srgbClr val="000000"/>
              </a:solidFill>
              <a:effectLst/>
              <a:uFillTx/>
              <a:latin typeface="Times New Roman"/>
            </a:endParaRPr>
          </a:p>
        </p:txBody>
      </p:sp>
      <p:sp>
        <p:nvSpPr>
          <p:cNvPr id="66" name="PlaceHolder 6"/>
          <p:cNvSpPr>
            <a:spLocks noGrp="1"/>
          </p:cNvSpPr>
          <p:nvPr>
            <p:ph type="sldNum" idx="33"/>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Calibri"/>
              </a:defRPr>
            </a:lvl1pPr>
          </a:lstStyle>
          <a:p>
            <a:pPr indent="0" algn="r">
              <a:lnSpc>
                <a:spcPct val="100000"/>
              </a:lnSpc>
              <a:buNone/>
            </a:pPr>
            <a:fld id="{36EF10A0-433B-4484-918A-33CA61E2DB42}" type="slidenum">
              <a:rPr lang="en-US" sz="1100" b="0" u="none" strike="noStrike">
                <a:solidFill>
                  <a:schemeClr val="dk1">
                    <a:tint val="75000"/>
                  </a:schemeClr>
                </a:solidFill>
                <a:effectLst/>
                <a:uFillTx/>
                <a:latin typeface="Calibri"/>
              </a:rPr>
              <a:t>&lt;number&gt;</a:t>
            </a:fld>
            <a:endParaRPr lang="en-US" sz="11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5.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5.xml"/><Relationship Id="rId3"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5.xml"/><Relationship Id="rId3"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5.xml"/><Relationship Id="rId3"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682920" y="2122560"/>
            <a:ext cx="7739640" cy="14641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chemeClr val="accent6">
                    <a:lumMod val="50000"/>
                  </a:schemeClr>
                </a:solidFill>
                <a:effectLst/>
                <a:uFillTx/>
                <a:latin typeface="Calibri"/>
              </a:rPr>
              <a:t>Công nghệ phần mềm</a:t>
            </a:r>
            <a:endParaRPr lang="en-GB" sz="4200" b="0" u="none" strike="noStrike">
              <a:solidFill>
                <a:schemeClr val="dk1"/>
              </a:solidFill>
              <a:effectLst/>
              <a:uFillTx/>
              <a:latin typeface="Times New Roman"/>
            </a:endParaRPr>
          </a:p>
        </p:txBody>
      </p:sp>
      <p:sp>
        <p:nvSpPr>
          <p:cNvPr id="74" name="PlaceHolder 2"/>
          <p:cNvSpPr>
            <a:spLocks noGrp="1"/>
          </p:cNvSpPr>
          <p:nvPr>
            <p:ph type="subTitle"/>
          </p:nvPr>
        </p:nvSpPr>
        <p:spPr>
          <a:xfrm>
            <a:off x="1365840" y="3871800"/>
            <a:ext cx="6373800" cy="1745640"/>
          </a:xfrm>
          <a:prstGeom prst="rect">
            <a:avLst/>
          </a:prstGeom>
          <a:noFill/>
          <a:ln w="9360">
            <a:noFill/>
          </a:ln>
        </p:spPr>
        <p:txBody>
          <a:bodyPr numCol="1" spcCol="0" lIns="86760" rIns="86760" tIns="43560" bIns="43560" anchor="t">
            <a:noAutofit/>
          </a:bodyPr>
          <a:p>
            <a:pPr indent="0" algn="ctr">
              <a:lnSpc>
                <a:spcPct val="100000"/>
              </a:lnSpc>
              <a:spcBef>
                <a:spcPts val="601"/>
              </a:spcBef>
              <a:buNone/>
              <a:tabLst>
                <a:tab algn="l" pos="0"/>
              </a:tabLst>
            </a:pPr>
            <a:r>
              <a:rPr lang="en-US" sz="3000" b="1" u="none" strike="noStrike">
                <a:solidFill>
                  <a:srgbClr val="c00000"/>
                </a:solidFill>
                <a:effectLst/>
                <a:uFillTx/>
                <a:latin typeface="Calibri"/>
              </a:rPr>
              <a:t>Thiết kế kiến trúc</a:t>
            </a:r>
            <a:endParaRPr lang="en-US" sz="3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Nội dung</a:t>
            </a:r>
            <a:endParaRPr lang="en-GB" sz="4200" b="0" u="none" strike="noStrike">
              <a:solidFill>
                <a:schemeClr val="dk1"/>
              </a:solidFill>
              <a:effectLst/>
              <a:uFillTx/>
              <a:latin typeface="Times New Roman"/>
            </a:endParaRPr>
          </a:p>
        </p:txBody>
      </p:sp>
      <p:sp>
        <p:nvSpPr>
          <p:cNvPr id="76" name="PlaceHolder 2"/>
          <p:cNvSpPr>
            <a:spLocks noGrp="1"/>
          </p:cNvSpPr>
          <p:nvPr>
            <p:ph/>
          </p:nvPr>
        </p:nvSpPr>
        <p:spPr>
          <a:xfrm>
            <a:off x="823680" y="1407600"/>
            <a:ext cx="7629120" cy="462744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Định nghĩa kiến trúc phần và một số khái niệm</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Thiết kế kiến trúc</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Một số kiểu kiến trúc</a:t>
            </a:r>
            <a:endParaRPr lang="en-GB" sz="3000" b="0" u="none" strike="noStrike">
              <a:solidFill>
                <a:schemeClr val="dk1"/>
              </a:solidFill>
              <a:effectLst/>
              <a:uFillTx/>
              <a:latin typeface="Calibri"/>
            </a:endParaRPr>
          </a:p>
          <a:p>
            <a:pPr indent="0">
              <a:lnSpc>
                <a:spcPct val="100000"/>
              </a:lnSpc>
              <a:spcBef>
                <a:spcPts val="601"/>
              </a:spcBef>
              <a:buNone/>
            </a:pPr>
            <a:endParaRPr lang="en-GB" sz="3000" b="0" u="none" strike="noStrike">
              <a:solidFill>
                <a:schemeClr val="dk1"/>
              </a:solidFill>
              <a:effectLst/>
              <a:uFillTx/>
              <a:latin typeface="Calibri"/>
            </a:endParaRPr>
          </a:p>
        </p:txBody>
      </p:sp>
      <p:sp>
        <p:nvSpPr>
          <p:cNvPr id="77" name="PlaceHolder 3"/>
          <p:cNvSpPr>
            <a:spLocks noGrp="1"/>
          </p:cNvSpPr>
          <p:nvPr>
            <p:ph type="ftr" idx="37"/>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78" name="PlaceHolder 4"/>
          <p:cNvSpPr>
            <a:spLocks noGrp="1"/>
          </p:cNvSpPr>
          <p:nvPr>
            <p:ph type="sldNum" idx="38"/>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tr-TR" sz="1100" b="0" u="none" strike="noStrike">
                <a:solidFill>
                  <a:schemeClr val="dk1">
                    <a:tint val="75000"/>
                  </a:schemeClr>
                </a:solidFill>
                <a:effectLst/>
                <a:uFillTx/>
                <a:latin typeface="Arial"/>
              </a:defRPr>
            </a:lvl1pPr>
          </a:lstStyle>
          <a:p>
            <a:pPr indent="0" algn="r">
              <a:lnSpc>
                <a:spcPct val="100000"/>
              </a:lnSpc>
              <a:buNone/>
            </a:pPr>
            <a:fld id="{4A82060C-CA0A-4E9E-B437-93C77B413B2D}" type="slidenum">
              <a:rPr lang="tr-TR" sz="1100" b="0" u="none" strike="noStrike">
                <a:solidFill>
                  <a:schemeClr val="dk1">
                    <a:tint val="75000"/>
                  </a:schemeClr>
                </a:solidFill>
                <a:effectLst/>
                <a:uFillTx/>
                <a:latin typeface="Arial"/>
              </a:rPr>
              <a:t>&lt;number&gt;</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Nội dung</a:t>
            </a:r>
            <a:endParaRPr lang="en-GB" sz="4200" b="0" u="none" strike="noStrike">
              <a:solidFill>
                <a:schemeClr val="dk1"/>
              </a:solidFill>
              <a:effectLst/>
              <a:uFillTx/>
              <a:latin typeface="Times New Roman"/>
            </a:endParaRPr>
          </a:p>
        </p:txBody>
      </p:sp>
      <p:sp>
        <p:nvSpPr>
          <p:cNvPr id="80" name="PlaceHolder 2"/>
          <p:cNvSpPr>
            <a:spLocks noGrp="1"/>
          </p:cNvSpPr>
          <p:nvPr>
            <p:ph/>
          </p:nvPr>
        </p:nvSpPr>
        <p:spPr>
          <a:xfrm>
            <a:off x="823680" y="1407600"/>
            <a:ext cx="7629120" cy="462744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70c0"/>
              </a:buClr>
              <a:buFont typeface="Arial"/>
              <a:buChar char="•"/>
            </a:pPr>
            <a:r>
              <a:rPr lang="en-US" sz="3000" b="1" u="none" strike="noStrike">
                <a:solidFill>
                  <a:srgbClr val="0070c0"/>
                </a:solidFill>
                <a:effectLst/>
                <a:uFillTx/>
                <a:latin typeface="Calibri"/>
              </a:rPr>
              <a:t>Định nghĩa kiến trúc phần mềm và Một số khái niệm</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Thiết kế kiến trúc</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Một số kiểu kiến trúc</a:t>
            </a:r>
            <a:endParaRPr lang="en-GB" sz="3000" b="0" u="none" strike="noStrike">
              <a:solidFill>
                <a:schemeClr val="dk1"/>
              </a:solidFill>
              <a:effectLst/>
              <a:uFillTx/>
              <a:latin typeface="Calibri"/>
            </a:endParaRPr>
          </a:p>
          <a:p>
            <a:pPr indent="0">
              <a:lnSpc>
                <a:spcPct val="100000"/>
              </a:lnSpc>
              <a:spcBef>
                <a:spcPts val="601"/>
              </a:spcBef>
              <a:buNone/>
            </a:pPr>
            <a:endParaRPr lang="en-GB" sz="3000" b="0" u="none" strike="noStrike">
              <a:solidFill>
                <a:schemeClr val="dk1"/>
              </a:solidFill>
              <a:effectLst/>
              <a:uFillTx/>
              <a:latin typeface="Calibri"/>
            </a:endParaRPr>
          </a:p>
        </p:txBody>
      </p:sp>
      <p:sp>
        <p:nvSpPr>
          <p:cNvPr id="81" name="PlaceHolder 3"/>
          <p:cNvSpPr>
            <a:spLocks noGrp="1"/>
          </p:cNvSpPr>
          <p:nvPr>
            <p:ph type="ftr" idx="39"/>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82" name="PlaceHolder 4"/>
          <p:cNvSpPr>
            <a:spLocks noGrp="1"/>
          </p:cNvSpPr>
          <p:nvPr>
            <p:ph type="sldNum" idx="40"/>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tr-TR" sz="1100" b="0" u="none" strike="noStrike">
                <a:solidFill>
                  <a:schemeClr val="dk1">
                    <a:tint val="75000"/>
                  </a:schemeClr>
                </a:solidFill>
                <a:effectLst/>
                <a:uFillTx/>
                <a:latin typeface="Arial"/>
              </a:defRPr>
            </a:lvl1pPr>
          </a:lstStyle>
          <a:p>
            <a:pPr indent="0" algn="r">
              <a:lnSpc>
                <a:spcPct val="100000"/>
              </a:lnSpc>
              <a:buNone/>
            </a:pPr>
            <a:fld id="{650A5FF0-0A67-481C-8A32-F3BE6FA3CBC1}" type="slidenum">
              <a:rPr lang="tr-TR" sz="1100" b="0" u="none" strike="noStrike">
                <a:solidFill>
                  <a:schemeClr val="dk1">
                    <a:tint val="75000"/>
                  </a:schemeClr>
                </a:solidFill>
                <a:effectLst/>
                <a:uFillTx/>
                <a:latin typeface="Arial"/>
              </a:rPr>
              <a:t>&lt;number&gt;</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Định nghĩa KTPM</a:t>
            </a:r>
            <a:endParaRPr lang="en-GB" sz="4200" b="0" u="none" strike="noStrike">
              <a:solidFill>
                <a:schemeClr val="dk1"/>
              </a:solidFill>
              <a:effectLst/>
              <a:uFillTx/>
              <a:latin typeface="Times New Roman"/>
            </a:endParaRPr>
          </a:p>
        </p:txBody>
      </p:sp>
      <p:sp>
        <p:nvSpPr>
          <p:cNvPr id="84" name="PlaceHolder 2"/>
          <p:cNvSpPr>
            <a:spLocks noGrp="1"/>
          </p:cNvSpPr>
          <p:nvPr>
            <p:ph/>
          </p:nvPr>
        </p:nvSpPr>
        <p:spPr>
          <a:xfrm>
            <a:off x="823680" y="1407600"/>
            <a:ext cx="7629120" cy="4627440"/>
          </a:xfrm>
          <a:prstGeom prst="rect">
            <a:avLst/>
          </a:prstGeom>
          <a:noFill/>
          <a:ln w="9360">
            <a:noFill/>
          </a:ln>
        </p:spPr>
        <p:txBody>
          <a:bodyPr numCol="1" spcCol="0" lIns="86760" rIns="86760" tIns="43560" bIns="43560" anchor="t">
            <a:normAutofit fontScale="92500" lnSpcReduction="9999"/>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Có nhiều trường phái</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Richard N. Taylor và đồng nghiệp</a:t>
            </a:r>
            <a:endParaRPr lang="en-GB" sz="3000" b="0" u="none" strike="noStrike">
              <a:solidFill>
                <a:schemeClr val="dk1"/>
              </a:solidFill>
              <a:effectLst/>
              <a:uFillTx/>
              <a:latin typeface="Calibri"/>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a:t>
            </a:r>
            <a:r>
              <a:rPr lang="en-US" sz="2700" b="0" i="1" u="none" strike="noStrike">
                <a:solidFill>
                  <a:srgbClr val="0070c0"/>
                </a:solidFill>
                <a:effectLst/>
                <a:uFillTx/>
                <a:latin typeface="Calibri"/>
              </a:rPr>
              <a:t>A software system’s architecture is </a:t>
            </a:r>
            <a:r>
              <a:rPr lang="en-US" sz="2700" b="1" i="1" u="none" strike="noStrike">
                <a:solidFill>
                  <a:srgbClr val="0070c0"/>
                </a:solidFill>
                <a:effectLst/>
                <a:uFillTx/>
                <a:latin typeface="Calibri"/>
              </a:rPr>
              <a:t>the set of principal design decisions</a:t>
            </a:r>
            <a:r>
              <a:rPr lang="en-US" sz="2700" b="0" i="1" u="none" strike="noStrike">
                <a:solidFill>
                  <a:srgbClr val="0070c0"/>
                </a:solidFill>
                <a:effectLst/>
                <a:uFillTx/>
                <a:latin typeface="Calibri"/>
              </a:rPr>
              <a:t> about the system</a:t>
            </a:r>
            <a:r>
              <a:rPr lang="en-US" sz="2700" b="0" u="none" strike="noStrike">
                <a:solidFill>
                  <a:srgbClr val="0070c0"/>
                </a:solidFill>
                <a:effectLst/>
                <a:uFillTx/>
                <a:latin typeface="Calibri"/>
              </a:rPr>
              <a:t>”</a:t>
            </a:r>
            <a:endParaRPr lang="en-GB" sz="2700" b="0" u="none" strike="noStrike">
              <a:solidFill>
                <a:schemeClr val="dk1"/>
              </a:solidFill>
              <a:effectLst/>
              <a:uFillTx/>
              <a:latin typeface="Calibri"/>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Kiến trúc phần mềm là bản thiết kế cho việc xây dựng và tiến hóa phần mềm</a:t>
            </a:r>
            <a:endParaRPr lang="en-GB" sz="2700" b="0" u="none" strike="noStrike">
              <a:solidFill>
                <a:schemeClr val="dk1"/>
              </a:solidFill>
              <a:effectLst/>
              <a:uFillTx/>
              <a:latin typeface="Calibri"/>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Các quyết định thiết kế bao gồm nhiều khía cạnh của hệ thống đang được phát triển</a:t>
            </a:r>
            <a:endParaRPr lang="en-GB" sz="2700" b="0" u="none" strike="noStrike">
              <a:solidFill>
                <a:schemeClr val="dk1"/>
              </a:solidFill>
              <a:effectLst/>
              <a:uFillTx/>
              <a:latin typeface="Calibri"/>
            </a:endParaRPr>
          </a:p>
          <a:p>
            <a:pPr marL="1086480" lvl="2" indent="-217440">
              <a:lnSpc>
                <a:spcPct val="100000"/>
              </a:lnSpc>
              <a:spcBef>
                <a:spcPts val="459"/>
              </a:spcBef>
              <a:buClr>
                <a:srgbClr val="000000"/>
              </a:buClr>
              <a:buFont typeface="Arial"/>
              <a:buChar char="•"/>
            </a:pPr>
            <a:r>
              <a:rPr lang="en-US" sz="2300" b="0" u="none" strike="noStrike">
                <a:solidFill>
                  <a:schemeClr val="dk1"/>
                </a:solidFill>
                <a:effectLst/>
                <a:uFillTx/>
                <a:latin typeface="Calibri"/>
              </a:rPr>
              <a:t>Cấu trúc</a:t>
            </a:r>
            <a:endParaRPr lang="en-GB" sz="2300" b="0" u="none" strike="noStrike">
              <a:solidFill>
                <a:schemeClr val="dk1"/>
              </a:solidFill>
              <a:effectLst/>
              <a:uFillTx/>
              <a:latin typeface="Calibri"/>
            </a:endParaRPr>
          </a:p>
          <a:p>
            <a:pPr marL="1086480" lvl="2" indent="-217440">
              <a:lnSpc>
                <a:spcPct val="100000"/>
              </a:lnSpc>
              <a:spcBef>
                <a:spcPts val="459"/>
              </a:spcBef>
              <a:buClr>
                <a:srgbClr val="000000"/>
              </a:buClr>
              <a:buFont typeface="Arial"/>
              <a:buChar char="•"/>
            </a:pPr>
            <a:r>
              <a:rPr lang="en-US" sz="2300" b="0" u="none" strike="noStrike">
                <a:solidFill>
                  <a:schemeClr val="dk1"/>
                </a:solidFill>
                <a:effectLst/>
                <a:uFillTx/>
                <a:latin typeface="Calibri"/>
              </a:rPr>
              <a:t>Hành vi</a:t>
            </a:r>
            <a:endParaRPr lang="en-GB" sz="2300" b="0" u="none" strike="noStrike">
              <a:solidFill>
                <a:schemeClr val="dk1"/>
              </a:solidFill>
              <a:effectLst/>
              <a:uFillTx/>
              <a:latin typeface="Calibri"/>
            </a:endParaRPr>
          </a:p>
          <a:p>
            <a:pPr marL="1086480" lvl="2" indent="-217440">
              <a:lnSpc>
                <a:spcPct val="100000"/>
              </a:lnSpc>
              <a:spcBef>
                <a:spcPts val="459"/>
              </a:spcBef>
              <a:buClr>
                <a:srgbClr val="000000"/>
              </a:buClr>
              <a:buFont typeface="Arial"/>
              <a:buChar char="•"/>
            </a:pPr>
            <a:r>
              <a:rPr lang="en-US" sz="2300" b="0" u="none" strike="noStrike">
                <a:solidFill>
                  <a:schemeClr val="dk1"/>
                </a:solidFill>
                <a:effectLst/>
                <a:uFillTx/>
                <a:latin typeface="Calibri"/>
              </a:rPr>
              <a:t>Tương tác</a:t>
            </a:r>
            <a:endParaRPr lang="en-GB" sz="2300" b="0" u="none" strike="noStrike">
              <a:solidFill>
                <a:schemeClr val="dk1"/>
              </a:solidFill>
              <a:effectLst/>
              <a:uFillTx/>
              <a:latin typeface="Calibri"/>
            </a:endParaRPr>
          </a:p>
          <a:p>
            <a:pPr marL="1086480" lvl="2" indent="-217440">
              <a:lnSpc>
                <a:spcPct val="100000"/>
              </a:lnSpc>
              <a:spcBef>
                <a:spcPts val="459"/>
              </a:spcBef>
              <a:buClr>
                <a:srgbClr val="000000"/>
              </a:buClr>
              <a:buFont typeface="Arial"/>
              <a:buChar char="•"/>
            </a:pPr>
            <a:r>
              <a:rPr lang="en-US" sz="2300" b="0" u="none" strike="noStrike">
                <a:solidFill>
                  <a:schemeClr val="dk1"/>
                </a:solidFill>
                <a:effectLst/>
                <a:uFillTx/>
                <a:latin typeface="Calibri"/>
              </a:rPr>
              <a:t>Thuộc tính chất lượng</a:t>
            </a:r>
            <a:endParaRPr lang="en-GB" sz="2300" b="0" u="none" strike="noStrike">
              <a:solidFill>
                <a:schemeClr val="dk1"/>
              </a:solidFill>
              <a:effectLst/>
              <a:uFillTx/>
              <a:latin typeface="Calibri"/>
            </a:endParaRPr>
          </a:p>
        </p:txBody>
      </p:sp>
      <p:sp>
        <p:nvSpPr>
          <p:cNvPr id="85" name="PlaceHolder 3"/>
          <p:cNvSpPr>
            <a:spLocks noGrp="1"/>
          </p:cNvSpPr>
          <p:nvPr>
            <p:ph type="ftr" idx="41"/>
          </p:nvPr>
        </p:nvSpPr>
        <p:spPr>
          <a:xfrm>
            <a:off x="2314800" y="62355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86" name="PlaceHolder 4"/>
          <p:cNvSpPr>
            <a:spLocks noGrp="1"/>
          </p:cNvSpPr>
          <p:nvPr>
            <p:ph type="sldNum" idx="42"/>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tr-TR" sz="1100" b="0" u="none" strike="noStrike">
                <a:solidFill>
                  <a:schemeClr val="dk1">
                    <a:tint val="75000"/>
                  </a:schemeClr>
                </a:solidFill>
                <a:effectLst/>
                <a:uFillTx/>
                <a:latin typeface="Arial"/>
              </a:defRPr>
            </a:lvl1pPr>
          </a:lstStyle>
          <a:p>
            <a:pPr indent="0" algn="r">
              <a:lnSpc>
                <a:spcPct val="100000"/>
              </a:lnSpc>
              <a:buNone/>
            </a:pPr>
            <a:fld id="{FD1C179E-AE83-43A3-96DE-153D3B9F29C3}" type="slidenum">
              <a:rPr lang="tr-TR" sz="1100" b="0" u="none" strike="noStrike">
                <a:solidFill>
                  <a:schemeClr val="dk1">
                    <a:tint val="75000"/>
                  </a:schemeClr>
                </a:solidFill>
                <a:effectLst/>
                <a:uFillTx/>
                <a:latin typeface="Arial"/>
              </a:rPr>
              <a:t>4</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Định nghĩa KTPM</a:t>
            </a:r>
            <a:endParaRPr lang="en-GB" sz="4200" b="0" u="none" strike="noStrike">
              <a:solidFill>
                <a:schemeClr val="dk1"/>
              </a:solidFill>
              <a:effectLst/>
              <a:uFillTx/>
              <a:latin typeface="Times New Roman"/>
            </a:endParaRPr>
          </a:p>
        </p:txBody>
      </p:sp>
      <p:sp>
        <p:nvSpPr>
          <p:cNvPr id="88" name="PlaceHolder 2"/>
          <p:cNvSpPr>
            <a:spLocks noGrp="1"/>
          </p:cNvSpPr>
          <p:nvPr>
            <p:ph/>
          </p:nvPr>
        </p:nvSpPr>
        <p:spPr>
          <a:xfrm>
            <a:off x="823680" y="1407600"/>
            <a:ext cx="7629120" cy="4627440"/>
          </a:xfrm>
          <a:prstGeom prst="rect">
            <a:avLst/>
          </a:prstGeom>
          <a:noFill/>
          <a:ln w="9360">
            <a:noFill/>
          </a:ln>
        </p:spPr>
        <p:txBody>
          <a:bodyPr numCol="1" spcCol="0" lIns="86760" rIns="86760" tIns="43560" bIns="43560" anchor="t">
            <a:normAutofit lnSpcReduction="9999"/>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Len Bass và đồng nghiệp</a:t>
            </a:r>
            <a:endParaRPr lang="en-GB" sz="3000" b="0" u="none" strike="noStrike">
              <a:solidFill>
                <a:schemeClr val="dk1"/>
              </a:solidFill>
              <a:effectLst/>
              <a:uFillTx/>
              <a:latin typeface="Calibri"/>
            </a:endParaRPr>
          </a:p>
          <a:p>
            <a:pPr marL="447480" indent="0">
              <a:lnSpc>
                <a:spcPct val="100000"/>
              </a:lnSpc>
              <a:spcBef>
                <a:spcPts val="541"/>
              </a:spcBef>
              <a:buNone/>
              <a:tabLst>
                <a:tab algn="l" pos="0"/>
              </a:tabLst>
            </a:pPr>
            <a:r>
              <a:rPr lang="en-US" sz="2700" b="0" u="none" strike="noStrike">
                <a:solidFill>
                  <a:srgbClr val="0070c0"/>
                </a:solidFill>
                <a:effectLst/>
                <a:uFillTx/>
                <a:latin typeface="Calibri"/>
              </a:rPr>
              <a:t>“</a:t>
            </a:r>
            <a:r>
              <a:rPr lang="en-US" sz="2700" b="0" i="1" u="none" strike="noStrike">
                <a:solidFill>
                  <a:srgbClr val="0070c0"/>
                </a:solidFill>
                <a:effectLst/>
                <a:uFillTx/>
                <a:latin typeface="Calibri"/>
              </a:rPr>
              <a:t>The software architecture of a system is the set of </a:t>
            </a:r>
            <a:r>
              <a:rPr lang="en-US" sz="2700" b="1" i="1" u="none" strike="noStrike">
                <a:solidFill>
                  <a:srgbClr val="0070c0"/>
                </a:solidFill>
                <a:effectLst/>
                <a:uFillTx/>
                <a:latin typeface="Calibri"/>
              </a:rPr>
              <a:t>structures</a:t>
            </a:r>
            <a:r>
              <a:rPr lang="en-US" sz="2700" b="0" i="1" u="none" strike="noStrike">
                <a:solidFill>
                  <a:srgbClr val="0070c0"/>
                </a:solidFill>
                <a:effectLst/>
                <a:uFillTx/>
                <a:latin typeface="Calibri"/>
              </a:rPr>
              <a:t> needed to reason about the system, which comprise </a:t>
            </a:r>
            <a:r>
              <a:rPr lang="en-US" sz="2700" b="1" i="1" u="none" strike="noStrike">
                <a:solidFill>
                  <a:srgbClr val="0070c0"/>
                </a:solidFill>
                <a:effectLst/>
                <a:uFillTx/>
                <a:latin typeface="Calibri"/>
              </a:rPr>
              <a:t>software elements</a:t>
            </a:r>
            <a:r>
              <a:rPr lang="en-US" sz="2700" b="0" i="1" u="none" strike="noStrike">
                <a:solidFill>
                  <a:srgbClr val="0070c0"/>
                </a:solidFill>
                <a:effectLst/>
                <a:uFillTx/>
                <a:latin typeface="Calibri"/>
              </a:rPr>
              <a:t>, </a:t>
            </a:r>
            <a:r>
              <a:rPr lang="en-US" sz="2700" b="1" i="1" u="none" strike="noStrike">
                <a:solidFill>
                  <a:srgbClr val="0070c0"/>
                </a:solidFill>
                <a:effectLst/>
                <a:uFillTx/>
                <a:latin typeface="Calibri"/>
              </a:rPr>
              <a:t>relations</a:t>
            </a:r>
            <a:r>
              <a:rPr lang="en-US" sz="2700" b="0" i="1" u="none" strike="noStrike">
                <a:solidFill>
                  <a:srgbClr val="0070c0"/>
                </a:solidFill>
                <a:effectLst/>
                <a:uFillTx/>
                <a:latin typeface="Calibri"/>
              </a:rPr>
              <a:t> among them, and </a:t>
            </a:r>
            <a:r>
              <a:rPr lang="en-US" sz="2700" b="1" i="1" u="none" strike="noStrike">
                <a:solidFill>
                  <a:srgbClr val="0070c0"/>
                </a:solidFill>
                <a:effectLst/>
                <a:uFillTx/>
                <a:latin typeface="Calibri"/>
              </a:rPr>
              <a:t>properties</a:t>
            </a:r>
            <a:r>
              <a:rPr lang="en-US" sz="2700" b="0" i="1" u="none" strike="noStrike">
                <a:solidFill>
                  <a:srgbClr val="0070c0"/>
                </a:solidFill>
                <a:effectLst/>
                <a:uFillTx/>
                <a:latin typeface="Calibri"/>
              </a:rPr>
              <a:t> of both</a:t>
            </a:r>
            <a:r>
              <a:rPr lang="en-US" sz="2700" b="0" u="none" strike="noStrike">
                <a:solidFill>
                  <a:srgbClr val="0070c0"/>
                </a:solidFill>
                <a:effectLst/>
                <a:uFillTx/>
                <a:latin typeface="Calibri"/>
              </a:rPr>
              <a:t>”</a:t>
            </a:r>
            <a:endParaRPr lang="en-GB" sz="27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tabLst>
                <a:tab algn="l" pos="0"/>
              </a:tabLst>
            </a:pPr>
            <a:r>
              <a:rPr lang="en-US" sz="3000" b="0" u="none" strike="noStrike">
                <a:solidFill>
                  <a:schemeClr val="dk1"/>
                </a:solidFill>
                <a:effectLst/>
                <a:uFillTx/>
                <a:latin typeface="Calibri"/>
              </a:rPr>
              <a:t>Những định nghĩa khác: </a:t>
            </a:r>
            <a:r>
              <a:rPr lang="en-US" sz="2600" b="0" u="none" strike="noStrike">
                <a:solidFill>
                  <a:schemeClr val="dk1"/>
                </a:solidFill>
                <a:effectLst/>
                <a:uFillTx/>
                <a:latin typeface="Calibri"/>
              </a:rPr>
              <a:t>http://www.sei.cmu.edu/architecture/definitions.html</a:t>
            </a:r>
            <a:endParaRPr lang="en-GB" sz="26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tabLst>
                <a:tab algn="l" pos="0"/>
              </a:tabLst>
            </a:pPr>
            <a:r>
              <a:rPr lang="en-US" sz="3000" b="0" u="none" strike="noStrike">
                <a:solidFill>
                  <a:schemeClr val="dk1"/>
                </a:solidFill>
                <a:effectLst/>
                <a:uFillTx/>
                <a:latin typeface="Calibri"/>
              </a:rPr>
              <a:t>Chúng ta sẽ sử dụng định nghĩa của Len Bass và đồng nghiệp</a:t>
            </a:r>
            <a:endParaRPr lang="en-GB" sz="3000" b="0" u="none" strike="noStrike">
              <a:solidFill>
                <a:schemeClr val="dk1"/>
              </a:solidFill>
              <a:effectLst/>
              <a:uFillTx/>
              <a:latin typeface="Calibri"/>
            </a:endParaRPr>
          </a:p>
        </p:txBody>
      </p:sp>
      <p:sp>
        <p:nvSpPr>
          <p:cNvPr id="89" name="PlaceHolder 3"/>
          <p:cNvSpPr>
            <a:spLocks noGrp="1"/>
          </p:cNvSpPr>
          <p:nvPr>
            <p:ph type="ftr" idx="43"/>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90" name="PlaceHolder 4"/>
          <p:cNvSpPr>
            <a:spLocks noGrp="1"/>
          </p:cNvSpPr>
          <p:nvPr>
            <p:ph type="sldNum" idx="44"/>
          </p:nvPr>
        </p:nvSpPr>
        <p:spPr>
          <a:xfrm>
            <a:off x="6525720" y="635328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Arial"/>
              </a:defRPr>
            </a:lvl1pPr>
          </a:lstStyle>
          <a:p>
            <a:pPr indent="0" algn="r">
              <a:lnSpc>
                <a:spcPct val="100000"/>
              </a:lnSpc>
              <a:buNone/>
            </a:pPr>
            <a:fld id="{560C9288-085C-4F26-89F9-553BF4B7700F}" type="slidenum">
              <a:rPr lang="en-US" sz="1100" b="0" u="none" strike="noStrike">
                <a:solidFill>
                  <a:schemeClr val="dk1">
                    <a:tint val="75000"/>
                  </a:schemeClr>
                </a:solidFill>
                <a:effectLst/>
                <a:uFillTx/>
                <a:latin typeface="Arial"/>
              </a:rPr>
              <a:t>5</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Sự quan trọng của KTPM</a:t>
            </a:r>
            <a:endParaRPr lang="en-GB" sz="4200" b="0" u="none" strike="noStrike">
              <a:solidFill>
                <a:schemeClr val="dk1"/>
              </a:solidFill>
              <a:effectLst/>
              <a:uFillTx/>
              <a:latin typeface="Times New Roman"/>
            </a:endParaRPr>
          </a:p>
        </p:txBody>
      </p:sp>
      <p:sp>
        <p:nvSpPr>
          <p:cNvPr id="92" name="PlaceHolder 2"/>
          <p:cNvSpPr>
            <a:spLocks noGrp="1"/>
          </p:cNvSpPr>
          <p:nvPr>
            <p:ph/>
          </p:nvPr>
        </p:nvSpPr>
        <p:spPr>
          <a:xfrm>
            <a:off x="823680" y="1407600"/>
            <a:ext cx="7629120" cy="462744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Hỗ trợ cho giao tiếp giữa các bên liên quan (stakeholders)</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Xác định các ràng buộc cho việc hiện thực hóa</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Dự đoán chất lượng hệ thống</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Nâng cao độ chính xác của việc dự đoán chi phí và thời gian xây dựng hệ thống</a:t>
            </a:r>
            <a:endParaRPr lang="en-GB" sz="3000" b="0" u="none" strike="noStrike">
              <a:solidFill>
                <a:schemeClr val="dk1"/>
              </a:solidFill>
              <a:effectLst/>
              <a:uFillTx/>
              <a:latin typeface="Calibri"/>
            </a:endParaRPr>
          </a:p>
          <a:p>
            <a:pPr indent="0">
              <a:lnSpc>
                <a:spcPct val="100000"/>
              </a:lnSpc>
              <a:spcBef>
                <a:spcPts val="601"/>
              </a:spcBef>
              <a:buNone/>
            </a:pPr>
            <a:endParaRPr lang="en-GB" sz="3000" b="0" u="none" strike="noStrike">
              <a:solidFill>
                <a:schemeClr val="dk1"/>
              </a:solidFill>
              <a:effectLst/>
              <a:uFillTx/>
              <a:latin typeface="Calibri"/>
            </a:endParaRPr>
          </a:p>
        </p:txBody>
      </p:sp>
      <p:sp>
        <p:nvSpPr>
          <p:cNvPr id="93" name="PlaceHolder 3"/>
          <p:cNvSpPr>
            <a:spLocks noGrp="1"/>
          </p:cNvSpPr>
          <p:nvPr>
            <p:ph type="ftr" idx="45"/>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94" name="PlaceHolder 4"/>
          <p:cNvSpPr>
            <a:spLocks noGrp="1"/>
          </p:cNvSpPr>
          <p:nvPr>
            <p:ph type="sldNum" idx="46"/>
          </p:nvPr>
        </p:nvSpPr>
        <p:spPr>
          <a:xfrm>
            <a:off x="6610320" y="6330240"/>
            <a:ext cx="2124360" cy="363240"/>
          </a:xfrm>
          <a:prstGeom prst="rect">
            <a:avLst/>
          </a:prstGeom>
          <a:noFill/>
          <a:ln w="0">
            <a:noFill/>
          </a:ln>
        </p:spPr>
        <p:txBody>
          <a:bodyPr lIns="86760" rIns="86760" tIns="43560" bIns="43560" anchor="ctr">
            <a:noAutofit/>
          </a:bodyPr>
          <a:lstStyle>
            <a:lvl1pPr indent="0" algn="r">
              <a:lnSpc>
                <a:spcPct val="100000"/>
              </a:lnSpc>
              <a:buNone/>
              <a:defRPr lang="tr-TR" sz="1100" b="0" u="none" strike="noStrike">
                <a:solidFill>
                  <a:schemeClr val="dk1">
                    <a:tint val="75000"/>
                  </a:schemeClr>
                </a:solidFill>
                <a:effectLst/>
                <a:uFillTx/>
                <a:latin typeface="Arial"/>
              </a:defRPr>
            </a:lvl1pPr>
          </a:lstStyle>
          <a:p>
            <a:pPr indent="0" algn="r">
              <a:lnSpc>
                <a:spcPct val="100000"/>
              </a:lnSpc>
              <a:buNone/>
            </a:pPr>
            <a:fld id="{F0592EE8-7892-409D-A99F-6920162B8F4F}" type="slidenum">
              <a:rPr lang="tr-TR" sz="1100" b="0" u="none" strike="noStrike">
                <a:solidFill>
                  <a:schemeClr val="dk1">
                    <a:tint val="75000"/>
                  </a:schemeClr>
                </a:solidFill>
                <a:effectLst/>
                <a:uFillTx/>
                <a:latin typeface="Arial"/>
              </a:rPr>
              <a:t>5</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Một số khái niệm</a:t>
            </a:r>
            <a:endParaRPr lang="en-GB" sz="4200" b="0" u="none" strike="noStrike">
              <a:solidFill>
                <a:schemeClr val="dk1"/>
              </a:solidFill>
              <a:effectLst/>
              <a:uFillTx/>
              <a:latin typeface="Times New Roman"/>
            </a:endParaRPr>
          </a:p>
        </p:txBody>
      </p:sp>
      <p:sp>
        <p:nvSpPr>
          <p:cNvPr id="96" name="PlaceHolder 2"/>
          <p:cNvSpPr>
            <a:spLocks noGrp="1"/>
          </p:cNvSpPr>
          <p:nvPr>
            <p:ph/>
          </p:nvPr>
        </p:nvSpPr>
        <p:spPr>
          <a:xfrm>
            <a:off x="823680" y="1407600"/>
            <a:ext cx="7629120" cy="4627440"/>
          </a:xfrm>
          <a:prstGeom prst="rect">
            <a:avLst/>
          </a:prstGeom>
          <a:noFill/>
          <a:ln w="9360">
            <a:noFill/>
          </a:ln>
        </p:spPr>
        <p:txBody>
          <a:bodyPr numCol="1" spcCol="0" lIns="86760" rIns="86760" tIns="43560" bIns="43560" anchor="t">
            <a:normAutofit lnSpcReduction="9999"/>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Cấu trúc (structure): tập các phần tử (element) và cách tổ chức</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3 loại cấu trúc</a:t>
            </a:r>
            <a:endParaRPr lang="en-GB" sz="3000" b="0" u="none" strike="noStrike">
              <a:solidFill>
                <a:schemeClr val="dk1"/>
              </a:solidFill>
              <a:effectLst/>
              <a:uFillTx/>
              <a:latin typeface="Calibri"/>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Cấu trúc mô đun (module structures)</a:t>
            </a:r>
            <a:endParaRPr lang="en-GB" sz="2700" b="0" u="none" strike="noStrike">
              <a:solidFill>
                <a:schemeClr val="dk1"/>
              </a:solidFill>
              <a:effectLst/>
              <a:uFillTx/>
              <a:latin typeface="Calibri"/>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Cấu trúc thành phần – kết nối (component-and-connector structures)</a:t>
            </a:r>
            <a:endParaRPr lang="en-GB" sz="2700" b="0" u="none" strike="noStrike">
              <a:solidFill>
                <a:schemeClr val="dk1"/>
              </a:solidFill>
              <a:effectLst/>
              <a:uFillTx/>
              <a:latin typeface="Calibri"/>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Cấu trúc phân phối (allocation structures)</a:t>
            </a:r>
            <a:endParaRPr lang="en-GB" sz="27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Mỗi loại cấu trúc thể hiện một khía cạnh khác nhau của hệ thống</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Liên quan đến nhau</a:t>
            </a:r>
            <a:endParaRPr lang="en-GB" sz="3000" b="0" u="none" strike="noStrike">
              <a:solidFill>
                <a:schemeClr val="dk1"/>
              </a:solidFill>
              <a:effectLst/>
              <a:uFillTx/>
              <a:latin typeface="Calibri"/>
            </a:endParaRPr>
          </a:p>
          <a:p>
            <a:pPr indent="0">
              <a:lnSpc>
                <a:spcPct val="100000"/>
              </a:lnSpc>
              <a:spcBef>
                <a:spcPts val="601"/>
              </a:spcBef>
              <a:buNone/>
            </a:pPr>
            <a:endParaRPr lang="en-GB" sz="3000" b="0" u="none" strike="noStrike">
              <a:solidFill>
                <a:schemeClr val="dk1"/>
              </a:solidFill>
              <a:effectLst/>
              <a:uFillTx/>
              <a:latin typeface="Calibri"/>
            </a:endParaRPr>
          </a:p>
        </p:txBody>
      </p:sp>
      <p:sp>
        <p:nvSpPr>
          <p:cNvPr id="97" name="PlaceHolder 3"/>
          <p:cNvSpPr>
            <a:spLocks noGrp="1"/>
          </p:cNvSpPr>
          <p:nvPr>
            <p:ph type="ftr" idx="47"/>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98" name="PlaceHolder 4"/>
          <p:cNvSpPr>
            <a:spLocks noGrp="1"/>
          </p:cNvSpPr>
          <p:nvPr>
            <p:ph type="sldNum" idx="48"/>
          </p:nvPr>
        </p:nvSpPr>
        <p:spPr>
          <a:xfrm>
            <a:off x="6525720" y="635328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Arial"/>
              </a:defRPr>
            </a:lvl1pPr>
          </a:lstStyle>
          <a:p>
            <a:pPr indent="0" algn="r">
              <a:lnSpc>
                <a:spcPct val="100000"/>
              </a:lnSpc>
              <a:buNone/>
            </a:pPr>
            <a:fld id="{63A495E9-5908-4F4F-90F4-F1D3E66B3D3C}" type="slidenum">
              <a:rPr lang="en-US" sz="1100" b="0" u="none" strike="noStrike">
                <a:solidFill>
                  <a:schemeClr val="dk1">
                    <a:tint val="75000"/>
                  </a:schemeClr>
                </a:solidFill>
                <a:effectLst/>
                <a:uFillTx/>
                <a:latin typeface="Arial"/>
              </a:rPr>
              <a:t>7</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Một số khái niệm</a:t>
            </a:r>
            <a:endParaRPr lang="en-GB" sz="4200" b="0" u="none" strike="noStrike">
              <a:solidFill>
                <a:schemeClr val="dk1"/>
              </a:solidFill>
              <a:effectLst/>
              <a:uFillTx/>
              <a:latin typeface="Times New Roman"/>
            </a:endParaRPr>
          </a:p>
        </p:txBody>
      </p:sp>
      <p:sp>
        <p:nvSpPr>
          <p:cNvPr id="100" name="PlaceHolder 2"/>
          <p:cNvSpPr>
            <a:spLocks noGrp="1"/>
          </p:cNvSpPr>
          <p:nvPr>
            <p:ph/>
          </p:nvPr>
        </p:nvSpPr>
        <p:spPr>
          <a:xfrm>
            <a:off x="823680" y="1407600"/>
            <a:ext cx="7629120" cy="462744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Mẫu kiến trúc (architectural patterns): kiến trúc được sử dụng để giải quyết một/vài vấn đề khi xây dựng hệ thống và đã được sử dụng ở nhiều hệ thống</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Ví dụ: phân lớp (layered pattern), chia sẻ dữ liệu (shared-data), khách-chủ (client-server) </a:t>
            </a:r>
            <a:endParaRPr lang="en-GB" sz="3000" b="0" u="none" strike="noStrike">
              <a:solidFill>
                <a:schemeClr val="dk1"/>
              </a:solidFill>
              <a:effectLst/>
              <a:uFillTx/>
              <a:latin typeface="Calibri"/>
            </a:endParaRPr>
          </a:p>
        </p:txBody>
      </p:sp>
      <p:sp>
        <p:nvSpPr>
          <p:cNvPr id="101" name="PlaceHolder 3"/>
          <p:cNvSpPr>
            <a:spLocks noGrp="1"/>
          </p:cNvSpPr>
          <p:nvPr>
            <p:ph type="ftr" idx="49"/>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102" name="PlaceHolder 4"/>
          <p:cNvSpPr>
            <a:spLocks noGrp="1"/>
          </p:cNvSpPr>
          <p:nvPr>
            <p:ph type="sldNum" idx="50"/>
          </p:nvPr>
        </p:nvSpPr>
        <p:spPr>
          <a:xfrm>
            <a:off x="6525720" y="635328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Arial"/>
              </a:defRPr>
            </a:lvl1pPr>
          </a:lstStyle>
          <a:p>
            <a:pPr indent="0" algn="r">
              <a:lnSpc>
                <a:spcPct val="100000"/>
              </a:lnSpc>
              <a:buNone/>
            </a:pPr>
            <a:fld id="{BF19E3FE-1732-45CB-BB07-E6C44045B6B3}" type="slidenum">
              <a:rPr lang="en-US" sz="1100" b="0" u="none" strike="noStrike">
                <a:solidFill>
                  <a:schemeClr val="dk1">
                    <a:tint val="75000"/>
                  </a:schemeClr>
                </a:solidFill>
                <a:effectLst/>
                <a:uFillTx/>
                <a:latin typeface="Arial"/>
              </a:rPr>
              <a:t>7</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Một số khái niệm</a:t>
            </a:r>
            <a:endParaRPr lang="en-GB" sz="4200" b="0" u="none" strike="noStrike">
              <a:solidFill>
                <a:schemeClr val="dk1"/>
              </a:solidFill>
              <a:effectLst/>
              <a:uFillTx/>
              <a:latin typeface="Times New Roman"/>
            </a:endParaRPr>
          </a:p>
        </p:txBody>
      </p:sp>
      <p:sp>
        <p:nvSpPr>
          <p:cNvPr id="104" name="PlaceHolder 2"/>
          <p:cNvSpPr>
            <a:spLocks noGrp="1"/>
          </p:cNvSpPr>
          <p:nvPr>
            <p:ph/>
          </p:nvPr>
        </p:nvSpPr>
        <p:spPr>
          <a:xfrm>
            <a:off x="455400" y="1290600"/>
            <a:ext cx="8195040" cy="483948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Thuộc tính chất lượng</a:t>
            </a:r>
            <a:endParaRPr lang="en-GB" sz="3000" b="0" u="none" strike="noStrike">
              <a:solidFill>
                <a:schemeClr val="dk1"/>
              </a:solidFill>
              <a:effectLst/>
              <a:uFillTx/>
              <a:latin typeface="Calibri"/>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Tính linh hoạt: Chúng ta có thể thay đổi thành phần X không?</a:t>
            </a:r>
            <a:endParaRPr lang="en-GB" sz="2700" b="0" u="none" strike="noStrike">
              <a:solidFill>
                <a:schemeClr val="dk1"/>
              </a:solidFill>
              <a:effectLst/>
              <a:uFillTx/>
              <a:latin typeface="Calibri"/>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Tính khả chuyển: Chúng ta có thể triển khai trên một máy khác không?</a:t>
            </a:r>
            <a:endParaRPr lang="en-GB" sz="2700" b="0" u="none" strike="noStrike">
              <a:solidFill>
                <a:schemeClr val="dk1"/>
              </a:solidFill>
              <a:effectLst/>
              <a:uFillTx/>
              <a:latin typeface="Calibri"/>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Tính sử dụng lại: Chúng ta có thể sử dụng lại một phần hay toàn bộ cho ứng dụng khác không?</a:t>
            </a:r>
            <a:endParaRPr lang="en-GB" sz="2700" b="0" u="none" strike="noStrike">
              <a:solidFill>
                <a:schemeClr val="dk1"/>
              </a:solidFill>
              <a:effectLst/>
              <a:uFillTx/>
              <a:latin typeface="Calibri"/>
            </a:endParaRPr>
          </a:p>
          <a:p>
            <a:pPr indent="0">
              <a:lnSpc>
                <a:spcPct val="100000"/>
              </a:lnSpc>
              <a:spcBef>
                <a:spcPts val="601"/>
              </a:spcBef>
              <a:buNone/>
            </a:pPr>
            <a:endParaRPr lang="en-GB" sz="3000" b="0" u="none" strike="noStrike">
              <a:solidFill>
                <a:schemeClr val="dk1"/>
              </a:solidFill>
              <a:effectLst/>
              <a:uFillTx/>
              <a:latin typeface="Calibri"/>
            </a:endParaRPr>
          </a:p>
          <a:p>
            <a:pPr indent="0">
              <a:lnSpc>
                <a:spcPct val="100000"/>
              </a:lnSpc>
              <a:spcBef>
                <a:spcPts val="601"/>
              </a:spcBef>
              <a:buNone/>
            </a:pPr>
            <a:endParaRPr lang="en-GB" sz="3000" b="0" u="none" strike="noStrike">
              <a:solidFill>
                <a:schemeClr val="dk1"/>
              </a:solidFill>
              <a:effectLst/>
              <a:uFillTx/>
              <a:latin typeface="Calibri"/>
            </a:endParaRPr>
          </a:p>
        </p:txBody>
      </p:sp>
      <p:sp>
        <p:nvSpPr>
          <p:cNvPr id="105" name="PlaceHolder 3"/>
          <p:cNvSpPr>
            <a:spLocks noGrp="1"/>
          </p:cNvSpPr>
          <p:nvPr>
            <p:ph type="ftr" idx="51"/>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106" name="PlaceHolder 4"/>
          <p:cNvSpPr>
            <a:spLocks noGrp="1"/>
          </p:cNvSpPr>
          <p:nvPr>
            <p:ph type="sldNum" idx="52"/>
          </p:nvPr>
        </p:nvSpPr>
        <p:spPr>
          <a:xfrm>
            <a:off x="6525720" y="635328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Arial"/>
              </a:defRPr>
            </a:lvl1pPr>
          </a:lstStyle>
          <a:p>
            <a:pPr indent="0" algn="r">
              <a:lnSpc>
                <a:spcPct val="100000"/>
              </a:lnSpc>
              <a:buNone/>
            </a:pPr>
            <a:fld id="{08CF240B-12FF-4756-A3DE-30596E4F0518}" type="slidenum">
              <a:rPr lang="en-US" sz="1100" b="0" u="none" strike="noStrike">
                <a:solidFill>
                  <a:schemeClr val="dk1">
                    <a:tint val="75000"/>
                  </a:schemeClr>
                </a:solidFill>
                <a:effectLst/>
                <a:uFillTx/>
                <a:latin typeface="Arial"/>
              </a:rPr>
              <a:t>7</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Kiến trúc và thuộc tính chất lượng</a:t>
            </a:r>
            <a:endParaRPr lang="en-GB" sz="4200" b="0" u="none" strike="noStrike">
              <a:solidFill>
                <a:schemeClr val="dk1"/>
              </a:solidFill>
              <a:effectLst/>
              <a:uFillTx/>
              <a:latin typeface="Times New Roman"/>
            </a:endParaRPr>
          </a:p>
        </p:txBody>
      </p:sp>
      <p:sp>
        <p:nvSpPr>
          <p:cNvPr id="108" name="PlaceHolder 2"/>
          <p:cNvSpPr>
            <a:spLocks noGrp="1"/>
          </p:cNvSpPr>
          <p:nvPr>
            <p:ph/>
          </p:nvPr>
        </p:nvSpPr>
        <p:spPr>
          <a:xfrm>
            <a:off x="823680" y="1407600"/>
            <a:ext cx="7629120" cy="462744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Để có hiệu năng cao</a:t>
            </a:r>
            <a:endParaRPr lang="en-GB" sz="3000" b="0" u="none" strike="noStrike">
              <a:solidFill>
                <a:schemeClr val="dk1"/>
              </a:solidFill>
              <a:effectLst/>
              <a:uFillTx/>
              <a:latin typeface="Calibri"/>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Phân rã thành các tiến trình chạy song song</a:t>
            </a:r>
            <a:endParaRPr lang="en-GB" sz="2700" b="0" u="none" strike="noStrike">
              <a:solidFill>
                <a:schemeClr val="dk1"/>
              </a:solidFill>
              <a:effectLst/>
              <a:uFillTx/>
              <a:latin typeface="Calibri"/>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Quản lý lượng và tần suất dữ liệu truyền nhận giữa các tiến trình</a:t>
            </a:r>
            <a:endParaRPr lang="en-GB" sz="2700" b="0" u="none" strike="noStrike">
              <a:solidFill>
                <a:schemeClr val="dk1"/>
              </a:solidFill>
              <a:effectLst/>
              <a:uFillTx/>
              <a:latin typeface="Calibri"/>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Xác định “nút cổ chai” về hiệu năng trong hệ thống</a:t>
            </a:r>
            <a:endParaRPr lang="en-GB" sz="27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Để có an ninh tốt</a:t>
            </a:r>
            <a:endParaRPr lang="en-GB" sz="3000" b="0" u="none" strike="noStrike">
              <a:solidFill>
                <a:schemeClr val="dk1"/>
              </a:solidFill>
              <a:effectLst/>
              <a:uFillTx/>
              <a:latin typeface="Calibri"/>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Phân chia chức năng cần và không cần login</a:t>
            </a:r>
            <a:endParaRPr lang="en-GB" sz="2700" b="0" u="none" strike="noStrike">
              <a:solidFill>
                <a:schemeClr val="dk1"/>
              </a:solidFill>
              <a:effectLst/>
              <a:uFillTx/>
              <a:latin typeface="Calibri"/>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Cấu trúc phần mềm thành nhiều tầng</a:t>
            </a:r>
            <a:endParaRPr lang="en-GB" sz="2700" b="0" u="none" strike="noStrike">
              <a:solidFill>
                <a:schemeClr val="dk1"/>
              </a:solidFill>
              <a:effectLst/>
              <a:uFillTx/>
              <a:latin typeface="Calibri"/>
            </a:endParaRPr>
          </a:p>
        </p:txBody>
      </p:sp>
      <p:sp>
        <p:nvSpPr>
          <p:cNvPr id="109" name="PlaceHolder 3"/>
          <p:cNvSpPr>
            <a:spLocks noGrp="1"/>
          </p:cNvSpPr>
          <p:nvPr>
            <p:ph type="ftr" idx="53"/>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110" name="PlaceHolder 4"/>
          <p:cNvSpPr>
            <a:spLocks noGrp="1"/>
          </p:cNvSpPr>
          <p:nvPr>
            <p:ph type="sldNum" idx="54"/>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Arial"/>
              </a:defRPr>
            </a:lvl1pPr>
          </a:lstStyle>
          <a:p>
            <a:pPr indent="0" algn="r">
              <a:lnSpc>
                <a:spcPct val="100000"/>
              </a:lnSpc>
              <a:buNone/>
            </a:pPr>
            <a:fld id="{45C63E7B-E3D0-4DEF-B875-36007662864A}" type="slidenum">
              <a:rPr lang="en-US" sz="1100" b="0" u="none" strike="noStrike">
                <a:solidFill>
                  <a:schemeClr val="dk1">
                    <a:tint val="75000"/>
                  </a:schemeClr>
                </a:solidFill>
                <a:effectLst/>
                <a:uFillTx/>
                <a:latin typeface="Arial"/>
              </a:rPr>
              <a:t>7</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Các thuộc tính chất lượng</a:t>
            </a:r>
            <a:endParaRPr lang="en-GB" sz="4200" b="0" u="none" strike="noStrike">
              <a:solidFill>
                <a:schemeClr val="dk1"/>
              </a:solidFill>
              <a:effectLst/>
              <a:uFillTx/>
              <a:latin typeface="Times New Roman"/>
            </a:endParaRPr>
          </a:p>
        </p:txBody>
      </p:sp>
      <p:sp>
        <p:nvSpPr>
          <p:cNvPr id="112" name="PlaceHolder 2"/>
          <p:cNvSpPr>
            <a:spLocks noGrp="1"/>
          </p:cNvSpPr>
          <p:nvPr>
            <p:ph/>
          </p:nvPr>
        </p:nvSpPr>
        <p:spPr>
          <a:xfrm>
            <a:off x="823680" y="1407600"/>
            <a:ext cx="7629120" cy="462744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Thuộc tính thiết kế (Design qualities)</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Thuộc tính thời gian thực thi (Run-time qualities)</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Thuộc tính hệ thống (System qualities)</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Thuộc tính người dùng (User qualities)</a:t>
            </a:r>
            <a:endParaRPr lang="en-GB" sz="3000" b="0" u="none" strike="noStrike">
              <a:solidFill>
                <a:schemeClr val="dk1"/>
              </a:solidFill>
              <a:effectLst/>
              <a:uFillTx/>
              <a:latin typeface="Calibri"/>
            </a:endParaRPr>
          </a:p>
          <a:p>
            <a:pPr indent="0">
              <a:lnSpc>
                <a:spcPct val="100000"/>
              </a:lnSpc>
              <a:spcBef>
                <a:spcPts val="601"/>
              </a:spcBef>
              <a:buNone/>
            </a:pPr>
            <a:endParaRPr lang="en-GB" sz="3000" b="0" u="none" strike="noStrike">
              <a:solidFill>
                <a:schemeClr val="dk1"/>
              </a:solidFill>
              <a:effectLst/>
              <a:uFillTx/>
              <a:latin typeface="Calibri"/>
            </a:endParaRPr>
          </a:p>
        </p:txBody>
      </p:sp>
      <p:sp>
        <p:nvSpPr>
          <p:cNvPr id="113" name="PlaceHolder 3"/>
          <p:cNvSpPr>
            <a:spLocks noGrp="1"/>
          </p:cNvSpPr>
          <p:nvPr>
            <p:ph type="ftr" idx="55"/>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114" name="PlaceHolder 4"/>
          <p:cNvSpPr>
            <a:spLocks noGrp="1"/>
          </p:cNvSpPr>
          <p:nvPr>
            <p:ph type="sldNum" idx="56"/>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Arial"/>
              </a:defRPr>
            </a:lvl1pPr>
          </a:lstStyle>
          <a:p>
            <a:pPr indent="0" algn="r">
              <a:lnSpc>
                <a:spcPct val="100000"/>
              </a:lnSpc>
              <a:buNone/>
            </a:pPr>
            <a:fld id="{30F697FA-1288-4161-A043-65AA8AD990E2}" type="slidenum">
              <a:rPr lang="en-US" sz="1100" b="0" u="none" strike="noStrike">
                <a:solidFill>
                  <a:schemeClr val="dk1">
                    <a:tint val="75000"/>
                  </a:schemeClr>
                </a:solidFill>
                <a:effectLst/>
                <a:uFillTx/>
                <a:latin typeface="Arial"/>
              </a:rPr>
              <a:t>7</a:t>
            </a:fld>
            <a:endParaRPr lang="en-US" sz="1100" b="0" u="none" strike="noStrike">
              <a:solidFill>
                <a:srgbClr val="000000"/>
              </a:solidFill>
              <a:effectLst/>
              <a:uFillTx/>
              <a:latin typeface="Times New Roman"/>
            </a:endParaRPr>
          </a:p>
        </p:txBody>
      </p:sp>
      <p:sp>
        <p:nvSpPr>
          <p:cNvPr id="115" name="TextBox 4"/>
          <p:cNvSpPr/>
          <p:nvPr/>
        </p:nvSpPr>
        <p:spPr>
          <a:xfrm>
            <a:off x="2352240" y="5997600"/>
            <a:ext cx="6000840" cy="336600"/>
          </a:xfrm>
          <a:prstGeom prst="rect">
            <a:avLst/>
          </a:prstGeom>
          <a:noFill/>
          <a:ln w="0">
            <a:noFill/>
          </a:ln>
        </p:spPr>
        <p:style>
          <a:lnRef idx="0"/>
          <a:fillRef idx="0"/>
          <a:effectRef idx="0"/>
          <a:fontRef idx="minor"/>
        </p:style>
        <p:txBody>
          <a:bodyPr lIns="91080" rIns="91080" tIns="45360" bIns="45360" anchor="t">
            <a:spAutoFit/>
          </a:bodyPr>
          <a:p>
            <a:pPr>
              <a:lnSpc>
                <a:spcPct val="100000"/>
              </a:lnSpc>
            </a:pPr>
            <a:r>
              <a:rPr lang="en-US" sz="1600" b="0" i="1" u="none" strike="noStrike">
                <a:solidFill>
                  <a:schemeClr val="dk1"/>
                </a:solidFill>
                <a:effectLst/>
                <a:uFillTx/>
                <a:latin typeface="Arial"/>
              </a:rPr>
              <a:t>Nguồn: https://msdn.microsoft.com/en-us/library/ee658094.aspx</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Nội dung</a:t>
            </a:r>
            <a:endParaRPr lang="en-GB" sz="4200" b="0" u="none" strike="noStrike">
              <a:solidFill>
                <a:schemeClr val="dk1"/>
              </a:solidFill>
              <a:effectLst/>
              <a:uFillTx/>
              <a:latin typeface="Times New Roman"/>
            </a:endParaRPr>
          </a:p>
        </p:txBody>
      </p:sp>
      <p:sp>
        <p:nvSpPr>
          <p:cNvPr id="117" name="PlaceHolder 2"/>
          <p:cNvSpPr>
            <a:spLocks noGrp="1"/>
          </p:cNvSpPr>
          <p:nvPr>
            <p:ph/>
          </p:nvPr>
        </p:nvSpPr>
        <p:spPr>
          <a:xfrm>
            <a:off x="823680" y="1407600"/>
            <a:ext cx="7629120" cy="462744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Định nghĩa kiến trúc phần mềm và một số khái niệm</a:t>
            </a:r>
            <a:endParaRPr lang="en-GB" sz="3000" b="0" u="none" strike="noStrike">
              <a:solidFill>
                <a:schemeClr val="dk1"/>
              </a:solidFill>
              <a:effectLst/>
              <a:uFillTx/>
              <a:latin typeface="Calibri"/>
            </a:endParaRPr>
          </a:p>
          <a:p>
            <a:pPr marL="326160" indent="-326160">
              <a:lnSpc>
                <a:spcPct val="100000"/>
              </a:lnSpc>
              <a:spcBef>
                <a:spcPts val="601"/>
              </a:spcBef>
              <a:buClr>
                <a:srgbClr val="0070c0"/>
              </a:buClr>
              <a:buFont typeface="Arial"/>
              <a:buChar char="•"/>
            </a:pPr>
            <a:r>
              <a:rPr lang="en-US" sz="3000" b="1" u="none" strike="noStrike">
                <a:solidFill>
                  <a:srgbClr val="0070c0"/>
                </a:solidFill>
                <a:effectLst/>
                <a:uFillTx/>
                <a:latin typeface="Calibri"/>
              </a:rPr>
              <a:t>Thiết kế kiến trúc</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Một số kiểu kiến trúc</a:t>
            </a:r>
            <a:endParaRPr lang="en-GB" sz="3000" b="0" u="none" strike="noStrike">
              <a:solidFill>
                <a:schemeClr val="dk1"/>
              </a:solidFill>
              <a:effectLst/>
              <a:uFillTx/>
              <a:latin typeface="Calibri"/>
            </a:endParaRPr>
          </a:p>
          <a:p>
            <a:pPr indent="0">
              <a:lnSpc>
                <a:spcPct val="100000"/>
              </a:lnSpc>
              <a:spcBef>
                <a:spcPts val="601"/>
              </a:spcBef>
              <a:buNone/>
            </a:pPr>
            <a:endParaRPr lang="en-GB" sz="3000" b="0" u="none" strike="noStrike">
              <a:solidFill>
                <a:schemeClr val="dk1"/>
              </a:solidFill>
              <a:effectLst/>
              <a:uFillTx/>
              <a:latin typeface="Calibri"/>
            </a:endParaRPr>
          </a:p>
        </p:txBody>
      </p:sp>
      <p:sp>
        <p:nvSpPr>
          <p:cNvPr id="118" name="PlaceHolder 3"/>
          <p:cNvSpPr>
            <a:spLocks noGrp="1"/>
          </p:cNvSpPr>
          <p:nvPr>
            <p:ph type="ftr" idx="57"/>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119" name="PlaceHolder 4"/>
          <p:cNvSpPr>
            <a:spLocks noGrp="1"/>
          </p:cNvSpPr>
          <p:nvPr>
            <p:ph type="sldNum" idx="58"/>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tr-TR" sz="1100" b="0" u="none" strike="noStrike">
                <a:solidFill>
                  <a:schemeClr val="dk1">
                    <a:tint val="75000"/>
                  </a:schemeClr>
                </a:solidFill>
                <a:effectLst/>
                <a:uFillTx/>
                <a:latin typeface="Arial"/>
              </a:defRPr>
            </a:lvl1pPr>
          </a:lstStyle>
          <a:p>
            <a:pPr indent="0" algn="r">
              <a:lnSpc>
                <a:spcPct val="100000"/>
              </a:lnSpc>
              <a:buNone/>
            </a:pPr>
            <a:fld id="{13EE46C4-C8F8-481B-A527-56F4D1BBAC94}" type="slidenum">
              <a:rPr lang="tr-TR" sz="1100" b="0" u="none" strike="noStrike">
                <a:solidFill>
                  <a:schemeClr val="dk1">
                    <a:tint val="75000"/>
                  </a:schemeClr>
                </a:solidFill>
                <a:effectLst/>
                <a:uFillTx/>
                <a:latin typeface="Arial"/>
              </a:rPr>
              <a:t>7</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Các nguyên lý thiết kế</a:t>
            </a:r>
            <a:endParaRPr lang="en-GB" sz="4200" b="0" u="none" strike="noStrike">
              <a:solidFill>
                <a:schemeClr val="dk1"/>
              </a:solidFill>
              <a:effectLst/>
              <a:uFillTx/>
              <a:latin typeface="Times New Roman"/>
            </a:endParaRPr>
          </a:p>
        </p:txBody>
      </p:sp>
      <p:sp>
        <p:nvSpPr>
          <p:cNvPr id="121" name="PlaceHolder 2"/>
          <p:cNvSpPr>
            <a:spLocks noGrp="1"/>
          </p:cNvSpPr>
          <p:nvPr>
            <p:ph/>
          </p:nvPr>
        </p:nvSpPr>
        <p:spPr>
          <a:xfrm>
            <a:off x="823680" y="1407600"/>
            <a:ext cx="7629120" cy="4627440"/>
          </a:xfrm>
          <a:prstGeom prst="rect">
            <a:avLst/>
          </a:prstGeom>
          <a:noFill/>
          <a:ln w="9360">
            <a:noFill/>
          </a:ln>
        </p:spPr>
        <p:txBody>
          <a:bodyPr numCol="1" spcCol="0" lIns="86760" rIns="86760" tIns="43560" bIns="43560" anchor="t">
            <a:normAutofit fontScale="85000" lnSpcReduction="9999"/>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Phân tách các khía cạnh quan tâm (Separation of concerns): chia ứng dụng thành các phần càng ít sự chồng chéo về chức năng càng tốt. Cố gắng hạn chế tối đa sự tương tác giữa các thành phần nhằm có giảm sự phụ thuộc và tăng cường sự kết dính (cohesion) trong từng thành phần</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Trách nhiệm đơn: Mỗi thành phần chỉ thực hiện một chức năng hoặc một tập các chức năng gắn kết chặt chẽ</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Hiểu biết tối thiểu: Các thành phần không cần biết chi tiết bên trong của các thành phần khác</a:t>
            </a:r>
            <a:endParaRPr lang="en-GB" sz="3000" b="0" u="none" strike="noStrike">
              <a:solidFill>
                <a:schemeClr val="dk1"/>
              </a:solidFill>
              <a:effectLst/>
              <a:uFillTx/>
              <a:latin typeface="Calibri"/>
            </a:endParaRPr>
          </a:p>
          <a:p>
            <a:pPr indent="0">
              <a:lnSpc>
                <a:spcPct val="100000"/>
              </a:lnSpc>
              <a:spcBef>
                <a:spcPts val="601"/>
              </a:spcBef>
              <a:buNone/>
            </a:pPr>
            <a:endParaRPr lang="en-GB" sz="3000" b="0" u="none" strike="noStrike">
              <a:solidFill>
                <a:schemeClr val="dk1"/>
              </a:solidFill>
              <a:effectLst/>
              <a:uFillTx/>
              <a:latin typeface="Calibri"/>
            </a:endParaRPr>
          </a:p>
        </p:txBody>
      </p:sp>
      <p:sp>
        <p:nvSpPr>
          <p:cNvPr id="122" name="PlaceHolder 3"/>
          <p:cNvSpPr>
            <a:spLocks noGrp="1"/>
          </p:cNvSpPr>
          <p:nvPr>
            <p:ph type="ftr" idx="59"/>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123" name="PlaceHolder 4"/>
          <p:cNvSpPr>
            <a:spLocks noGrp="1"/>
          </p:cNvSpPr>
          <p:nvPr>
            <p:ph type="sldNum" idx="60"/>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Arial"/>
              </a:defRPr>
            </a:lvl1pPr>
          </a:lstStyle>
          <a:p>
            <a:pPr indent="0" algn="r">
              <a:lnSpc>
                <a:spcPct val="100000"/>
              </a:lnSpc>
              <a:buNone/>
            </a:pPr>
            <a:fld id="{5928607D-47D3-4744-A869-C57FDBF73C8C}" type="slidenum">
              <a:rPr lang="en-US" sz="1100" b="0" u="none" strike="noStrike">
                <a:solidFill>
                  <a:schemeClr val="dk1">
                    <a:tint val="75000"/>
                  </a:schemeClr>
                </a:solidFill>
                <a:effectLst/>
                <a:uFillTx/>
                <a:latin typeface="Arial"/>
              </a:rPr>
              <a:t>13</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Các nguyên lý thiết kế</a:t>
            </a:r>
            <a:endParaRPr lang="en-GB" sz="4200" b="0" u="none" strike="noStrike">
              <a:solidFill>
                <a:schemeClr val="dk1"/>
              </a:solidFill>
              <a:effectLst/>
              <a:uFillTx/>
              <a:latin typeface="Times New Roman"/>
            </a:endParaRPr>
          </a:p>
        </p:txBody>
      </p:sp>
      <p:sp>
        <p:nvSpPr>
          <p:cNvPr id="125" name="PlaceHolder 2"/>
          <p:cNvSpPr>
            <a:spLocks noGrp="1"/>
          </p:cNvSpPr>
          <p:nvPr>
            <p:ph/>
          </p:nvPr>
        </p:nvSpPr>
        <p:spPr>
          <a:xfrm>
            <a:off x="823680" y="1407600"/>
            <a:ext cx="7629120" cy="462744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Không lặp lại: Mỗi một chức năng chỉ được hiện thực hóa bởi một thành phần</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Hạn chế thiết kế trước: chỉ thiết kế khi cần và có đủ thông tin</a:t>
            </a:r>
            <a:endParaRPr lang="en-GB" sz="3000" b="0" u="none" strike="noStrike">
              <a:solidFill>
                <a:schemeClr val="dk1"/>
              </a:solidFill>
              <a:effectLst/>
              <a:uFillTx/>
              <a:latin typeface="Calibri"/>
            </a:endParaRPr>
          </a:p>
        </p:txBody>
      </p:sp>
      <p:sp>
        <p:nvSpPr>
          <p:cNvPr id="126" name="PlaceHolder 3"/>
          <p:cNvSpPr>
            <a:spLocks noGrp="1"/>
          </p:cNvSpPr>
          <p:nvPr>
            <p:ph type="ftr" idx="61"/>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127" name="PlaceHolder 4"/>
          <p:cNvSpPr>
            <a:spLocks noGrp="1"/>
          </p:cNvSpPr>
          <p:nvPr>
            <p:ph type="sldNum" idx="62"/>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Arial"/>
              </a:defRPr>
            </a:lvl1pPr>
          </a:lstStyle>
          <a:p>
            <a:pPr indent="0" algn="r">
              <a:lnSpc>
                <a:spcPct val="100000"/>
              </a:lnSpc>
              <a:buNone/>
            </a:pPr>
            <a:fld id="{6B3DD4F0-D014-47C1-9998-EFE6780DEDE0}" type="slidenum">
              <a:rPr lang="en-US" sz="1100" b="0" u="none" strike="noStrike">
                <a:solidFill>
                  <a:schemeClr val="dk1">
                    <a:tint val="75000"/>
                  </a:schemeClr>
                </a:solidFill>
                <a:effectLst/>
                <a:uFillTx/>
                <a:latin typeface="Arial"/>
              </a:rPr>
              <a:t>13</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Các mối quan tâm chính</a:t>
            </a:r>
            <a:endParaRPr lang="en-GB" sz="4200" b="0" u="none" strike="noStrike">
              <a:solidFill>
                <a:schemeClr val="dk1"/>
              </a:solidFill>
              <a:effectLst/>
              <a:uFillTx/>
              <a:latin typeface="Times New Roman"/>
            </a:endParaRPr>
          </a:p>
        </p:txBody>
      </p:sp>
      <p:sp>
        <p:nvSpPr>
          <p:cNvPr id="129" name="PlaceHolder 2"/>
          <p:cNvSpPr>
            <a:spLocks noGrp="1"/>
          </p:cNvSpPr>
          <p:nvPr>
            <p:ph/>
          </p:nvPr>
        </p:nvSpPr>
        <p:spPr>
          <a:xfrm>
            <a:off x="823680" y="1407600"/>
            <a:ext cx="7629120" cy="4627440"/>
          </a:xfrm>
          <a:prstGeom prst="rect">
            <a:avLst/>
          </a:prstGeom>
          <a:noFill/>
          <a:ln w="9360">
            <a:noFill/>
          </a:ln>
        </p:spPr>
        <p:txBody>
          <a:bodyPr numCol="1" spcCol="0" lIns="86760" rIns="86760" tIns="43560" bIns="43560" anchor="t">
            <a:noAutofit/>
          </a:bodyPr>
          <a:p>
            <a:pPr indent="0">
              <a:lnSpc>
                <a:spcPct val="100000"/>
              </a:lnSpc>
              <a:spcBef>
                <a:spcPts val="601"/>
              </a:spcBef>
              <a:buNone/>
              <a:tabLst>
                <a:tab algn="l" pos="0"/>
              </a:tabLst>
            </a:pPr>
            <a:r>
              <a:rPr lang="en-US" sz="3000" b="0" u="none" strike="noStrike">
                <a:solidFill>
                  <a:schemeClr val="dk1"/>
                </a:solidFill>
                <a:effectLst/>
                <a:uFillTx/>
                <a:latin typeface="Calibri"/>
              </a:rPr>
              <a:t>Đây là những quyết định quan trọng khi thiết kế </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tabLst>
                <a:tab algn="l" pos="0"/>
              </a:tabLst>
            </a:pPr>
            <a:r>
              <a:rPr lang="en-US" sz="3000" b="0" u="none" strike="noStrike">
                <a:solidFill>
                  <a:schemeClr val="dk1"/>
                </a:solidFill>
                <a:effectLst/>
                <a:uFillTx/>
                <a:latin typeface="Calibri"/>
              </a:rPr>
              <a:t>Kiểu ứng dụng</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tabLst>
                <a:tab algn="l" pos="0"/>
              </a:tabLst>
            </a:pPr>
            <a:r>
              <a:rPr lang="en-US" sz="3000" b="0" u="none" strike="noStrike">
                <a:solidFill>
                  <a:schemeClr val="dk1"/>
                </a:solidFill>
                <a:effectLst/>
                <a:uFillTx/>
                <a:latin typeface="Calibri"/>
              </a:rPr>
              <a:t>Chiến lược triển khai</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tabLst>
                <a:tab algn="l" pos="0"/>
              </a:tabLst>
            </a:pPr>
            <a:r>
              <a:rPr lang="en-US" sz="3000" b="0" u="none" strike="noStrike">
                <a:solidFill>
                  <a:schemeClr val="dk1"/>
                </a:solidFill>
                <a:effectLst/>
                <a:uFillTx/>
                <a:latin typeface="Calibri"/>
              </a:rPr>
              <a:t>Các công nghệ phù hợp</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tabLst>
                <a:tab algn="l" pos="0"/>
              </a:tabLst>
            </a:pPr>
            <a:r>
              <a:rPr lang="en-US" sz="3000" b="0" u="none" strike="noStrike">
                <a:solidFill>
                  <a:schemeClr val="dk1"/>
                </a:solidFill>
                <a:effectLst/>
                <a:uFillTx/>
                <a:latin typeface="Calibri"/>
              </a:rPr>
              <a:t>Các thuộc tính chất lượng</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tabLst>
                <a:tab algn="l" pos="0"/>
              </a:tabLst>
            </a:pPr>
            <a:r>
              <a:rPr lang="en-US" sz="3000" b="0" u="none" strike="noStrike">
                <a:solidFill>
                  <a:schemeClr val="dk1"/>
                </a:solidFill>
                <a:effectLst/>
                <a:uFillTx/>
                <a:latin typeface="Calibri"/>
              </a:rPr>
              <a:t>Một số các yếu tố “cắt ngang” (crosscutting concerns)</a:t>
            </a:r>
            <a:endParaRPr lang="en-GB" sz="3000" b="0" u="none" strike="noStrike">
              <a:solidFill>
                <a:schemeClr val="dk1"/>
              </a:solidFill>
              <a:effectLst/>
              <a:uFillTx/>
              <a:latin typeface="Calibri"/>
            </a:endParaRPr>
          </a:p>
        </p:txBody>
      </p:sp>
      <p:sp>
        <p:nvSpPr>
          <p:cNvPr id="130" name="PlaceHolder 3"/>
          <p:cNvSpPr>
            <a:spLocks noGrp="1"/>
          </p:cNvSpPr>
          <p:nvPr>
            <p:ph type="ftr" idx="63"/>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131" name="PlaceHolder 4"/>
          <p:cNvSpPr>
            <a:spLocks noGrp="1"/>
          </p:cNvSpPr>
          <p:nvPr>
            <p:ph type="sldNum" idx="64"/>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Arial"/>
              </a:defRPr>
            </a:lvl1pPr>
          </a:lstStyle>
          <a:p>
            <a:pPr indent="0" algn="r">
              <a:lnSpc>
                <a:spcPct val="100000"/>
              </a:lnSpc>
              <a:buNone/>
            </a:pPr>
            <a:fld id="{07447D44-0886-4EDD-B86A-38E371ACF4E6}" type="slidenum">
              <a:rPr lang="en-US" sz="1100" b="0" u="none" strike="noStrike">
                <a:solidFill>
                  <a:schemeClr val="dk1">
                    <a:tint val="75000"/>
                  </a:schemeClr>
                </a:solidFill>
                <a:effectLst/>
                <a:uFillTx/>
                <a:latin typeface="Arial"/>
              </a:rPr>
              <a:t>13</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Thiết kế kiến trúc</a:t>
            </a:r>
            <a:endParaRPr lang="en-GB" sz="4200" b="0" u="none" strike="noStrike">
              <a:solidFill>
                <a:schemeClr val="dk1"/>
              </a:solidFill>
              <a:effectLst/>
              <a:uFillTx/>
              <a:latin typeface="Times New Roman"/>
            </a:endParaRPr>
          </a:p>
        </p:txBody>
      </p:sp>
      <p:sp>
        <p:nvSpPr>
          <p:cNvPr id="133" name="PlaceHolder 2"/>
          <p:cNvSpPr>
            <a:spLocks noGrp="1"/>
          </p:cNvSpPr>
          <p:nvPr>
            <p:ph/>
          </p:nvPr>
        </p:nvSpPr>
        <p:spPr>
          <a:xfrm>
            <a:off x="823680" y="1407600"/>
            <a:ext cx="7629120" cy="462744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Đầu vào: yêu cầu chức năng và phi chức năng, các ràng buộc</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Đầu ra: bản thiết kế kiến trúc</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Là quá trình lặp với 5 bước chính</a:t>
            </a:r>
            <a:endParaRPr lang="en-GB" sz="3000" b="0" u="none" strike="noStrike">
              <a:solidFill>
                <a:schemeClr val="dk1"/>
              </a:solidFill>
              <a:effectLst/>
              <a:uFillTx/>
              <a:latin typeface="Calibri"/>
            </a:endParaRPr>
          </a:p>
        </p:txBody>
      </p:sp>
      <p:sp>
        <p:nvSpPr>
          <p:cNvPr id="134" name="PlaceHolder 3"/>
          <p:cNvSpPr>
            <a:spLocks noGrp="1"/>
          </p:cNvSpPr>
          <p:nvPr>
            <p:ph type="ftr" idx="65"/>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135" name="PlaceHolder 4"/>
          <p:cNvSpPr>
            <a:spLocks noGrp="1"/>
          </p:cNvSpPr>
          <p:nvPr>
            <p:ph type="sldNum" idx="66"/>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Arial"/>
              </a:defRPr>
            </a:lvl1pPr>
          </a:lstStyle>
          <a:p>
            <a:pPr indent="0" algn="r">
              <a:lnSpc>
                <a:spcPct val="100000"/>
              </a:lnSpc>
              <a:buNone/>
            </a:pPr>
            <a:fld id="{69FF7DC0-1BA3-4073-B276-1FA22E710265}" type="slidenum">
              <a:rPr lang="en-US" sz="1100" b="0" u="none" strike="noStrike">
                <a:solidFill>
                  <a:schemeClr val="dk1">
                    <a:tint val="75000"/>
                  </a:schemeClr>
                </a:solidFill>
                <a:effectLst/>
                <a:uFillTx/>
                <a:latin typeface="Arial"/>
              </a:rPr>
              <a:t>13</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Các bước chính</a:t>
            </a:r>
            <a:endParaRPr lang="en-GB" sz="4200" b="0" u="none" strike="noStrike">
              <a:solidFill>
                <a:schemeClr val="dk1"/>
              </a:solidFill>
              <a:effectLst/>
              <a:uFillTx/>
              <a:latin typeface="Times New Roman"/>
            </a:endParaRPr>
          </a:p>
        </p:txBody>
      </p:sp>
      <p:sp>
        <p:nvSpPr>
          <p:cNvPr id="137" name="PlaceHolder 2"/>
          <p:cNvSpPr>
            <a:spLocks noGrp="1"/>
          </p:cNvSpPr>
          <p:nvPr>
            <p:ph/>
          </p:nvPr>
        </p:nvSpPr>
        <p:spPr>
          <a:xfrm>
            <a:off x="823680" y="1407600"/>
            <a:ext cx="7629120" cy="4627440"/>
          </a:xfrm>
          <a:prstGeom prst="rect">
            <a:avLst/>
          </a:prstGeom>
          <a:noFill/>
          <a:ln w="9360">
            <a:noFill/>
          </a:ln>
        </p:spPr>
        <p:txBody>
          <a:bodyPr numCol="1" spcCol="0" lIns="86760" rIns="86760" tIns="43560" bIns="43560" anchor="t">
            <a:noAutofit/>
          </a:bodyPr>
          <a:p>
            <a:pPr marL="512280" indent="-512280">
              <a:lnSpc>
                <a:spcPct val="100000"/>
              </a:lnSpc>
              <a:spcBef>
                <a:spcPts val="601"/>
              </a:spcBef>
              <a:buClr>
                <a:srgbClr val="000000"/>
              </a:buClr>
              <a:buFont typeface="Arial"/>
              <a:buAutoNum type="arabicPeriod"/>
            </a:pPr>
            <a:r>
              <a:rPr lang="en-US" sz="3000" b="0" u="none" strike="noStrike">
                <a:solidFill>
                  <a:schemeClr val="dk1"/>
                </a:solidFill>
                <a:effectLst/>
                <a:uFillTx/>
                <a:latin typeface="Calibri"/>
              </a:rPr>
              <a:t>Xác định mục tiêu</a:t>
            </a:r>
            <a:endParaRPr lang="en-GB" sz="3000" b="0" u="none" strike="noStrike">
              <a:solidFill>
                <a:schemeClr val="dk1"/>
              </a:solidFill>
              <a:effectLst/>
              <a:uFillTx/>
              <a:latin typeface="Calibri"/>
            </a:endParaRPr>
          </a:p>
          <a:p>
            <a:pPr marL="512280" indent="-512280">
              <a:lnSpc>
                <a:spcPct val="100000"/>
              </a:lnSpc>
              <a:spcBef>
                <a:spcPts val="601"/>
              </a:spcBef>
              <a:buClr>
                <a:srgbClr val="000000"/>
              </a:buClr>
              <a:buFont typeface="Arial"/>
              <a:buAutoNum type="arabicPeriod"/>
            </a:pPr>
            <a:r>
              <a:rPr lang="en-US" sz="3000" b="0" u="none" strike="noStrike">
                <a:solidFill>
                  <a:schemeClr val="dk1"/>
                </a:solidFill>
                <a:effectLst/>
                <a:uFillTx/>
                <a:latin typeface="Calibri"/>
              </a:rPr>
              <a:t>Xác định các hoạt cảnh sử dụng chính</a:t>
            </a:r>
            <a:endParaRPr lang="en-GB" sz="3000" b="0" u="none" strike="noStrike">
              <a:solidFill>
                <a:schemeClr val="dk1"/>
              </a:solidFill>
              <a:effectLst/>
              <a:uFillTx/>
              <a:latin typeface="Calibri"/>
            </a:endParaRPr>
          </a:p>
          <a:p>
            <a:pPr marL="512280" indent="-512280">
              <a:lnSpc>
                <a:spcPct val="100000"/>
              </a:lnSpc>
              <a:spcBef>
                <a:spcPts val="601"/>
              </a:spcBef>
              <a:buClr>
                <a:srgbClr val="000000"/>
              </a:buClr>
              <a:buFont typeface="Arial"/>
              <a:buAutoNum type="arabicPeriod"/>
            </a:pPr>
            <a:r>
              <a:rPr lang="en-US" sz="3000" b="0" u="none" strike="noStrike">
                <a:solidFill>
                  <a:schemeClr val="dk1"/>
                </a:solidFill>
                <a:effectLst/>
                <a:uFillTx/>
                <a:latin typeface="Calibri"/>
              </a:rPr>
              <a:t>Xác định tổng quan về ứng dụng</a:t>
            </a:r>
            <a:endParaRPr lang="en-GB" sz="3000" b="0" u="none" strike="noStrike">
              <a:solidFill>
                <a:schemeClr val="dk1"/>
              </a:solidFill>
              <a:effectLst/>
              <a:uFillTx/>
              <a:latin typeface="Calibri"/>
            </a:endParaRPr>
          </a:p>
          <a:p>
            <a:pPr marL="512280" indent="-512280">
              <a:lnSpc>
                <a:spcPct val="100000"/>
              </a:lnSpc>
              <a:spcBef>
                <a:spcPts val="601"/>
              </a:spcBef>
              <a:buClr>
                <a:srgbClr val="000000"/>
              </a:buClr>
              <a:buFont typeface="Arial"/>
              <a:buAutoNum type="arabicPeriod"/>
            </a:pPr>
            <a:r>
              <a:rPr lang="en-US" sz="3000" b="0" u="none" strike="noStrike">
                <a:solidFill>
                  <a:schemeClr val="dk1"/>
                </a:solidFill>
                <a:effectLst/>
                <a:uFillTx/>
                <a:latin typeface="Calibri"/>
              </a:rPr>
              <a:t>Xác định các vấn đề chính</a:t>
            </a:r>
            <a:endParaRPr lang="en-GB" sz="3000" b="0" u="none" strike="noStrike">
              <a:solidFill>
                <a:schemeClr val="dk1"/>
              </a:solidFill>
              <a:effectLst/>
              <a:uFillTx/>
              <a:latin typeface="Calibri"/>
            </a:endParaRPr>
          </a:p>
          <a:p>
            <a:pPr marL="512280" indent="-512280">
              <a:lnSpc>
                <a:spcPct val="100000"/>
              </a:lnSpc>
              <a:spcBef>
                <a:spcPts val="601"/>
              </a:spcBef>
              <a:buClr>
                <a:srgbClr val="000000"/>
              </a:buClr>
              <a:buFont typeface="Arial"/>
              <a:buAutoNum type="arabicPeriod"/>
            </a:pPr>
            <a:r>
              <a:rPr lang="en-US" sz="3000" b="0" u="none" strike="noStrike">
                <a:solidFill>
                  <a:schemeClr val="dk1"/>
                </a:solidFill>
                <a:effectLst/>
                <a:uFillTx/>
                <a:latin typeface="Calibri"/>
              </a:rPr>
              <a:t>Xác định các giải pháp chính</a:t>
            </a:r>
            <a:endParaRPr lang="en-GB" sz="3000" b="0" u="none" strike="noStrike">
              <a:solidFill>
                <a:schemeClr val="dk1"/>
              </a:solidFill>
              <a:effectLst/>
              <a:uFillTx/>
              <a:latin typeface="Calibri"/>
            </a:endParaRPr>
          </a:p>
        </p:txBody>
      </p:sp>
      <p:sp>
        <p:nvSpPr>
          <p:cNvPr id="138" name="PlaceHolder 3"/>
          <p:cNvSpPr>
            <a:spLocks noGrp="1"/>
          </p:cNvSpPr>
          <p:nvPr>
            <p:ph type="ftr" idx="67"/>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139" name="PlaceHolder 4"/>
          <p:cNvSpPr>
            <a:spLocks noGrp="1"/>
          </p:cNvSpPr>
          <p:nvPr>
            <p:ph type="sldNum" idx="68"/>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Arial"/>
              </a:defRPr>
            </a:lvl1pPr>
          </a:lstStyle>
          <a:p>
            <a:pPr indent="0" algn="r">
              <a:lnSpc>
                <a:spcPct val="100000"/>
              </a:lnSpc>
              <a:buNone/>
            </a:pPr>
            <a:fld id="{E5BF47CB-A6D8-4088-953E-ADB947C39FAF}" type="slidenum">
              <a:rPr lang="en-US" sz="1100" b="0" u="none" strike="noStrike">
                <a:solidFill>
                  <a:schemeClr val="dk1">
                    <a:tint val="75000"/>
                  </a:schemeClr>
                </a:solidFill>
                <a:effectLst/>
                <a:uFillTx/>
                <a:latin typeface="Arial"/>
              </a:rPr>
              <a:t>13</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Các </a:t>
            </a:r>
            <a:r>
              <a:rPr lang="en-US" sz="4200" b="0" u="none" strike="noStrike">
                <a:solidFill>
                  <a:srgbClr val="0070c0"/>
                </a:solidFill>
                <a:effectLst/>
                <a:uFillTx/>
                <a:latin typeface="Calibri"/>
              </a:rPr>
              <a:t>bước </a:t>
            </a:r>
            <a:r>
              <a:rPr lang="en-US" sz="4200" b="0" u="none" strike="noStrike">
                <a:solidFill>
                  <a:srgbClr val="0070c0"/>
                </a:solidFill>
                <a:effectLst/>
                <a:uFillTx/>
                <a:latin typeface="Calibri"/>
              </a:rPr>
              <a:t>chính</a:t>
            </a:r>
            <a:endParaRPr lang="en-GB" sz="4200" b="0" u="none" strike="noStrike">
              <a:solidFill>
                <a:schemeClr val="dk1"/>
              </a:solidFill>
              <a:effectLst/>
              <a:uFillTx/>
              <a:latin typeface="Times New Roman"/>
            </a:endParaRPr>
          </a:p>
        </p:txBody>
      </p:sp>
      <p:sp>
        <p:nvSpPr>
          <p:cNvPr id="141" name="PlaceHolder 2"/>
          <p:cNvSpPr>
            <a:spLocks noGrp="1"/>
          </p:cNvSpPr>
          <p:nvPr>
            <p:ph type="ftr" idx="69"/>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Bộ môn Công </a:t>
            </a:r>
            <a:r>
              <a:rPr lang="vi-VN" sz="1100" b="0" u="none" strike="noStrike">
                <a:solidFill>
                  <a:schemeClr val="dk1">
                    <a:tint val="75000"/>
                  </a:schemeClr>
                </a:solidFill>
                <a:effectLst/>
                <a:uFillTx/>
                <a:latin typeface="Calibri"/>
              </a:rPr>
              <a:t>nghệ phần mềm - </a:t>
            </a:r>
            <a:r>
              <a:rPr lang="vi-VN" sz="1100" b="0" u="none" strike="noStrike">
                <a:solidFill>
                  <a:schemeClr val="dk1">
                    <a:tint val="75000"/>
                  </a:schemeClr>
                </a:solidFill>
                <a:effectLst/>
                <a:uFillTx/>
                <a:latin typeface="Calibri"/>
              </a:rPr>
              <a:t>Khoa CNTT - </a:t>
            </a:r>
            <a:r>
              <a:rPr lang="vi-VN" sz="1100" b="0" u="none" strike="noStrike">
                <a:solidFill>
                  <a:schemeClr val="dk1">
                    <a:tint val="75000"/>
                  </a:schemeClr>
                </a:solidFill>
                <a:effectLst/>
                <a:uFillTx/>
                <a:latin typeface="Calibri"/>
              </a:rPr>
              <a:t>Trường ĐHCN - </a:t>
            </a:r>
            <a:r>
              <a:rPr lang="vi-VN" sz="1100" b="0" u="none" strike="noStrike">
                <a:solidFill>
                  <a:schemeClr val="dk1">
                    <a:tint val="75000"/>
                  </a:schemeClr>
                </a:solidFill>
                <a:effectLst/>
                <a:uFillTx/>
                <a:latin typeface="Calibri"/>
              </a:rPr>
              <a:t>ĐHQGHN</a:t>
            </a:r>
            <a:endParaRPr lang="en-US" sz="1100" b="0" u="none" strike="noStrike">
              <a:solidFill>
                <a:srgbClr val="000000"/>
              </a:solidFill>
              <a:effectLst/>
              <a:uFillTx/>
              <a:latin typeface="Times New Roman"/>
            </a:endParaRPr>
          </a:p>
        </p:txBody>
      </p:sp>
      <p:sp>
        <p:nvSpPr>
          <p:cNvPr id="142" name="PlaceHolder 3"/>
          <p:cNvSpPr>
            <a:spLocks noGrp="1"/>
          </p:cNvSpPr>
          <p:nvPr>
            <p:ph type="sldNum" idx="70"/>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Arial"/>
              </a:defRPr>
            </a:lvl1pPr>
          </a:lstStyle>
          <a:p>
            <a:pPr indent="0" algn="r">
              <a:lnSpc>
                <a:spcPct val="100000"/>
              </a:lnSpc>
              <a:buNone/>
            </a:pPr>
            <a:fld id="{AEB8FC35-4393-498F-BD37-1C6D1725A7BF}" type="slidenum">
              <a:rPr lang="en-US" sz="1100" b="0" u="none" strike="noStrike">
                <a:solidFill>
                  <a:schemeClr val="dk1">
                    <a:tint val="75000"/>
                  </a:schemeClr>
                </a:solidFill>
                <a:effectLst/>
                <a:uFillTx/>
                <a:latin typeface="Arial"/>
              </a:rPr>
              <a:t>13</a:t>
            </a:fld>
            <a:endParaRPr lang="en-US" sz="1100" b="0" u="none" strike="noStrike">
              <a:solidFill>
                <a:srgbClr val="000000"/>
              </a:solidFill>
              <a:effectLst/>
              <a:uFillTx/>
              <a:latin typeface="Times New Roman"/>
            </a:endParaRPr>
          </a:p>
        </p:txBody>
      </p:sp>
      <p:pic>
        <p:nvPicPr>
          <p:cNvPr id="143" name="Picture 2" descr="Ee658084.8fe266bb-9218-4277-aa54-1e765bc6c010(en-us,PandP.10).png"/>
          <p:cNvPicPr/>
          <p:nvPr/>
        </p:nvPicPr>
        <p:blipFill>
          <a:blip r:embed="rId1"/>
          <a:stretch/>
        </p:blipFill>
        <p:spPr>
          <a:xfrm>
            <a:off x="2731680" y="1453320"/>
            <a:ext cx="3243600" cy="4858200"/>
          </a:xfrm>
          <a:prstGeom prst="rect">
            <a:avLst/>
          </a:prstGeom>
          <a:noFill/>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Xác định mục tiêu</a:t>
            </a:r>
            <a:endParaRPr lang="en-GB" sz="4200" b="0" u="none" strike="noStrike">
              <a:solidFill>
                <a:schemeClr val="dk1"/>
              </a:solidFill>
              <a:effectLst/>
              <a:uFillTx/>
              <a:latin typeface="Times New Roman"/>
            </a:endParaRPr>
          </a:p>
        </p:txBody>
      </p:sp>
      <p:sp>
        <p:nvSpPr>
          <p:cNvPr id="145" name="PlaceHolder 2"/>
          <p:cNvSpPr>
            <a:spLocks noGrp="1"/>
          </p:cNvSpPr>
          <p:nvPr>
            <p:ph/>
          </p:nvPr>
        </p:nvSpPr>
        <p:spPr>
          <a:xfrm>
            <a:off x="823680" y="1407600"/>
            <a:ext cx="7629120" cy="462744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Thiết kế kiến trúc để làm gì</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Cho ai?</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Các ràng buộc là gì?</a:t>
            </a:r>
            <a:endParaRPr lang="en-GB" sz="3000" b="0" u="none" strike="noStrike">
              <a:solidFill>
                <a:schemeClr val="dk1"/>
              </a:solidFill>
              <a:effectLst/>
              <a:uFillTx/>
              <a:latin typeface="Calibri"/>
            </a:endParaRPr>
          </a:p>
        </p:txBody>
      </p:sp>
      <p:sp>
        <p:nvSpPr>
          <p:cNvPr id="146" name="PlaceHolder 3"/>
          <p:cNvSpPr>
            <a:spLocks noGrp="1"/>
          </p:cNvSpPr>
          <p:nvPr>
            <p:ph type="ftr" idx="71"/>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147" name="PlaceHolder 4"/>
          <p:cNvSpPr>
            <a:spLocks noGrp="1"/>
          </p:cNvSpPr>
          <p:nvPr>
            <p:ph type="sldNum" idx="72"/>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Arial"/>
              </a:defRPr>
            </a:lvl1pPr>
          </a:lstStyle>
          <a:p>
            <a:pPr indent="0" algn="r">
              <a:lnSpc>
                <a:spcPct val="100000"/>
              </a:lnSpc>
              <a:buNone/>
            </a:pPr>
            <a:fld id="{D6C9E8FF-FC89-4D7D-A831-99038C97612A}" type="slidenum">
              <a:rPr lang="en-US" sz="1100" b="0" u="none" strike="noStrike">
                <a:solidFill>
                  <a:schemeClr val="dk1">
                    <a:tint val="75000"/>
                  </a:schemeClr>
                </a:solidFill>
                <a:effectLst/>
                <a:uFillTx/>
                <a:latin typeface="Arial"/>
              </a:rPr>
              <a:t>13</a:t>
            </a:fld>
            <a:endParaRPr lang="en-US" sz="1100" b="0" u="none" strike="noStrike">
              <a:solidFill>
                <a:srgbClr val="000000"/>
              </a:solidFill>
              <a:effectLst/>
              <a:uFillTx/>
              <a:latin typeface="Times New Roman"/>
            </a:endParaRPr>
          </a:p>
        </p:txBody>
      </p:sp>
      <p:sp>
        <p:nvSpPr>
          <p:cNvPr id="148" name="Right Arrow 4"/>
          <p:cNvSpPr/>
          <p:nvPr/>
        </p:nvSpPr>
        <p:spPr>
          <a:xfrm>
            <a:off x="1289880" y="3719880"/>
            <a:ext cx="1137960" cy="455040"/>
          </a:xfrm>
          <a:prstGeom prst="rightArrow">
            <a:avLst>
              <a:gd name="adj1" fmla="val 50000"/>
              <a:gd name="adj2" fmla="val 50000"/>
            </a:avLst>
          </a:prstGeom>
          <a:solidFill>
            <a:srgbClr val="7fd13b"/>
          </a:solidFill>
          <a:ln>
            <a:solidFill>
              <a:srgbClr val="5d9a2b"/>
            </a:solidFill>
            <a:round/>
          </a:ln>
        </p:spPr>
        <p:style>
          <a:lnRef idx="2">
            <a:schemeClr val="accent1">
              <a:shade val="50000"/>
            </a:schemeClr>
          </a:lnRef>
          <a:fillRef idx="1">
            <a:schemeClr val="accent1"/>
          </a:fillRef>
          <a:effectRef idx="0">
            <a:schemeClr val="accent1"/>
          </a:effectRef>
          <a:fontRef idx="minor"/>
        </p:style>
        <p:txBody>
          <a:bodyPr lIns="91080" rIns="91080" tIns="45360" bIns="45360" anchor="ctr">
            <a:noAutofit/>
          </a:bodyPr>
          <a:p>
            <a:pPr algn="ctr">
              <a:lnSpc>
                <a:spcPct val="100000"/>
              </a:lnSpc>
            </a:pPr>
            <a:endParaRPr lang="en-US" sz="2400" b="0" u="none" strike="noStrike">
              <a:solidFill>
                <a:schemeClr val="lt1"/>
              </a:solidFill>
              <a:effectLst/>
              <a:uFillTx/>
              <a:latin typeface="Calibri"/>
            </a:endParaRPr>
          </a:p>
        </p:txBody>
      </p:sp>
      <p:sp>
        <p:nvSpPr>
          <p:cNvPr id="149" name="TextBox 5"/>
          <p:cNvSpPr/>
          <p:nvPr/>
        </p:nvSpPr>
        <p:spPr>
          <a:xfrm>
            <a:off x="2807640" y="3656880"/>
            <a:ext cx="5738040" cy="583920"/>
          </a:xfrm>
          <a:prstGeom prst="rect">
            <a:avLst/>
          </a:prstGeom>
          <a:noFill/>
          <a:ln w="0">
            <a:noFill/>
          </a:ln>
        </p:spPr>
        <p:style>
          <a:lnRef idx="0"/>
          <a:fillRef idx="0"/>
          <a:effectRef idx="0"/>
          <a:fontRef idx="minor"/>
        </p:style>
        <p:txBody>
          <a:bodyPr wrap="none" lIns="91080" rIns="91080" tIns="45360" bIns="45360" anchor="t">
            <a:spAutoFit/>
          </a:bodyPr>
          <a:p>
            <a:pPr>
              <a:lnSpc>
                <a:spcPct val="100000"/>
              </a:lnSpc>
            </a:pPr>
            <a:r>
              <a:rPr lang="en-US" sz="3200" b="0" u="none" strike="noStrike">
                <a:solidFill>
                  <a:schemeClr val="dk1"/>
                </a:solidFill>
                <a:effectLst/>
                <a:uFillTx/>
                <a:latin typeface="Arial"/>
              </a:rPr>
              <a:t>Phạm vi và thời gian thực hiện</a:t>
            </a: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Hoạt cảnh sử dụng chính</a:t>
            </a:r>
            <a:endParaRPr lang="en-GB" sz="4200" b="0" u="none" strike="noStrike">
              <a:solidFill>
                <a:schemeClr val="dk1"/>
              </a:solidFill>
              <a:effectLst/>
              <a:uFillTx/>
              <a:latin typeface="Times New Roman"/>
            </a:endParaRPr>
          </a:p>
        </p:txBody>
      </p:sp>
      <p:sp>
        <p:nvSpPr>
          <p:cNvPr id="151" name="PlaceHolder 2"/>
          <p:cNvSpPr>
            <a:spLocks noGrp="1"/>
          </p:cNvSpPr>
          <p:nvPr>
            <p:ph/>
          </p:nvPr>
        </p:nvSpPr>
        <p:spPr>
          <a:xfrm>
            <a:off x="823680" y="1407600"/>
            <a:ext cx="7629120" cy="462744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Một hoạt cảnh là sự tổng quát của nhiều ca sử dụng (use case) tương tự</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Các hoạt cảnh chính</a:t>
            </a:r>
            <a:endParaRPr lang="en-GB" sz="3000" b="0" u="none" strike="noStrike">
              <a:solidFill>
                <a:schemeClr val="dk1"/>
              </a:solidFill>
              <a:effectLst/>
              <a:uFillTx/>
              <a:latin typeface="Calibri"/>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Có ảnh hưởng lớn, được sử dụng nhiều</a:t>
            </a:r>
            <a:endParaRPr lang="en-GB" sz="2700" b="0" u="none" strike="noStrike">
              <a:solidFill>
                <a:schemeClr val="dk1"/>
              </a:solidFill>
              <a:effectLst/>
              <a:uFillTx/>
              <a:latin typeface="Calibri"/>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Thể hiện sự “đánh đổi” giữa các thuộc tính chất lượng</a:t>
            </a:r>
            <a:endParaRPr lang="en-GB" sz="2700" b="0" u="none" strike="noStrike">
              <a:solidFill>
                <a:schemeClr val="dk1"/>
              </a:solidFill>
              <a:effectLst/>
              <a:uFillTx/>
              <a:latin typeface="Calibri"/>
            </a:endParaRPr>
          </a:p>
        </p:txBody>
      </p:sp>
      <p:sp>
        <p:nvSpPr>
          <p:cNvPr id="152" name="PlaceHolder 3"/>
          <p:cNvSpPr>
            <a:spLocks noGrp="1"/>
          </p:cNvSpPr>
          <p:nvPr>
            <p:ph type="ftr" idx="73"/>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153" name="PlaceHolder 4"/>
          <p:cNvSpPr>
            <a:spLocks noGrp="1"/>
          </p:cNvSpPr>
          <p:nvPr>
            <p:ph type="sldNum" idx="74"/>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Arial"/>
              </a:defRPr>
            </a:lvl1pPr>
          </a:lstStyle>
          <a:p>
            <a:pPr indent="0" algn="r">
              <a:lnSpc>
                <a:spcPct val="100000"/>
              </a:lnSpc>
              <a:buNone/>
            </a:pPr>
            <a:fld id="{D113DA7B-83E5-4113-9B78-CBC8017A73F8}" type="slidenum">
              <a:rPr lang="en-US" sz="1100" b="0" u="none" strike="noStrike">
                <a:solidFill>
                  <a:schemeClr val="dk1">
                    <a:tint val="75000"/>
                  </a:schemeClr>
                </a:solidFill>
                <a:effectLst/>
                <a:uFillTx/>
                <a:latin typeface="Arial"/>
              </a:rPr>
              <a:t>13</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Tổng quan về ứng dụng</a:t>
            </a:r>
            <a:endParaRPr lang="en-GB" sz="4200" b="0" u="none" strike="noStrike">
              <a:solidFill>
                <a:schemeClr val="dk1"/>
              </a:solidFill>
              <a:effectLst/>
              <a:uFillTx/>
              <a:latin typeface="Times New Roman"/>
            </a:endParaRPr>
          </a:p>
        </p:txBody>
      </p:sp>
      <p:sp>
        <p:nvSpPr>
          <p:cNvPr id="155" name="PlaceHolder 2"/>
          <p:cNvSpPr>
            <a:spLocks noGrp="1"/>
          </p:cNvSpPr>
          <p:nvPr>
            <p:ph/>
          </p:nvPr>
        </p:nvSpPr>
        <p:spPr>
          <a:xfrm>
            <a:off x="823680" y="1407600"/>
            <a:ext cx="7629120" cy="462744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Xác định kiểu ứng dụng</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Xác định các ràng buộc triển khai</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Các kiểu kiến trúc có thể sử dụng</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Các công nghệ liên quan</a:t>
            </a:r>
            <a:endParaRPr lang="en-GB" sz="3000" b="0" u="none" strike="noStrike">
              <a:solidFill>
                <a:schemeClr val="dk1"/>
              </a:solidFill>
              <a:effectLst/>
              <a:uFillTx/>
              <a:latin typeface="Calibri"/>
            </a:endParaRPr>
          </a:p>
          <a:p>
            <a:pPr indent="0">
              <a:lnSpc>
                <a:spcPct val="100000"/>
              </a:lnSpc>
              <a:spcBef>
                <a:spcPts val="601"/>
              </a:spcBef>
              <a:buNone/>
            </a:pPr>
            <a:endParaRPr lang="en-GB" sz="3000" b="0" u="none" strike="noStrike">
              <a:solidFill>
                <a:schemeClr val="dk1"/>
              </a:solidFill>
              <a:effectLst/>
              <a:uFillTx/>
              <a:latin typeface="Calibri"/>
            </a:endParaRPr>
          </a:p>
          <a:p>
            <a:pPr indent="0">
              <a:lnSpc>
                <a:spcPct val="100000"/>
              </a:lnSpc>
              <a:spcBef>
                <a:spcPts val="601"/>
              </a:spcBef>
              <a:buNone/>
            </a:pPr>
            <a:endParaRPr lang="en-GB" sz="3000" b="0" u="none" strike="noStrike">
              <a:solidFill>
                <a:schemeClr val="dk1"/>
              </a:solidFill>
              <a:effectLst/>
              <a:uFillTx/>
              <a:latin typeface="Calibri"/>
            </a:endParaRPr>
          </a:p>
        </p:txBody>
      </p:sp>
      <p:sp>
        <p:nvSpPr>
          <p:cNvPr id="156" name="PlaceHolder 3"/>
          <p:cNvSpPr>
            <a:spLocks noGrp="1"/>
          </p:cNvSpPr>
          <p:nvPr>
            <p:ph type="ftr" idx="75"/>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157" name="PlaceHolder 4"/>
          <p:cNvSpPr>
            <a:spLocks noGrp="1"/>
          </p:cNvSpPr>
          <p:nvPr>
            <p:ph type="sldNum" idx="76"/>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Arial"/>
              </a:defRPr>
            </a:lvl1pPr>
          </a:lstStyle>
          <a:p>
            <a:pPr indent="0" algn="r">
              <a:lnSpc>
                <a:spcPct val="100000"/>
              </a:lnSpc>
              <a:buNone/>
            </a:pPr>
            <a:fld id="{2BBC4592-88F0-441F-81EA-FAC963BEEE96}" type="slidenum">
              <a:rPr lang="en-US" sz="1100" b="0" u="none" strike="noStrike">
                <a:solidFill>
                  <a:schemeClr val="dk1">
                    <a:tint val="75000"/>
                  </a:schemeClr>
                </a:solidFill>
                <a:effectLst/>
                <a:uFillTx/>
                <a:latin typeface="Arial"/>
              </a:rPr>
              <a:t>13</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Phác thảo kiến trúc</a:t>
            </a:r>
            <a:endParaRPr lang="en-GB" sz="4200" b="0" u="none" strike="noStrike">
              <a:solidFill>
                <a:schemeClr val="dk1"/>
              </a:solidFill>
              <a:effectLst/>
              <a:uFillTx/>
              <a:latin typeface="Times New Roman"/>
            </a:endParaRPr>
          </a:p>
        </p:txBody>
      </p:sp>
      <p:sp>
        <p:nvSpPr>
          <p:cNvPr id="159" name="PlaceHolder 2"/>
          <p:cNvSpPr>
            <a:spLocks noGrp="1"/>
          </p:cNvSpPr>
          <p:nvPr>
            <p:ph type="ftr" idx="77"/>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160" name="PlaceHolder 3"/>
          <p:cNvSpPr>
            <a:spLocks noGrp="1"/>
          </p:cNvSpPr>
          <p:nvPr>
            <p:ph type="sldNum" idx="78"/>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Arial"/>
              </a:defRPr>
            </a:lvl1pPr>
          </a:lstStyle>
          <a:p>
            <a:pPr indent="0" algn="r">
              <a:lnSpc>
                <a:spcPct val="100000"/>
              </a:lnSpc>
              <a:buNone/>
            </a:pPr>
            <a:fld id="{49D3B161-748C-420C-87FD-477E2827F46D}" type="slidenum">
              <a:rPr lang="en-US" sz="1100" b="0" u="none" strike="noStrike">
                <a:solidFill>
                  <a:schemeClr val="dk1">
                    <a:tint val="75000"/>
                  </a:schemeClr>
                </a:solidFill>
                <a:effectLst/>
                <a:uFillTx/>
                <a:latin typeface="Arial"/>
              </a:rPr>
              <a:t>13</a:t>
            </a:fld>
            <a:endParaRPr lang="en-US" sz="1100" b="0" u="none" strike="noStrike">
              <a:solidFill>
                <a:srgbClr val="000000"/>
              </a:solidFill>
              <a:effectLst/>
              <a:uFillTx/>
              <a:latin typeface="Times New Roman"/>
            </a:endParaRPr>
          </a:p>
        </p:txBody>
      </p:sp>
      <p:pic>
        <p:nvPicPr>
          <p:cNvPr id="161" name="Picture 2" descr="Ee658084.f0974cb5-6fef-45e3-9826-e654f3697da2(en-us,PandP.10).png"/>
          <p:cNvPicPr/>
          <p:nvPr/>
        </p:nvPicPr>
        <p:blipFill>
          <a:blip r:embed="rId1"/>
          <a:stretch/>
        </p:blipFill>
        <p:spPr>
          <a:xfrm>
            <a:off x="338400" y="1368000"/>
            <a:ext cx="8387640" cy="4385520"/>
          </a:xfrm>
          <a:prstGeom prst="rect">
            <a:avLst/>
          </a:prstGeom>
          <a:noFill/>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Xác định các vấn đề chính</a:t>
            </a:r>
            <a:endParaRPr lang="en-GB" sz="4200" b="0" u="none" strike="noStrike">
              <a:solidFill>
                <a:schemeClr val="dk1"/>
              </a:solidFill>
              <a:effectLst/>
              <a:uFillTx/>
              <a:latin typeface="Times New Roman"/>
            </a:endParaRPr>
          </a:p>
        </p:txBody>
      </p:sp>
      <p:sp>
        <p:nvSpPr>
          <p:cNvPr id="163" name="PlaceHolder 2"/>
          <p:cNvSpPr>
            <a:spLocks noGrp="1"/>
          </p:cNvSpPr>
          <p:nvPr>
            <p:ph/>
          </p:nvPr>
        </p:nvSpPr>
        <p:spPr>
          <a:xfrm>
            <a:off x="823680" y="1407600"/>
            <a:ext cx="7629120" cy="462744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Thuộc tính chất lượng: performance, extensibility,…</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Khía cạnh quan tâm chung: authentication, authorization, caching, exception handling,…</a:t>
            </a:r>
            <a:endParaRPr lang="en-GB" sz="3000" b="0" u="none" strike="noStrike">
              <a:solidFill>
                <a:schemeClr val="dk1"/>
              </a:solidFill>
              <a:effectLst/>
              <a:uFillTx/>
              <a:latin typeface="Calibri"/>
            </a:endParaRPr>
          </a:p>
        </p:txBody>
      </p:sp>
      <p:sp>
        <p:nvSpPr>
          <p:cNvPr id="164" name="PlaceHolder 3"/>
          <p:cNvSpPr>
            <a:spLocks noGrp="1"/>
          </p:cNvSpPr>
          <p:nvPr>
            <p:ph type="ftr" idx="79"/>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165" name="PlaceHolder 4"/>
          <p:cNvSpPr>
            <a:spLocks noGrp="1"/>
          </p:cNvSpPr>
          <p:nvPr>
            <p:ph type="sldNum" idx="80"/>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Arial"/>
              </a:defRPr>
            </a:lvl1pPr>
          </a:lstStyle>
          <a:p>
            <a:pPr indent="0" algn="r">
              <a:lnSpc>
                <a:spcPct val="100000"/>
              </a:lnSpc>
              <a:buNone/>
            </a:pPr>
            <a:fld id="{B06713ED-561D-461B-8726-42FE8AC316FD}" type="slidenum">
              <a:rPr lang="en-US" sz="1100" b="0" u="none" strike="noStrike">
                <a:solidFill>
                  <a:schemeClr val="dk1">
                    <a:tint val="75000"/>
                  </a:schemeClr>
                </a:solidFill>
                <a:effectLst/>
                <a:uFillTx/>
                <a:latin typeface="Arial"/>
              </a:rPr>
              <a:t>13</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Xác định các vấn đề chính</a:t>
            </a:r>
            <a:endParaRPr lang="en-GB" sz="4200" b="0" u="none" strike="noStrike">
              <a:solidFill>
                <a:schemeClr val="dk1"/>
              </a:solidFill>
              <a:effectLst/>
              <a:uFillTx/>
              <a:latin typeface="Times New Roman"/>
            </a:endParaRPr>
          </a:p>
        </p:txBody>
      </p:sp>
      <p:sp>
        <p:nvSpPr>
          <p:cNvPr id="167" name="PlaceHolder 2"/>
          <p:cNvSpPr>
            <a:spLocks noGrp="1"/>
          </p:cNvSpPr>
          <p:nvPr>
            <p:ph type="ftr" idx="81"/>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168" name="PlaceHolder 3"/>
          <p:cNvSpPr>
            <a:spLocks noGrp="1"/>
          </p:cNvSpPr>
          <p:nvPr>
            <p:ph type="sldNum" idx="82"/>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Arial"/>
              </a:defRPr>
            </a:lvl1pPr>
          </a:lstStyle>
          <a:p>
            <a:pPr indent="0" algn="r">
              <a:lnSpc>
                <a:spcPct val="100000"/>
              </a:lnSpc>
              <a:buNone/>
            </a:pPr>
            <a:fld id="{46ED998D-6107-434C-B5BE-49EB1A756E1B}" type="slidenum">
              <a:rPr lang="en-US" sz="1100" b="0" u="none" strike="noStrike">
                <a:solidFill>
                  <a:schemeClr val="dk1">
                    <a:tint val="75000"/>
                  </a:schemeClr>
                </a:solidFill>
                <a:effectLst/>
                <a:uFillTx/>
                <a:latin typeface="Arial"/>
              </a:rPr>
              <a:t>13</a:t>
            </a:fld>
            <a:endParaRPr lang="en-US" sz="1100" b="0" u="none" strike="noStrike">
              <a:solidFill>
                <a:srgbClr val="000000"/>
              </a:solidFill>
              <a:effectLst/>
              <a:uFillTx/>
              <a:latin typeface="Times New Roman"/>
            </a:endParaRPr>
          </a:p>
        </p:txBody>
      </p:sp>
      <p:pic>
        <p:nvPicPr>
          <p:cNvPr id="169" name="Picture 2" descr="Ee658084.ce49e95f-cfd5-4ece-87a9-beff06f0a39e(en-us,PandP.10).png"/>
          <p:cNvPicPr/>
          <p:nvPr/>
        </p:nvPicPr>
        <p:blipFill>
          <a:blip r:embed="rId1"/>
          <a:stretch/>
        </p:blipFill>
        <p:spPr>
          <a:xfrm>
            <a:off x="1218960" y="1195560"/>
            <a:ext cx="6904800" cy="5520960"/>
          </a:xfrm>
          <a:prstGeom prst="rect">
            <a:avLst/>
          </a:prstGeom>
          <a:noFill/>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Giải pháp dự kiến</a:t>
            </a:r>
            <a:endParaRPr lang="en-GB" sz="4200" b="0" u="none" strike="noStrike">
              <a:solidFill>
                <a:schemeClr val="dk1"/>
              </a:solidFill>
              <a:effectLst/>
              <a:uFillTx/>
              <a:latin typeface="Times New Roman"/>
            </a:endParaRPr>
          </a:p>
        </p:txBody>
      </p:sp>
      <p:sp>
        <p:nvSpPr>
          <p:cNvPr id="171" name="PlaceHolder 2"/>
          <p:cNvSpPr>
            <a:spLocks noGrp="1"/>
          </p:cNvSpPr>
          <p:nvPr>
            <p:ph/>
          </p:nvPr>
        </p:nvSpPr>
        <p:spPr>
          <a:xfrm>
            <a:off x="823680" y="1407600"/>
            <a:ext cx="7629120" cy="462744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Là bản thiết kế kiến trúc ở mức cao</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Bao gồm cả kiểu ứng dụng, kiến trúc triển khai, kiểu kiến trúc, công nghệ được lựa chọn, thuộc tính chất lượng, các khía cạnh khác</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Kiểm tra các yêu cầu, ràng buộc</a:t>
            </a:r>
            <a:endParaRPr lang="en-GB" sz="3000" b="0" u="none" strike="noStrike">
              <a:solidFill>
                <a:schemeClr val="dk1"/>
              </a:solidFill>
              <a:effectLst/>
              <a:uFillTx/>
              <a:latin typeface="Calibri"/>
            </a:endParaRPr>
          </a:p>
          <a:p>
            <a:pPr indent="0">
              <a:lnSpc>
                <a:spcPct val="100000"/>
              </a:lnSpc>
              <a:spcBef>
                <a:spcPts val="601"/>
              </a:spcBef>
              <a:buNone/>
            </a:pPr>
            <a:endParaRPr lang="en-GB" sz="3000" b="0" u="none" strike="noStrike">
              <a:solidFill>
                <a:schemeClr val="dk1"/>
              </a:solidFill>
              <a:effectLst/>
              <a:uFillTx/>
              <a:latin typeface="Calibri"/>
            </a:endParaRPr>
          </a:p>
        </p:txBody>
      </p:sp>
      <p:sp>
        <p:nvSpPr>
          <p:cNvPr id="172" name="PlaceHolder 3"/>
          <p:cNvSpPr>
            <a:spLocks noGrp="1"/>
          </p:cNvSpPr>
          <p:nvPr>
            <p:ph type="ftr" idx="83"/>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173" name="PlaceHolder 4"/>
          <p:cNvSpPr>
            <a:spLocks noGrp="1"/>
          </p:cNvSpPr>
          <p:nvPr>
            <p:ph type="sldNum" idx="84"/>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Arial"/>
              </a:defRPr>
            </a:lvl1pPr>
          </a:lstStyle>
          <a:p>
            <a:pPr indent="0" algn="r">
              <a:lnSpc>
                <a:spcPct val="100000"/>
              </a:lnSpc>
              <a:buNone/>
            </a:pPr>
            <a:fld id="{502AD99B-6222-49B7-8B40-2C8A575911AB}" type="slidenum">
              <a:rPr lang="en-US" sz="1100" b="0" u="none" strike="noStrike">
                <a:solidFill>
                  <a:schemeClr val="dk1">
                    <a:tint val="75000"/>
                  </a:schemeClr>
                </a:solidFill>
                <a:effectLst/>
                <a:uFillTx/>
                <a:latin typeface="Arial"/>
              </a:rPr>
              <a:t>13</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Nội dung</a:t>
            </a:r>
            <a:endParaRPr lang="en-GB" sz="4200" b="0" u="none" strike="noStrike">
              <a:solidFill>
                <a:schemeClr val="dk1"/>
              </a:solidFill>
              <a:effectLst/>
              <a:uFillTx/>
              <a:latin typeface="Times New Roman"/>
            </a:endParaRPr>
          </a:p>
        </p:txBody>
      </p:sp>
      <p:sp>
        <p:nvSpPr>
          <p:cNvPr id="175" name="PlaceHolder 2"/>
          <p:cNvSpPr>
            <a:spLocks noGrp="1"/>
          </p:cNvSpPr>
          <p:nvPr>
            <p:ph/>
          </p:nvPr>
        </p:nvSpPr>
        <p:spPr>
          <a:xfrm>
            <a:off x="823680" y="1407600"/>
            <a:ext cx="7629120" cy="462744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Định nghĩa kiến trúc phần mềm</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Một số khái niệm</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Thiết kế kiến trúc</a:t>
            </a:r>
            <a:endParaRPr lang="en-GB" sz="3000" b="0" u="none" strike="noStrike">
              <a:solidFill>
                <a:schemeClr val="dk1"/>
              </a:solidFill>
              <a:effectLst/>
              <a:uFillTx/>
              <a:latin typeface="Calibri"/>
            </a:endParaRPr>
          </a:p>
          <a:p>
            <a:pPr marL="326160" indent="-326160">
              <a:lnSpc>
                <a:spcPct val="100000"/>
              </a:lnSpc>
              <a:spcBef>
                <a:spcPts val="601"/>
              </a:spcBef>
              <a:buClr>
                <a:srgbClr val="0070c0"/>
              </a:buClr>
              <a:buFont typeface="Arial"/>
              <a:buChar char="•"/>
            </a:pPr>
            <a:r>
              <a:rPr lang="en-US" sz="3000" b="1" u="none" strike="noStrike">
                <a:solidFill>
                  <a:srgbClr val="0070c0"/>
                </a:solidFill>
                <a:effectLst/>
                <a:uFillTx/>
                <a:latin typeface="Calibri"/>
              </a:rPr>
              <a:t>Một số kiểu kiến trúc</a:t>
            </a:r>
            <a:endParaRPr lang="en-GB" sz="3000" b="0" u="none" strike="noStrike">
              <a:solidFill>
                <a:schemeClr val="dk1"/>
              </a:solidFill>
              <a:effectLst/>
              <a:uFillTx/>
              <a:latin typeface="Calibri"/>
            </a:endParaRPr>
          </a:p>
          <a:p>
            <a:pPr indent="0">
              <a:lnSpc>
                <a:spcPct val="100000"/>
              </a:lnSpc>
              <a:spcBef>
                <a:spcPts val="601"/>
              </a:spcBef>
              <a:buNone/>
            </a:pPr>
            <a:endParaRPr lang="en-GB" sz="3000" b="0" u="none" strike="noStrike">
              <a:solidFill>
                <a:schemeClr val="dk1"/>
              </a:solidFill>
              <a:effectLst/>
              <a:uFillTx/>
              <a:latin typeface="Calibri"/>
            </a:endParaRPr>
          </a:p>
        </p:txBody>
      </p:sp>
      <p:sp>
        <p:nvSpPr>
          <p:cNvPr id="176" name="PlaceHolder 3"/>
          <p:cNvSpPr>
            <a:spLocks noGrp="1"/>
          </p:cNvSpPr>
          <p:nvPr>
            <p:ph type="ftr" idx="85"/>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177" name="PlaceHolder 4"/>
          <p:cNvSpPr>
            <a:spLocks noGrp="1"/>
          </p:cNvSpPr>
          <p:nvPr>
            <p:ph type="sldNum" idx="86"/>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tr-TR" sz="1100" b="0" u="none" strike="noStrike">
                <a:solidFill>
                  <a:schemeClr val="dk1">
                    <a:tint val="75000"/>
                  </a:schemeClr>
                </a:solidFill>
                <a:effectLst/>
                <a:uFillTx/>
                <a:latin typeface="Arial"/>
              </a:defRPr>
            </a:lvl1pPr>
          </a:lstStyle>
          <a:p>
            <a:pPr indent="0" algn="r">
              <a:lnSpc>
                <a:spcPct val="100000"/>
              </a:lnSpc>
              <a:buNone/>
            </a:pPr>
            <a:fld id="{40CA2066-7321-4813-82BA-F1C4013CB839}" type="slidenum">
              <a:rPr lang="tr-TR" sz="1100" b="0" u="none" strike="noStrike">
                <a:solidFill>
                  <a:schemeClr val="dk1">
                    <a:tint val="75000"/>
                  </a:schemeClr>
                </a:solidFill>
                <a:effectLst/>
                <a:uFillTx/>
                <a:latin typeface="Arial"/>
              </a:rPr>
              <a:t>13</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Kiểu Khách/Chủ</a:t>
            </a:r>
            <a:endParaRPr lang="en-GB" sz="4200" b="0" u="none" strike="noStrike">
              <a:solidFill>
                <a:schemeClr val="dk1"/>
              </a:solidFill>
              <a:effectLst/>
              <a:uFillTx/>
              <a:latin typeface="Times New Roman"/>
            </a:endParaRPr>
          </a:p>
        </p:txBody>
      </p:sp>
      <p:sp>
        <p:nvSpPr>
          <p:cNvPr id="179" name="PlaceHolder 2"/>
          <p:cNvSpPr>
            <a:spLocks noGrp="1"/>
          </p:cNvSpPr>
          <p:nvPr>
            <p:ph/>
          </p:nvPr>
        </p:nvSpPr>
        <p:spPr>
          <a:xfrm>
            <a:off x="823680" y="1407600"/>
            <a:ext cx="7629120" cy="462744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Cho hệ thống phân tán với hai thành phần riêng biệt Khách (client) và Chủ (server)</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Cấu hình 1-1, 1-n, n-1</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Trước đây, Client  thường là ứng dụng chạy trên desktop; hiện nay có thêm Web browser và ứng dụng di động</a:t>
            </a:r>
            <a:endParaRPr lang="en-GB" sz="3000" b="0" u="none" strike="noStrike">
              <a:solidFill>
                <a:schemeClr val="dk1"/>
              </a:solidFill>
              <a:effectLst/>
              <a:uFillTx/>
              <a:latin typeface="Calibri"/>
            </a:endParaRPr>
          </a:p>
          <a:p>
            <a:pPr indent="0">
              <a:lnSpc>
                <a:spcPct val="100000"/>
              </a:lnSpc>
              <a:spcBef>
                <a:spcPts val="459"/>
              </a:spcBef>
              <a:buNone/>
            </a:pPr>
            <a:endParaRPr lang="en-GB" sz="2300" b="0" u="none" strike="noStrike">
              <a:solidFill>
                <a:schemeClr val="dk1"/>
              </a:solidFill>
              <a:effectLst/>
              <a:uFillTx/>
              <a:latin typeface="Calibri"/>
            </a:endParaRPr>
          </a:p>
        </p:txBody>
      </p:sp>
      <p:sp>
        <p:nvSpPr>
          <p:cNvPr id="180" name="PlaceHolder 3"/>
          <p:cNvSpPr>
            <a:spLocks noGrp="1"/>
          </p:cNvSpPr>
          <p:nvPr>
            <p:ph type="ftr" idx="87"/>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181" name="PlaceHolder 4"/>
          <p:cNvSpPr>
            <a:spLocks noGrp="1"/>
          </p:cNvSpPr>
          <p:nvPr>
            <p:ph type="sldNum" idx="88"/>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Arial"/>
              </a:defRPr>
            </a:lvl1pPr>
          </a:lstStyle>
          <a:p>
            <a:pPr indent="0" algn="r">
              <a:lnSpc>
                <a:spcPct val="100000"/>
              </a:lnSpc>
              <a:buNone/>
            </a:pPr>
            <a:fld id="{BFEE35A4-1F3B-4760-BD51-89208B3EC79B}" type="slidenum">
              <a:rPr lang="en-US" sz="1100" b="0" u="none" strike="noStrike">
                <a:solidFill>
                  <a:schemeClr val="dk1">
                    <a:tint val="75000"/>
                  </a:schemeClr>
                </a:solidFill>
                <a:effectLst/>
                <a:uFillTx/>
                <a:latin typeface="Arial"/>
              </a:rPr>
              <a:t>13</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Kiểu Khách/Chủ</a:t>
            </a:r>
            <a:endParaRPr lang="en-GB" sz="4200" b="0" u="none" strike="noStrike">
              <a:solidFill>
                <a:schemeClr val="dk1"/>
              </a:solidFill>
              <a:effectLst/>
              <a:uFillTx/>
              <a:latin typeface="Times New Roman"/>
            </a:endParaRPr>
          </a:p>
        </p:txBody>
      </p:sp>
      <p:sp>
        <p:nvSpPr>
          <p:cNvPr id="183" name="PlaceHolder 2"/>
          <p:cNvSpPr>
            <a:spLocks noGrp="1"/>
          </p:cNvSpPr>
          <p:nvPr>
            <p:ph/>
          </p:nvPr>
        </p:nvSpPr>
        <p:spPr>
          <a:xfrm>
            <a:off x="823680" y="1407600"/>
            <a:ext cx="7629120" cy="462744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Một số biến thể</a:t>
            </a:r>
            <a:endParaRPr lang="en-GB" sz="3000" b="0" u="none" strike="noStrike">
              <a:solidFill>
                <a:schemeClr val="dk1"/>
              </a:solidFill>
              <a:effectLst/>
              <a:uFillTx/>
              <a:latin typeface="Calibri"/>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Client-Queue-Client: cho phép các clients có thể giao tiếp thông qua hàng đợi. Server chỉ đóng vai trò là hàng đợi để chứa dữ liệu. Còn được gọi là kiến trúc hàng đợi bị động</a:t>
            </a:r>
            <a:endParaRPr lang="en-GB" sz="2700" b="0" u="none" strike="noStrike">
              <a:solidFill>
                <a:schemeClr val="dk1"/>
              </a:solidFill>
              <a:effectLst/>
              <a:uFillTx/>
              <a:latin typeface="Calibri"/>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Peer-to-Peer: Client và server có thể đổi vai trò cho nhau</a:t>
            </a:r>
            <a:endParaRPr lang="en-GB" sz="2700" b="0" u="none" strike="noStrike">
              <a:solidFill>
                <a:schemeClr val="dk1"/>
              </a:solidFill>
              <a:effectLst/>
              <a:uFillTx/>
              <a:latin typeface="Calibri"/>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Application server: một dạng khách/chủ đặc biệt với phía chủ chứa các ứng dụng và dịch vụ cho các ứng dụng khách dạng Web hoặc dạng khác</a:t>
            </a:r>
            <a:endParaRPr lang="en-GB" sz="2700" b="0" u="none" strike="noStrike">
              <a:solidFill>
                <a:schemeClr val="dk1"/>
              </a:solidFill>
              <a:effectLst/>
              <a:uFillTx/>
              <a:latin typeface="Calibri"/>
            </a:endParaRPr>
          </a:p>
        </p:txBody>
      </p:sp>
      <p:sp>
        <p:nvSpPr>
          <p:cNvPr id="184" name="PlaceHolder 3"/>
          <p:cNvSpPr>
            <a:spLocks noGrp="1"/>
          </p:cNvSpPr>
          <p:nvPr>
            <p:ph type="ftr" idx="89"/>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185" name="PlaceHolder 4"/>
          <p:cNvSpPr>
            <a:spLocks noGrp="1"/>
          </p:cNvSpPr>
          <p:nvPr>
            <p:ph type="sldNum" idx="90"/>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Arial"/>
              </a:defRPr>
            </a:lvl1pPr>
          </a:lstStyle>
          <a:p>
            <a:pPr indent="0" algn="r">
              <a:lnSpc>
                <a:spcPct val="100000"/>
              </a:lnSpc>
              <a:buNone/>
            </a:pPr>
            <a:fld id="{DBBEB151-BDF6-4D7E-A139-A40E7506EA39}" type="slidenum">
              <a:rPr lang="en-US" sz="1100" b="0" u="none" strike="noStrike">
                <a:solidFill>
                  <a:schemeClr val="dk1">
                    <a:tint val="75000"/>
                  </a:schemeClr>
                </a:solidFill>
                <a:effectLst/>
                <a:uFillTx/>
                <a:latin typeface="Arial"/>
              </a:rPr>
              <a:t>13</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6" name="Picture 3"/>
          <p:cNvPicPr/>
          <p:nvPr/>
        </p:nvPicPr>
        <p:blipFill>
          <a:blip r:embed="rId1"/>
          <a:stretch/>
        </p:blipFill>
        <p:spPr>
          <a:xfrm>
            <a:off x="5084280" y="3838680"/>
            <a:ext cx="3793680" cy="2517480"/>
          </a:xfrm>
          <a:prstGeom prst="rect">
            <a:avLst/>
          </a:prstGeom>
          <a:noFill/>
          <a:ln w="0">
            <a:noFill/>
          </a:ln>
        </p:spPr>
      </p:pic>
      <p:sp>
        <p:nvSpPr>
          <p:cNvPr id="187"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Kiểu phân lớp</a:t>
            </a:r>
            <a:endParaRPr lang="en-GB" sz="4200" b="0" u="none" strike="noStrike">
              <a:solidFill>
                <a:schemeClr val="dk1"/>
              </a:solidFill>
              <a:effectLst/>
              <a:uFillTx/>
              <a:latin typeface="Times New Roman"/>
            </a:endParaRPr>
          </a:p>
        </p:txBody>
      </p:sp>
      <p:sp>
        <p:nvSpPr>
          <p:cNvPr id="188" name="PlaceHolder 2"/>
          <p:cNvSpPr>
            <a:spLocks noGrp="1"/>
          </p:cNvSpPr>
          <p:nvPr>
            <p:ph/>
          </p:nvPr>
        </p:nvSpPr>
        <p:spPr>
          <a:xfrm>
            <a:off x="685800" y="1544760"/>
            <a:ext cx="7629120" cy="462744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Nhóm các chức năng có liên quan chặt chẽ vào chung một lớp</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Các lớp được sắp xếp chồng lên nhau</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Chỉ lớp trên mới sử dụng chức năng của lớp dưới</a:t>
            </a:r>
            <a:endParaRPr lang="en-GB" sz="3000" b="0" u="none" strike="noStrike">
              <a:solidFill>
                <a:schemeClr val="dk1"/>
              </a:solidFill>
              <a:effectLst/>
              <a:uFillTx/>
              <a:latin typeface="Calibri"/>
            </a:endParaRPr>
          </a:p>
        </p:txBody>
      </p:sp>
      <p:sp>
        <p:nvSpPr>
          <p:cNvPr id="189" name="PlaceHolder 3"/>
          <p:cNvSpPr>
            <a:spLocks noGrp="1"/>
          </p:cNvSpPr>
          <p:nvPr>
            <p:ph type="ftr" idx="91"/>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190" name="PlaceHolder 4"/>
          <p:cNvSpPr>
            <a:spLocks noGrp="1"/>
          </p:cNvSpPr>
          <p:nvPr>
            <p:ph type="sldNum" idx="92"/>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Arial"/>
              </a:defRPr>
            </a:lvl1pPr>
          </a:lstStyle>
          <a:p>
            <a:pPr indent="0" algn="r">
              <a:lnSpc>
                <a:spcPct val="100000"/>
              </a:lnSpc>
              <a:buNone/>
            </a:pPr>
            <a:fld id="{E90B3E3B-B4F2-45C6-9099-AA5DE4186AAA}" type="slidenum">
              <a:rPr lang="en-US" sz="1100" b="0" u="none" strike="noStrike">
                <a:solidFill>
                  <a:schemeClr val="dk1">
                    <a:tint val="75000"/>
                  </a:schemeClr>
                </a:solidFill>
                <a:effectLst/>
                <a:uFillTx/>
                <a:latin typeface="Arial"/>
              </a:rPr>
              <a:t>13</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Kiểu ống dẫn và bộ lọc</a:t>
            </a:r>
            <a:endParaRPr lang="en-GB" sz="4200" b="0" u="none" strike="noStrike">
              <a:solidFill>
                <a:schemeClr val="dk1"/>
              </a:solidFill>
              <a:effectLst/>
              <a:uFillTx/>
              <a:latin typeface="Times New Roman"/>
            </a:endParaRPr>
          </a:p>
        </p:txBody>
      </p:sp>
      <p:sp>
        <p:nvSpPr>
          <p:cNvPr id="192" name="PlaceHolder 2"/>
          <p:cNvSpPr>
            <a:spLocks noGrp="1"/>
          </p:cNvSpPr>
          <p:nvPr>
            <p:ph/>
          </p:nvPr>
        </p:nvSpPr>
        <p:spPr>
          <a:xfrm>
            <a:off x="823680" y="1407600"/>
            <a:ext cx="7629120" cy="462744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Pipe and Filter</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Thể hiện tương tác trong thời gian chạy</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Dữ liệu truyền qua các ống dẫn để đến và được xử lý ở bộ lọc</a:t>
            </a:r>
            <a:endParaRPr lang="en-GB" sz="3000" b="0" u="none" strike="noStrike">
              <a:solidFill>
                <a:schemeClr val="dk1"/>
              </a:solidFill>
              <a:effectLst/>
              <a:uFillTx/>
              <a:latin typeface="Calibri"/>
            </a:endParaRPr>
          </a:p>
        </p:txBody>
      </p:sp>
      <p:sp>
        <p:nvSpPr>
          <p:cNvPr id="193" name="PlaceHolder 3"/>
          <p:cNvSpPr>
            <a:spLocks noGrp="1"/>
          </p:cNvSpPr>
          <p:nvPr>
            <p:ph type="ftr" idx="93"/>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194" name="PlaceHolder 4"/>
          <p:cNvSpPr>
            <a:spLocks noGrp="1"/>
          </p:cNvSpPr>
          <p:nvPr>
            <p:ph type="sldNum" idx="94"/>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Arial"/>
              </a:defRPr>
            </a:lvl1pPr>
          </a:lstStyle>
          <a:p>
            <a:pPr indent="0" algn="r">
              <a:lnSpc>
                <a:spcPct val="100000"/>
              </a:lnSpc>
              <a:buNone/>
            </a:pPr>
            <a:fld id="{9ABA7EE3-1522-4103-91F6-CB8221023DB2}" type="slidenum">
              <a:rPr lang="en-US" sz="1100" b="0" u="none" strike="noStrike">
                <a:solidFill>
                  <a:schemeClr val="dk1">
                    <a:tint val="75000"/>
                  </a:schemeClr>
                </a:solidFill>
                <a:effectLst/>
                <a:uFillTx/>
                <a:latin typeface="Arial"/>
              </a:rPr>
              <a:t>13</a:t>
            </a:fld>
            <a:endParaRPr lang="en-US" sz="1100" b="0" u="none" strike="noStrike">
              <a:solidFill>
                <a:srgbClr val="000000"/>
              </a:solidFill>
              <a:effectLst/>
              <a:uFillTx/>
              <a:latin typeface="Times New Roman"/>
            </a:endParaRPr>
          </a:p>
        </p:txBody>
      </p:sp>
      <p:pic>
        <p:nvPicPr>
          <p:cNvPr id="195" name="Picture 2"/>
          <p:cNvPicPr/>
          <p:nvPr/>
        </p:nvPicPr>
        <p:blipFill>
          <a:blip r:embed="rId1"/>
          <a:stretch/>
        </p:blipFill>
        <p:spPr>
          <a:xfrm>
            <a:off x="986400" y="3882960"/>
            <a:ext cx="6980760" cy="1888200"/>
          </a:xfrm>
          <a:prstGeom prst="rect">
            <a:avLst/>
          </a:prstGeom>
          <a:noFill/>
          <a:ln w="0">
            <a:noFill/>
          </a:ln>
        </p:spPr>
      </p:pic>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Kiểu thành phần</a:t>
            </a:r>
            <a:endParaRPr lang="en-GB" sz="4200" b="0" u="none" strike="noStrike">
              <a:solidFill>
                <a:schemeClr val="dk1"/>
              </a:solidFill>
              <a:effectLst/>
              <a:uFillTx/>
              <a:latin typeface="Times New Roman"/>
            </a:endParaRPr>
          </a:p>
        </p:txBody>
      </p:sp>
      <p:sp>
        <p:nvSpPr>
          <p:cNvPr id="197" name="PlaceHolder 2"/>
          <p:cNvSpPr>
            <a:spLocks noGrp="1"/>
          </p:cNvSpPr>
          <p:nvPr>
            <p:ph/>
          </p:nvPr>
        </p:nvSpPr>
        <p:spPr>
          <a:xfrm>
            <a:off x="823680" y="1407600"/>
            <a:ext cx="7629120" cy="462744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Hệ thống được chia thành các thành phần độc lập, tương tác với nhau thông qua các giao diện</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Các thành phần có thể thực thi phân tán</a:t>
            </a:r>
            <a:endParaRPr lang="en-GB" sz="3000" b="0" u="none" strike="noStrike">
              <a:solidFill>
                <a:schemeClr val="dk1"/>
              </a:solidFill>
              <a:effectLst/>
              <a:uFillTx/>
              <a:latin typeface="Calibri"/>
            </a:endParaRPr>
          </a:p>
        </p:txBody>
      </p:sp>
      <p:sp>
        <p:nvSpPr>
          <p:cNvPr id="198" name="PlaceHolder 3"/>
          <p:cNvSpPr>
            <a:spLocks noGrp="1"/>
          </p:cNvSpPr>
          <p:nvPr>
            <p:ph type="ftr" idx="95"/>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199" name="PlaceHolder 4"/>
          <p:cNvSpPr>
            <a:spLocks noGrp="1"/>
          </p:cNvSpPr>
          <p:nvPr>
            <p:ph type="sldNum" idx="96"/>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Arial"/>
              </a:defRPr>
            </a:lvl1pPr>
          </a:lstStyle>
          <a:p>
            <a:pPr indent="0" algn="r">
              <a:lnSpc>
                <a:spcPct val="100000"/>
              </a:lnSpc>
              <a:buNone/>
            </a:pPr>
            <a:fld id="{03CE5550-86D7-4A6B-80A4-613B73DE7149}" type="slidenum">
              <a:rPr lang="en-US" sz="1100" b="0" u="none" strike="noStrike">
                <a:solidFill>
                  <a:schemeClr val="dk1">
                    <a:tint val="75000"/>
                  </a:schemeClr>
                </a:solidFill>
                <a:effectLst/>
                <a:uFillTx/>
                <a:latin typeface="Arial"/>
              </a:rPr>
              <a:t>13</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Kiểu bus thông điệp</a:t>
            </a:r>
            <a:endParaRPr lang="en-GB" sz="4200" b="0" u="none" strike="noStrike">
              <a:solidFill>
                <a:schemeClr val="dk1"/>
              </a:solidFill>
              <a:effectLst/>
              <a:uFillTx/>
              <a:latin typeface="Times New Roman"/>
            </a:endParaRPr>
          </a:p>
        </p:txBody>
      </p:sp>
      <p:sp>
        <p:nvSpPr>
          <p:cNvPr id="201" name="PlaceHolder 2"/>
          <p:cNvSpPr>
            <a:spLocks noGrp="1"/>
          </p:cNvSpPr>
          <p:nvPr>
            <p:ph/>
          </p:nvPr>
        </p:nvSpPr>
        <p:spPr>
          <a:xfrm>
            <a:off x="823680" y="1407600"/>
            <a:ext cx="7629120" cy="4627440"/>
          </a:xfrm>
          <a:prstGeom prst="rect">
            <a:avLst/>
          </a:prstGeom>
          <a:noFill/>
          <a:ln w="9360">
            <a:noFill/>
          </a:ln>
        </p:spPr>
        <p:txBody>
          <a:bodyPr numCol="1" spcCol="0" lIns="86760" rIns="86760" tIns="43560" bIns="43560" anchor="t">
            <a:noAutofit/>
          </a:bodyPr>
          <a:p>
            <a:pPr indent="0">
              <a:lnSpc>
                <a:spcPct val="100000"/>
              </a:lnSpc>
              <a:spcBef>
                <a:spcPts val="601"/>
              </a:spcBef>
              <a:buNone/>
              <a:tabLst>
                <a:tab algn="l" pos="0"/>
              </a:tabLst>
            </a:pPr>
            <a:r>
              <a:rPr lang="en-US" sz="3000" b="0" u="none" strike="noStrike">
                <a:solidFill>
                  <a:schemeClr val="dk1"/>
                </a:solidFill>
                <a:effectLst/>
                <a:uFillTx/>
                <a:latin typeface="Calibri"/>
              </a:rPr>
              <a:t>Tương tác giữa các thành phần trong hệ thống được thực hiện bằng cách truyền thông điệp trên một bus chung</a:t>
            </a:r>
            <a:endParaRPr lang="en-GB" sz="3000" b="0" u="none" strike="noStrike">
              <a:solidFill>
                <a:schemeClr val="dk1"/>
              </a:solidFill>
              <a:effectLst/>
              <a:uFillTx/>
              <a:latin typeface="Calibri"/>
            </a:endParaRPr>
          </a:p>
        </p:txBody>
      </p:sp>
      <p:sp>
        <p:nvSpPr>
          <p:cNvPr id="202" name="PlaceHolder 3"/>
          <p:cNvSpPr>
            <a:spLocks noGrp="1"/>
          </p:cNvSpPr>
          <p:nvPr>
            <p:ph type="ftr" idx="97"/>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203" name="PlaceHolder 4"/>
          <p:cNvSpPr>
            <a:spLocks noGrp="1"/>
          </p:cNvSpPr>
          <p:nvPr>
            <p:ph type="sldNum" idx="98"/>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Arial"/>
              </a:defRPr>
            </a:lvl1pPr>
          </a:lstStyle>
          <a:p>
            <a:pPr indent="0" algn="r">
              <a:lnSpc>
                <a:spcPct val="100000"/>
              </a:lnSpc>
              <a:buNone/>
            </a:pPr>
            <a:fld id="{20782541-497D-4F8C-92FC-95FEB8435632}" type="slidenum">
              <a:rPr lang="en-US" sz="1100" b="0" u="none" strike="noStrike">
                <a:solidFill>
                  <a:schemeClr val="dk1">
                    <a:tint val="75000"/>
                  </a:schemeClr>
                </a:solidFill>
                <a:effectLst/>
                <a:uFillTx/>
                <a:latin typeface="Arial"/>
              </a:rPr>
              <a:t>13</a:t>
            </a:fld>
            <a:endParaRPr lang="en-US" sz="1100" b="0" u="none" strike="noStrike">
              <a:solidFill>
                <a:srgbClr val="000000"/>
              </a:solidFill>
              <a:effectLst/>
              <a:uFillTx/>
              <a:latin typeface="Times New Roman"/>
            </a:endParaRPr>
          </a:p>
        </p:txBody>
      </p:sp>
      <p:grpSp>
        <p:nvGrpSpPr>
          <p:cNvPr id="204" name="Group 4"/>
          <p:cNvGrpSpPr/>
          <p:nvPr/>
        </p:nvGrpSpPr>
        <p:grpSpPr>
          <a:xfrm>
            <a:off x="2494800" y="2907000"/>
            <a:ext cx="4030920" cy="3090240"/>
            <a:chOff x="2494800" y="2907000"/>
            <a:chExt cx="4030920" cy="3090240"/>
          </a:xfrm>
        </p:grpSpPr>
        <p:sp>
          <p:nvSpPr>
            <p:cNvPr id="205" name="Oval 5"/>
            <p:cNvSpPr/>
            <p:nvPr/>
          </p:nvSpPr>
          <p:spPr>
            <a:xfrm>
              <a:off x="3101760" y="2934000"/>
              <a:ext cx="843840" cy="482040"/>
            </a:xfrm>
            <a:prstGeom prst="ellipse">
              <a:avLst/>
            </a:prstGeom>
            <a:solidFill>
              <a:srgbClr val="7fd13b"/>
            </a:solidFill>
            <a:ln>
              <a:solidFill>
                <a:srgbClr val="5d9a2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2400" b="0" u="none" strike="noStrike">
                <a:solidFill>
                  <a:schemeClr val="lt1"/>
                </a:solidFill>
                <a:effectLst/>
                <a:uFillTx/>
                <a:latin typeface="Calibri"/>
              </a:endParaRPr>
            </a:p>
          </p:txBody>
        </p:sp>
        <p:sp>
          <p:nvSpPr>
            <p:cNvPr id="206" name="Oval 6"/>
            <p:cNvSpPr/>
            <p:nvPr/>
          </p:nvSpPr>
          <p:spPr>
            <a:xfrm>
              <a:off x="2494800" y="4072680"/>
              <a:ext cx="843840" cy="531000"/>
            </a:xfrm>
            <a:prstGeom prst="ellipse">
              <a:avLst/>
            </a:prstGeom>
            <a:solidFill>
              <a:srgbClr val="7fd13b"/>
            </a:solidFill>
            <a:ln>
              <a:solidFill>
                <a:srgbClr val="5d9a2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2400" b="0" u="none" strike="noStrike">
                <a:solidFill>
                  <a:schemeClr val="lt1"/>
                </a:solidFill>
                <a:effectLst/>
                <a:uFillTx/>
                <a:latin typeface="Calibri"/>
              </a:endParaRPr>
            </a:p>
          </p:txBody>
        </p:sp>
        <p:sp>
          <p:nvSpPr>
            <p:cNvPr id="207" name="Oval 7"/>
            <p:cNvSpPr/>
            <p:nvPr/>
          </p:nvSpPr>
          <p:spPr>
            <a:xfrm>
              <a:off x="4685760" y="2907000"/>
              <a:ext cx="843840" cy="482040"/>
            </a:xfrm>
            <a:prstGeom prst="ellipse">
              <a:avLst/>
            </a:prstGeom>
            <a:solidFill>
              <a:srgbClr val="7fd13b"/>
            </a:solidFill>
            <a:ln>
              <a:solidFill>
                <a:srgbClr val="5d9a2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2400" b="0" u="none" strike="noStrike">
                <a:solidFill>
                  <a:schemeClr val="lt1"/>
                </a:solidFill>
                <a:effectLst/>
                <a:uFillTx/>
                <a:latin typeface="Calibri"/>
              </a:endParaRPr>
            </a:p>
          </p:txBody>
        </p:sp>
        <p:sp>
          <p:nvSpPr>
            <p:cNvPr id="208" name="Oval 8"/>
            <p:cNvSpPr/>
            <p:nvPr/>
          </p:nvSpPr>
          <p:spPr>
            <a:xfrm>
              <a:off x="3101760" y="5515200"/>
              <a:ext cx="843840" cy="482040"/>
            </a:xfrm>
            <a:prstGeom prst="ellipse">
              <a:avLst/>
            </a:prstGeom>
            <a:solidFill>
              <a:srgbClr val="7fd13b"/>
            </a:solidFill>
            <a:ln>
              <a:solidFill>
                <a:srgbClr val="5d9a2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2400" b="0" u="none" strike="noStrike">
                <a:solidFill>
                  <a:schemeClr val="lt1"/>
                </a:solidFill>
                <a:effectLst/>
                <a:uFillTx/>
                <a:latin typeface="Calibri"/>
              </a:endParaRPr>
            </a:p>
          </p:txBody>
        </p:sp>
        <p:sp>
          <p:nvSpPr>
            <p:cNvPr id="209" name="Oval 9"/>
            <p:cNvSpPr/>
            <p:nvPr/>
          </p:nvSpPr>
          <p:spPr>
            <a:xfrm>
              <a:off x="5681880" y="4121640"/>
              <a:ext cx="843840" cy="482040"/>
            </a:xfrm>
            <a:prstGeom prst="ellipse">
              <a:avLst/>
            </a:prstGeom>
            <a:solidFill>
              <a:srgbClr val="7fd13b"/>
            </a:solidFill>
            <a:ln>
              <a:solidFill>
                <a:srgbClr val="5d9a2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2400" b="0" u="none" strike="noStrike">
                <a:solidFill>
                  <a:schemeClr val="lt1"/>
                </a:solidFill>
                <a:effectLst/>
                <a:uFillTx/>
                <a:latin typeface="Calibri"/>
              </a:endParaRPr>
            </a:p>
          </p:txBody>
        </p:sp>
        <p:sp>
          <p:nvSpPr>
            <p:cNvPr id="210" name="Oval 10"/>
            <p:cNvSpPr/>
            <p:nvPr/>
          </p:nvSpPr>
          <p:spPr>
            <a:xfrm>
              <a:off x="4837680" y="5515200"/>
              <a:ext cx="843840" cy="482040"/>
            </a:xfrm>
            <a:prstGeom prst="ellipse">
              <a:avLst/>
            </a:prstGeom>
            <a:solidFill>
              <a:srgbClr val="7fd13b"/>
            </a:solidFill>
            <a:ln>
              <a:solidFill>
                <a:srgbClr val="5d9a2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2400" b="0" u="none" strike="noStrike">
                <a:solidFill>
                  <a:schemeClr val="lt1"/>
                </a:solidFill>
                <a:effectLst/>
                <a:uFillTx/>
                <a:latin typeface="Calibri"/>
              </a:endParaRPr>
            </a:p>
          </p:txBody>
        </p:sp>
        <p:sp>
          <p:nvSpPr>
            <p:cNvPr id="211" name="Rounded Rectangle 11"/>
            <p:cNvSpPr/>
            <p:nvPr/>
          </p:nvSpPr>
          <p:spPr>
            <a:xfrm>
              <a:off x="4012200" y="3996720"/>
              <a:ext cx="1137960" cy="682920"/>
            </a:xfrm>
            <a:prstGeom prst="roundRect">
              <a:avLst>
                <a:gd name="adj" fmla="val 16667"/>
              </a:avLst>
            </a:prstGeom>
            <a:solidFill>
              <a:srgbClr val="00b050"/>
            </a:solidFill>
            <a:ln>
              <a:solidFill>
                <a:srgbClr val="feb80a">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lang="en-US" sz="2400" b="0" u="none" strike="noStrike">
                  <a:solidFill>
                    <a:schemeClr val="lt1"/>
                  </a:solidFill>
                  <a:effectLst/>
                  <a:uFillTx/>
                  <a:latin typeface="Calibri"/>
                </a:rPr>
                <a:t>ESB</a:t>
              </a:r>
              <a:endParaRPr lang="en-US" sz="2400" b="0" u="none" strike="noStrike">
                <a:solidFill>
                  <a:srgbClr val="ffffff"/>
                </a:solidFill>
                <a:effectLst/>
                <a:uFillTx/>
                <a:latin typeface="Arial"/>
              </a:endParaRPr>
            </a:p>
          </p:txBody>
        </p:sp>
        <p:cxnSp>
          <p:nvCxnSpPr>
            <p:cNvPr id="212" name="Straight Connector 12"/>
            <p:cNvCxnSpPr>
              <a:stCxn id="205" idx="5"/>
            </p:cNvCxnSpPr>
            <p:nvPr/>
          </p:nvCxnSpPr>
          <p:spPr>
            <a:xfrm>
              <a:off x="3822120" y="3345480"/>
              <a:ext cx="493920" cy="651600"/>
            </a:xfrm>
            <a:prstGeom prst="straightConnector1">
              <a:avLst/>
            </a:prstGeom>
            <a:ln w="28575">
              <a:solidFill>
                <a:srgbClr val="000000"/>
              </a:solidFill>
              <a:round/>
            </a:ln>
          </p:spPr>
        </p:cxnSp>
        <p:cxnSp>
          <p:nvCxnSpPr>
            <p:cNvPr id="213" name="Straight Connector 13"/>
            <p:cNvCxnSpPr>
              <a:endCxn id="210" idx="0"/>
            </p:cNvCxnSpPr>
            <p:nvPr/>
          </p:nvCxnSpPr>
          <p:spPr>
            <a:xfrm>
              <a:off x="4846680" y="4680000"/>
              <a:ext cx="413280" cy="835560"/>
            </a:xfrm>
            <a:prstGeom prst="straightConnector1">
              <a:avLst/>
            </a:prstGeom>
            <a:ln w="28575">
              <a:solidFill>
                <a:srgbClr val="000000"/>
              </a:solidFill>
              <a:round/>
            </a:ln>
          </p:spPr>
        </p:cxnSp>
        <p:cxnSp>
          <p:nvCxnSpPr>
            <p:cNvPr id="214" name="Straight Connector 14"/>
            <p:cNvCxnSpPr>
              <a:endCxn id="208" idx="0"/>
            </p:cNvCxnSpPr>
            <p:nvPr/>
          </p:nvCxnSpPr>
          <p:spPr>
            <a:xfrm flipH="1">
              <a:off x="3523680" y="4680000"/>
              <a:ext cx="716400" cy="835560"/>
            </a:xfrm>
            <a:prstGeom prst="straightConnector1">
              <a:avLst/>
            </a:prstGeom>
            <a:ln w="28575">
              <a:solidFill>
                <a:srgbClr val="000000"/>
              </a:solidFill>
              <a:round/>
            </a:ln>
          </p:spPr>
        </p:cxnSp>
        <p:cxnSp>
          <p:nvCxnSpPr>
            <p:cNvPr id="215" name="Straight Connector 15"/>
            <p:cNvCxnSpPr>
              <a:stCxn id="206" idx="6"/>
              <a:endCxn id="211" idx="1"/>
            </p:cNvCxnSpPr>
            <p:nvPr/>
          </p:nvCxnSpPr>
          <p:spPr>
            <a:xfrm>
              <a:off x="3338640" y="4338360"/>
              <a:ext cx="673920" cy="360"/>
            </a:xfrm>
            <a:prstGeom prst="straightConnector1">
              <a:avLst/>
            </a:prstGeom>
            <a:ln w="28575">
              <a:solidFill>
                <a:srgbClr val="000000"/>
              </a:solidFill>
              <a:round/>
            </a:ln>
          </p:spPr>
        </p:cxnSp>
        <p:cxnSp>
          <p:nvCxnSpPr>
            <p:cNvPr id="216" name="Straight Connector 16"/>
            <p:cNvCxnSpPr>
              <a:stCxn id="211" idx="3"/>
              <a:endCxn id="209" idx="2"/>
            </p:cNvCxnSpPr>
            <p:nvPr/>
          </p:nvCxnSpPr>
          <p:spPr>
            <a:xfrm>
              <a:off x="5150160" y="4338360"/>
              <a:ext cx="532080" cy="24840"/>
            </a:xfrm>
            <a:prstGeom prst="straightConnector1">
              <a:avLst/>
            </a:prstGeom>
            <a:ln w="28575">
              <a:solidFill>
                <a:srgbClr val="000000"/>
              </a:solidFill>
              <a:round/>
            </a:ln>
          </p:spPr>
        </p:cxnSp>
        <p:cxnSp>
          <p:nvCxnSpPr>
            <p:cNvPr id="217" name="Straight Connector 17"/>
            <p:cNvCxnSpPr>
              <a:stCxn id="207" idx="4"/>
            </p:cNvCxnSpPr>
            <p:nvPr/>
          </p:nvCxnSpPr>
          <p:spPr>
            <a:xfrm flipH="1">
              <a:off x="4771080" y="3389040"/>
              <a:ext cx="336960" cy="608040"/>
            </a:xfrm>
            <a:prstGeom prst="straightConnector1">
              <a:avLst/>
            </a:prstGeom>
            <a:ln w="28575">
              <a:solidFill>
                <a:srgbClr val="000000"/>
              </a:solidFill>
              <a:round/>
            </a:ln>
          </p:spPr>
        </p:cxnSp>
      </p:gr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Kiểu hướng dịch vụ</a:t>
            </a:r>
            <a:endParaRPr lang="en-GB" sz="4200" b="0" u="none" strike="noStrike">
              <a:solidFill>
                <a:schemeClr val="dk1"/>
              </a:solidFill>
              <a:effectLst/>
              <a:uFillTx/>
              <a:latin typeface="Times New Roman"/>
            </a:endParaRPr>
          </a:p>
        </p:txBody>
      </p:sp>
      <p:sp>
        <p:nvSpPr>
          <p:cNvPr id="219" name="PlaceHolder 2"/>
          <p:cNvSpPr>
            <a:spLocks noGrp="1"/>
          </p:cNvSpPr>
          <p:nvPr>
            <p:ph/>
          </p:nvPr>
        </p:nvSpPr>
        <p:spPr>
          <a:xfrm>
            <a:off x="455400" y="1263600"/>
            <a:ext cx="8195040" cy="3822480"/>
          </a:xfrm>
          <a:prstGeom prst="rect">
            <a:avLst/>
          </a:prstGeom>
          <a:noFill/>
          <a:ln w="9360">
            <a:noFill/>
          </a:ln>
        </p:spPr>
        <p:txBody>
          <a:bodyPr numCol="1" spcCol="0" lIns="86760" rIns="86760" tIns="43560" bIns="43560" anchor="t">
            <a:normAutofit fontScale="92500" lnSpcReduction="9999"/>
          </a:bodyPr>
          <a:p>
            <a:pPr indent="0">
              <a:lnSpc>
                <a:spcPct val="100000"/>
              </a:lnSpc>
              <a:spcBef>
                <a:spcPts val="601"/>
              </a:spcBef>
              <a:buNone/>
            </a:pP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Chức năng của các ứng dụng được cung cấp dưới dạng dịch vụ</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Các ứng dụng có thể được xây dựng dựa trên các dịch vụ (sử dụng các dịch vụ có trước)</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Các dịch vụ có kết nối mềm dẻo, giao diện được chuẩn hóa, có thể được xuất bản (pubished), tìm kiếm (discovered), gọi (invoked)</a:t>
            </a:r>
            <a:endParaRPr lang="en-GB" sz="3000" b="0" u="none" strike="noStrike">
              <a:solidFill>
                <a:schemeClr val="dk1"/>
              </a:solidFill>
              <a:effectLst/>
              <a:uFillTx/>
              <a:latin typeface="Calibri"/>
            </a:endParaRPr>
          </a:p>
        </p:txBody>
      </p:sp>
      <p:sp>
        <p:nvSpPr>
          <p:cNvPr id="220" name="PlaceHolder 3"/>
          <p:cNvSpPr>
            <a:spLocks noGrp="1"/>
          </p:cNvSpPr>
          <p:nvPr>
            <p:ph type="ftr" idx="99"/>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221" name="PlaceHolder 4"/>
          <p:cNvSpPr>
            <a:spLocks noGrp="1"/>
          </p:cNvSpPr>
          <p:nvPr>
            <p:ph type="sldNum" idx="100"/>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Arial"/>
              </a:defRPr>
            </a:lvl1pPr>
          </a:lstStyle>
          <a:p>
            <a:pPr indent="0" algn="r">
              <a:lnSpc>
                <a:spcPct val="100000"/>
              </a:lnSpc>
              <a:buNone/>
            </a:pPr>
            <a:fld id="{20D5CA77-FD66-4944-9F3E-193F4F3AF2CC}" type="slidenum">
              <a:rPr lang="en-US" sz="1100" b="0" u="none" strike="noStrike">
                <a:solidFill>
                  <a:schemeClr val="dk1">
                    <a:tint val="75000"/>
                  </a:schemeClr>
                </a:solidFill>
                <a:effectLst/>
                <a:uFillTx/>
                <a:latin typeface="Arial"/>
              </a:rPr>
              <a:t>&lt;number&gt;</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Kiểu hướng dịch vụ</a:t>
            </a:r>
            <a:endParaRPr lang="en-GB" sz="4200" b="0" u="none" strike="noStrike">
              <a:solidFill>
                <a:schemeClr val="dk1"/>
              </a:solidFill>
              <a:effectLst/>
              <a:uFillTx/>
              <a:latin typeface="Times New Roman"/>
            </a:endParaRPr>
          </a:p>
        </p:txBody>
      </p:sp>
      <p:sp>
        <p:nvSpPr>
          <p:cNvPr id="223" name="PlaceHolder 2"/>
          <p:cNvSpPr>
            <a:spLocks noGrp="1"/>
          </p:cNvSpPr>
          <p:nvPr>
            <p:ph type="ftr" idx="101"/>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224" name="PlaceHolder 3"/>
          <p:cNvSpPr>
            <a:spLocks noGrp="1"/>
          </p:cNvSpPr>
          <p:nvPr>
            <p:ph type="sldNum" idx="102"/>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Arial"/>
              </a:defRPr>
            </a:lvl1pPr>
          </a:lstStyle>
          <a:p>
            <a:pPr indent="0" algn="r">
              <a:lnSpc>
                <a:spcPct val="100000"/>
              </a:lnSpc>
              <a:buNone/>
            </a:pPr>
            <a:fld id="{7C07A0B0-8D6D-4BEF-ABCF-BF6514B087AF}" type="slidenum">
              <a:rPr lang="en-US" sz="1100" b="0" u="none" strike="noStrike">
                <a:solidFill>
                  <a:schemeClr val="dk1">
                    <a:tint val="75000"/>
                  </a:schemeClr>
                </a:solidFill>
                <a:effectLst/>
                <a:uFillTx/>
                <a:latin typeface="Arial"/>
              </a:rPr>
              <a:t>33</a:t>
            </a:fld>
            <a:endParaRPr lang="en-US" sz="1100" b="0" u="none" strike="noStrike">
              <a:solidFill>
                <a:srgbClr val="000000"/>
              </a:solidFill>
              <a:effectLst/>
              <a:uFillTx/>
              <a:latin typeface="Times New Roman"/>
            </a:endParaRPr>
          </a:p>
        </p:txBody>
      </p:sp>
      <p:sp>
        <p:nvSpPr>
          <p:cNvPr id="225" name="Oval 4"/>
          <p:cNvSpPr/>
          <p:nvPr/>
        </p:nvSpPr>
        <p:spPr>
          <a:xfrm>
            <a:off x="3248640" y="1594440"/>
            <a:ext cx="2366280" cy="1362960"/>
          </a:xfrm>
          <a:prstGeom prst="ellipse">
            <a:avLst/>
          </a:prstGeom>
          <a:solidFill>
            <a:schemeClr val="accent1"/>
          </a:solidFill>
          <a:ln w="9525">
            <a:solidFill>
              <a:srgbClr val="000000"/>
            </a:solidFill>
            <a:round/>
          </a:ln>
        </p:spPr>
        <p:style>
          <a:lnRef idx="0"/>
          <a:fillRef idx="0"/>
          <a:effectRef idx="0"/>
          <a:fontRef idx="minor"/>
        </p:style>
        <p:txBody>
          <a:bodyPr wrap="none" lIns="91080" rIns="91080" tIns="45360" bIns="45360" anchor="ctr">
            <a:noAutofit/>
          </a:bodyPr>
          <a:p>
            <a:pPr algn="ctr">
              <a:lnSpc>
                <a:spcPct val="100000"/>
              </a:lnSpc>
            </a:pPr>
            <a:r>
              <a:rPr lang="en-AU" sz="2400" b="0" u="none" strike="noStrike">
                <a:solidFill>
                  <a:schemeClr val="lt1"/>
                </a:solidFill>
                <a:effectLst/>
                <a:uFillTx/>
                <a:latin typeface="Times New Roman"/>
              </a:rPr>
              <a:t>Service</a:t>
            </a:r>
            <a:endParaRPr lang="en-US" sz="2400" b="0" u="none" strike="noStrike">
              <a:solidFill>
                <a:srgbClr val="000000"/>
              </a:solidFill>
              <a:effectLst/>
              <a:uFillTx/>
              <a:latin typeface="Arial"/>
            </a:endParaRPr>
          </a:p>
          <a:p>
            <a:pPr algn="ctr">
              <a:lnSpc>
                <a:spcPct val="100000"/>
              </a:lnSpc>
            </a:pPr>
            <a:r>
              <a:rPr lang="en-AU" sz="2400" b="0" u="none" strike="noStrike">
                <a:solidFill>
                  <a:schemeClr val="lt1"/>
                </a:solidFill>
                <a:effectLst/>
                <a:uFillTx/>
                <a:latin typeface="Times New Roman"/>
              </a:rPr>
              <a:t>Registry </a:t>
            </a:r>
            <a:endParaRPr lang="en-US" sz="2400" b="0" u="none" strike="noStrike">
              <a:solidFill>
                <a:srgbClr val="000000"/>
              </a:solidFill>
              <a:effectLst/>
              <a:uFillTx/>
              <a:latin typeface="Arial"/>
            </a:endParaRPr>
          </a:p>
        </p:txBody>
      </p:sp>
      <p:sp>
        <p:nvSpPr>
          <p:cNvPr id="226" name="Oval 5"/>
          <p:cNvSpPr/>
          <p:nvPr/>
        </p:nvSpPr>
        <p:spPr>
          <a:xfrm>
            <a:off x="1040400" y="3745440"/>
            <a:ext cx="2078640" cy="1291680"/>
          </a:xfrm>
          <a:prstGeom prst="ellipse">
            <a:avLst/>
          </a:prstGeom>
          <a:solidFill>
            <a:schemeClr val="accent1"/>
          </a:solidFill>
          <a:ln w="9525">
            <a:solidFill>
              <a:srgbClr val="000000"/>
            </a:solidFill>
            <a:round/>
          </a:ln>
        </p:spPr>
        <p:style>
          <a:lnRef idx="0"/>
          <a:fillRef idx="0"/>
          <a:effectRef idx="0"/>
          <a:fontRef idx="minor"/>
        </p:style>
        <p:txBody>
          <a:bodyPr wrap="none" lIns="91080" rIns="91080" tIns="45360" bIns="45360" anchor="ctr">
            <a:noAutofit/>
          </a:bodyPr>
          <a:p>
            <a:pPr algn="ctr">
              <a:lnSpc>
                <a:spcPct val="100000"/>
              </a:lnSpc>
            </a:pPr>
            <a:r>
              <a:rPr lang="en-AU" sz="2400" b="0" u="none" strike="noStrike">
                <a:solidFill>
                  <a:schemeClr val="lt1"/>
                </a:solidFill>
                <a:effectLst/>
                <a:uFillTx/>
                <a:latin typeface="Times New Roman"/>
              </a:rPr>
              <a:t>Service </a:t>
            </a:r>
            <a:endParaRPr lang="en-US" sz="2400" b="0" u="none" strike="noStrike">
              <a:solidFill>
                <a:srgbClr val="000000"/>
              </a:solidFill>
              <a:effectLst/>
              <a:uFillTx/>
              <a:latin typeface="Arial"/>
            </a:endParaRPr>
          </a:p>
          <a:p>
            <a:pPr algn="ctr">
              <a:lnSpc>
                <a:spcPct val="100000"/>
              </a:lnSpc>
            </a:pPr>
            <a:r>
              <a:rPr lang="en-AU" sz="2400" b="0" u="none" strike="noStrike">
                <a:solidFill>
                  <a:schemeClr val="lt1"/>
                </a:solidFill>
                <a:effectLst/>
                <a:uFillTx/>
                <a:latin typeface="Times New Roman"/>
              </a:rPr>
              <a:t>Provider</a:t>
            </a:r>
            <a:endParaRPr lang="en-US" sz="2400" b="0" u="none" strike="noStrike">
              <a:solidFill>
                <a:srgbClr val="000000"/>
              </a:solidFill>
              <a:effectLst/>
              <a:uFillTx/>
              <a:latin typeface="Arial"/>
            </a:endParaRPr>
          </a:p>
        </p:txBody>
      </p:sp>
      <p:sp>
        <p:nvSpPr>
          <p:cNvPr id="227" name="Oval 6"/>
          <p:cNvSpPr/>
          <p:nvPr/>
        </p:nvSpPr>
        <p:spPr>
          <a:xfrm>
            <a:off x="5771880" y="3889080"/>
            <a:ext cx="1936080" cy="1218960"/>
          </a:xfrm>
          <a:prstGeom prst="ellipse">
            <a:avLst/>
          </a:prstGeom>
          <a:solidFill>
            <a:schemeClr val="accent1"/>
          </a:solidFill>
          <a:ln w="9525">
            <a:solidFill>
              <a:srgbClr val="000000"/>
            </a:solidFill>
            <a:round/>
          </a:ln>
        </p:spPr>
        <p:style>
          <a:lnRef idx="0"/>
          <a:fillRef idx="0"/>
          <a:effectRef idx="0"/>
          <a:fontRef idx="minor"/>
        </p:style>
        <p:txBody>
          <a:bodyPr wrap="none" lIns="91080" rIns="91080" tIns="45360" bIns="45360" anchor="ctr">
            <a:noAutofit/>
          </a:bodyPr>
          <a:p>
            <a:pPr algn="ctr">
              <a:lnSpc>
                <a:spcPct val="100000"/>
              </a:lnSpc>
            </a:pPr>
            <a:r>
              <a:rPr lang="en-AU" sz="2400" b="0" u="none" strike="noStrike">
                <a:solidFill>
                  <a:schemeClr val="lt1"/>
                </a:solidFill>
                <a:effectLst/>
                <a:uFillTx/>
                <a:latin typeface="Times New Roman"/>
              </a:rPr>
              <a:t>Service </a:t>
            </a:r>
            <a:endParaRPr lang="en-US" sz="2400" b="0" u="none" strike="noStrike">
              <a:solidFill>
                <a:srgbClr val="000000"/>
              </a:solidFill>
              <a:effectLst/>
              <a:uFillTx/>
              <a:latin typeface="Arial"/>
            </a:endParaRPr>
          </a:p>
          <a:p>
            <a:pPr algn="ctr">
              <a:lnSpc>
                <a:spcPct val="100000"/>
              </a:lnSpc>
            </a:pPr>
            <a:r>
              <a:rPr lang="en-AU" sz="2400" b="0" u="none" strike="noStrike">
                <a:solidFill>
                  <a:schemeClr val="lt1"/>
                </a:solidFill>
                <a:effectLst/>
                <a:uFillTx/>
                <a:latin typeface="Times New Roman"/>
              </a:rPr>
              <a:t>Client</a:t>
            </a:r>
            <a:endParaRPr lang="en-US" sz="2400" b="0" u="none" strike="noStrike">
              <a:solidFill>
                <a:srgbClr val="000000"/>
              </a:solidFill>
              <a:effectLst/>
              <a:uFillTx/>
              <a:latin typeface="Arial"/>
            </a:endParaRPr>
          </a:p>
        </p:txBody>
      </p:sp>
      <p:sp>
        <p:nvSpPr>
          <p:cNvPr id="228" name="Line 7"/>
          <p:cNvSpPr/>
          <p:nvPr/>
        </p:nvSpPr>
        <p:spPr>
          <a:xfrm flipV="1">
            <a:off x="2401200" y="2740680"/>
            <a:ext cx="1220400" cy="1004400"/>
          </a:xfrm>
          <a:prstGeom prst="line">
            <a:avLst/>
          </a:prstGeom>
          <a:ln w="9525">
            <a:solidFill>
              <a:srgbClr val="000000"/>
            </a:solidFill>
            <a:round/>
            <a:tailEnd len="med" type="triangle" w="med"/>
          </a:ln>
        </p:spPr>
        <p:style>
          <a:lnRef idx="0"/>
          <a:fillRef idx="0"/>
          <a:effectRef idx="0"/>
          <a:fontRef idx="minor"/>
        </p:style>
        <p:txBody>
          <a:bodyPr lIns="91080" rIns="91080" tIns="45360" bIns="45360" anchor="t">
            <a:noAutofit/>
          </a:bodyPr>
          <a:p>
            <a:endParaRPr lang="en-US" sz="2400" b="0" u="none" strike="noStrike">
              <a:solidFill>
                <a:schemeClr val="dk1"/>
              </a:solidFill>
              <a:effectLst/>
              <a:uFillTx/>
              <a:latin typeface="Times New Roman"/>
            </a:endParaRPr>
          </a:p>
        </p:txBody>
      </p:sp>
      <p:sp>
        <p:nvSpPr>
          <p:cNvPr id="229" name="Line 8"/>
          <p:cNvSpPr/>
          <p:nvPr/>
        </p:nvSpPr>
        <p:spPr>
          <a:xfrm>
            <a:off x="5414400" y="2669760"/>
            <a:ext cx="1074960" cy="1219320"/>
          </a:xfrm>
          <a:prstGeom prst="line">
            <a:avLst/>
          </a:prstGeom>
          <a:ln w="9525">
            <a:solidFill>
              <a:srgbClr val="000000"/>
            </a:solidFill>
            <a:round/>
            <a:headEnd len="med" type="triangle" w="med"/>
            <a:tailEnd len="med" type="triangle" w="med"/>
          </a:ln>
        </p:spPr>
        <p:style>
          <a:lnRef idx="0"/>
          <a:fillRef idx="0"/>
          <a:effectRef idx="0"/>
          <a:fontRef idx="minor"/>
        </p:style>
        <p:txBody>
          <a:bodyPr lIns="91080" rIns="91080" tIns="45360" bIns="45360" anchor="t">
            <a:noAutofit/>
          </a:bodyPr>
          <a:p>
            <a:endParaRPr lang="en-US" sz="2400" b="0" u="none" strike="noStrike">
              <a:solidFill>
                <a:schemeClr val="dk1"/>
              </a:solidFill>
              <a:effectLst/>
              <a:uFillTx/>
              <a:latin typeface="Times New Roman"/>
            </a:endParaRPr>
          </a:p>
        </p:txBody>
      </p:sp>
      <p:sp>
        <p:nvSpPr>
          <p:cNvPr id="230" name="Line 9"/>
          <p:cNvSpPr/>
          <p:nvPr/>
        </p:nvSpPr>
        <p:spPr>
          <a:xfrm flipH="1">
            <a:off x="3119040" y="4534200"/>
            <a:ext cx="2652480" cy="360"/>
          </a:xfrm>
          <a:prstGeom prst="line">
            <a:avLst/>
          </a:prstGeom>
          <a:ln w="9525">
            <a:solidFill>
              <a:srgbClr val="000000"/>
            </a:solidFill>
            <a:round/>
            <a:headEnd len="med" type="triangle" w="med"/>
            <a:tailEnd len="med" type="triangle" w="med"/>
          </a:ln>
        </p:spPr>
        <p:style>
          <a:lnRef idx="0"/>
          <a:fillRef idx="0"/>
          <a:effectRef idx="0"/>
          <a:fontRef idx="minor"/>
        </p:style>
        <p:txBody>
          <a:bodyPr lIns="91080" rIns="91080" tIns="0" bIns="0" anchor="t">
            <a:noAutofit/>
          </a:bodyPr>
          <a:p>
            <a:endParaRPr lang="en-US" sz="2400" b="0" u="none" strike="noStrike">
              <a:solidFill>
                <a:schemeClr val="dk1"/>
              </a:solidFill>
              <a:effectLst/>
              <a:uFillTx/>
              <a:latin typeface="Times New Roman"/>
            </a:endParaRPr>
          </a:p>
        </p:txBody>
      </p:sp>
      <p:sp>
        <p:nvSpPr>
          <p:cNvPr id="231" name="TextBox 10"/>
          <p:cNvSpPr/>
          <p:nvPr/>
        </p:nvSpPr>
        <p:spPr>
          <a:xfrm>
            <a:off x="2200680" y="2809080"/>
            <a:ext cx="1503000" cy="460800"/>
          </a:xfrm>
          <a:prstGeom prst="rect">
            <a:avLst/>
          </a:prstGeom>
          <a:noFill/>
          <a:ln w="0">
            <a:noFill/>
          </a:ln>
        </p:spPr>
        <p:style>
          <a:lnRef idx="0"/>
          <a:fillRef idx="0"/>
          <a:effectRef idx="0"/>
          <a:fontRef idx="minor"/>
        </p:style>
        <p:txBody>
          <a:bodyPr wrap="none" lIns="91080" rIns="91080" tIns="45360" bIns="45360" anchor="t">
            <a:spAutoFit/>
          </a:bodyPr>
          <a:p>
            <a:pPr>
              <a:lnSpc>
                <a:spcPct val="100000"/>
              </a:lnSpc>
            </a:pPr>
            <a:r>
              <a:rPr lang="en-US" sz="2400" b="0" u="none" strike="noStrike">
                <a:solidFill>
                  <a:schemeClr val="dk1"/>
                </a:solidFill>
                <a:effectLst/>
                <a:uFillTx/>
                <a:latin typeface="Arial"/>
              </a:rPr>
              <a:t>1. publish</a:t>
            </a:r>
            <a:endParaRPr lang="en-US" sz="2400" b="0" u="none" strike="noStrike">
              <a:solidFill>
                <a:srgbClr val="000000"/>
              </a:solidFill>
              <a:effectLst/>
              <a:uFillTx/>
              <a:latin typeface="Arial"/>
            </a:endParaRPr>
          </a:p>
        </p:txBody>
      </p:sp>
      <p:sp>
        <p:nvSpPr>
          <p:cNvPr id="232" name="TextBox 11"/>
          <p:cNvSpPr/>
          <p:nvPr/>
        </p:nvSpPr>
        <p:spPr>
          <a:xfrm>
            <a:off x="5918760" y="2733120"/>
            <a:ext cx="1022040" cy="460800"/>
          </a:xfrm>
          <a:prstGeom prst="rect">
            <a:avLst/>
          </a:prstGeom>
          <a:noFill/>
          <a:ln w="0">
            <a:noFill/>
          </a:ln>
        </p:spPr>
        <p:style>
          <a:lnRef idx="0"/>
          <a:fillRef idx="0"/>
          <a:effectRef idx="0"/>
          <a:fontRef idx="minor"/>
        </p:style>
        <p:txBody>
          <a:bodyPr wrap="none" lIns="91080" rIns="91080" tIns="45360" bIns="45360" anchor="t">
            <a:spAutoFit/>
          </a:bodyPr>
          <a:p>
            <a:pPr>
              <a:lnSpc>
                <a:spcPct val="100000"/>
              </a:lnSpc>
            </a:pPr>
            <a:r>
              <a:rPr lang="en-US" sz="2400" b="0" u="none" strike="noStrike">
                <a:solidFill>
                  <a:schemeClr val="dk1"/>
                </a:solidFill>
                <a:effectLst/>
                <a:uFillTx/>
                <a:latin typeface="Arial"/>
              </a:rPr>
              <a:t>2. find</a:t>
            </a:r>
            <a:endParaRPr lang="en-US" sz="2400" b="0" u="none" strike="noStrike">
              <a:solidFill>
                <a:srgbClr val="000000"/>
              </a:solidFill>
              <a:effectLst/>
              <a:uFillTx/>
              <a:latin typeface="Arial"/>
            </a:endParaRPr>
          </a:p>
        </p:txBody>
      </p:sp>
      <p:sp>
        <p:nvSpPr>
          <p:cNvPr id="233" name="TextBox 12"/>
          <p:cNvSpPr/>
          <p:nvPr/>
        </p:nvSpPr>
        <p:spPr>
          <a:xfrm>
            <a:off x="4097520" y="4099680"/>
            <a:ext cx="1108440" cy="460800"/>
          </a:xfrm>
          <a:prstGeom prst="rect">
            <a:avLst/>
          </a:prstGeom>
          <a:noFill/>
          <a:ln w="0">
            <a:noFill/>
          </a:ln>
        </p:spPr>
        <p:style>
          <a:lnRef idx="0"/>
          <a:fillRef idx="0"/>
          <a:effectRef idx="0"/>
          <a:fontRef idx="minor"/>
        </p:style>
        <p:txBody>
          <a:bodyPr wrap="none" lIns="91080" rIns="91080" tIns="45360" bIns="45360" anchor="t">
            <a:spAutoFit/>
          </a:bodyPr>
          <a:p>
            <a:pPr>
              <a:lnSpc>
                <a:spcPct val="100000"/>
              </a:lnSpc>
            </a:pPr>
            <a:r>
              <a:rPr lang="en-US" sz="2400" b="0" u="none" strike="noStrike">
                <a:solidFill>
                  <a:schemeClr val="dk1"/>
                </a:solidFill>
                <a:effectLst/>
                <a:uFillTx/>
                <a:latin typeface="Arial"/>
              </a:rPr>
              <a:t>3. bind</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4"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Bài tập thực hành</a:t>
            </a:r>
            <a:endParaRPr lang="en-GB" sz="4200" b="0" u="none" strike="noStrike">
              <a:solidFill>
                <a:schemeClr val="dk1"/>
              </a:solidFill>
              <a:effectLst/>
              <a:uFillTx/>
              <a:latin typeface="Times New Roman"/>
            </a:endParaRPr>
          </a:p>
        </p:txBody>
      </p:sp>
      <p:sp>
        <p:nvSpPr>
          <p:cNvPr id="235" name="PlaceHolder 2"/>
          <p:cNvSpPr>
            <a:spLocks noGrp="1"/>
          </p:cNvSpPr>
          <p:nvPr>
            <p:ph/>
          </p:nvPr>
        </p:nvSpPr>
        <p:spPr>
          <a:xfrm>
            <a:off x="455400" y="1594440"/>
            <a:ext cx="8195040" cy="450900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Lập trình một trong các mẫu thiết kế đã được học trong bài</a:t>
            </a:r>
            <a:endParaRPr lang="en-GB" sz="3000" b="0" u="none" strike="noStrike">
              <a:solidFill>
                <a:schemeClr val="dk1"/>
              </a:solidFill>
              <a:effectLst/>
              <a:uFillTx/>
              <a:latin typeface="Calibri"/>
            </a:endParaRPr>
          </a:p>
        </p:txBody>
      </p:sp>
      <p:sp>
        <p:nvSpPr>
          <p:cNvPr id="236" name="PlaceHolder 3"/>
          <p:cNvSpPr>
            <a:spLocks noGrp="1"/>
          </p:cNvSpPr>
          <p:nvPr>
            <p:ph type="ftr" idx="103"/>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237" name="PlaceHolder 4"/>
          <p:cNvSpPr>
            <a:spLocks noGrp="1"/>
          </p:cNvSpPr>
          <p:nvPr>
            <p:ph type="sldNum" idx="104"/>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Arial"/>
              </a:defRPr>
            </a:lvl1pPr>
          </a:lstStyle>
          <a:p>
            <a:pPr indent="0" algn="r">
              <a:lnSpc>
                <a:spcPct val="100000"/>
              </a:lnSpc>
              <a:buNone/>
            </a:pPr>
            <a:fld id="{C6E5DC72-1E93-41A1-8F17-A4496FEAB93B}" type="slidenum">
              <a:rPr lang="en-US" sz="1100" b="0" u="none" strike="noStrike">
                <a:solidFill>
                  <a:schemeClr val="dk1">
                    <a:tint val="75000"/>
                  </a:schemeClr>
                </a:solidFill>
                <a:effectLst/>
                <a:uFillTx/>
                <a:latin typeface="Arial"/>
              </a:rPr>
              <a:t>33</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Bài tập về nhà</a:t>
            </a:r>
            <a:endParaRPr lang="en-GB" sz="4200" b="0" u="none" strike="noStrike">
              <a:solidFill>
                <a:schemeClr val="dk1"/>
              </a:solidFill>
              <a:effectLst/>
              <a:uFillTx/>
              <a:latin typeface="Times New Roman"/>
            </a:endParaRPr>
          </a:p>
        </p:txBody>
      </p:sp>
      <p:sp>
        <p:nvSpPr>
          <p:cNvPr id="239" name="PlaceHolder 2"/>
          <p:cNvSpPr>
            <a:spLocks noGrp="1"/>
          </p:cNvSpPr>
          <p:nvPr>
            <p:ph/>
          </p:nvPr>
        </p:nvSpPr>
        <p:spPr>
          <a:xfrm>
            <a:off x="455400" y="1594440"/>
            <a:ext cx="8195040" cy="450900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Tìm hiểu và trình bày các phương pháp đảm bảo chất lượng mã nguồn</a:t>
            </a:r>
            <a:endParaRPr lang="en-GB" sz="3000" b="0" u="none" strike="noStrike">
              <a:solidFill>
                <a:schemeClr val="dk1"/>
              </a:solidFill>
              <a:effectLst/>
              <a:uFillTx/>
              <a:latin typeface="Calibri"/>
            </a:endParaRPr>
          </a:p>
        </p:txBody>
      </p:sp>
      <p:sp>
        <p:nvSpPr>
          <p:cNvPr id="240" name="PlaceHolder 3"/>
          <p:cNvSpPr>
            <a:spLocks noGrp="1"/>
          </p:cNvSpPr>
          <p:nvPr>
            <p:ph type="ftr" idx="105"/>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241" name="PlaceHolder 4"/>
          <p:cNvSpPr>
            <a:spLocks noGrp="1"/>
          </p:cNvSpPr>
          <p:nvPr>
            <p:ph type="sldNum" idx="106"/>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Arial"/>
              </a:defRPr>
            </a:lvl1pPr>
          </a:lstStyle>
          <a:p>
            <a:pPr indent="0" algn="r">
              <a:lnSpc>
                <a:spcPct val="100000"/>
              </a:lnSpc>
              <a:buNone/>
            </a:pPr>
            <a:fld id="{E14A6FF6-5B4D-44E2-841D-C814C4E4BEF0}" type="slidenum">
              <a:rPr lang="en-US" sz="1100" b="0" u="none" strike="noStrike">
                <a:solidFill>
                  <a:schemeClr val="dk1">
                    <a:tint val="75000"/>
                  </a:schemeClr>
                </a:solidFill>
                <a:effectLst/>
                <a:uFillTx/>
                <a:latin typeface="Arial"/>
              </a:rPr>
              <a:t>33</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Tổng kết</a:t>
            </a:r>
            <a:endParaRPr lang="en-GB" sz="4200" b="0" u="none" strike="noStrike">
              <a:solidFill>
                <a:schemeClr val="dk1"/>
              </a:solidFill>
              <a:effectLst/>
              <a:uFillTx/>
              <a:latin typeface="Times New Roman"/>
            </a:endParaRPr>
          </a:p>
        </p:txBody>
      </p:sp>
      <p:sp>
        <p:nvSpPr>
          <p:cNvPr id="243" name="PlaceHolder 2"/>
          <p:cNvSpPr>
            <a:spLocks noGrp="1"/>
          </p:cNvSpPr>
          <p:nvPr>
            <p:ph/>
          </p:nvPr>
        </p:nvSpPr>
        <p:spPr>
          <a:xfrm>
            <a:off x="823680" y="1407600"/>
            <a:ext cx="7629120" cy="462744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Định nghĩa kiến trúc phần mềm</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Một số khái niệm</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Thiết kế kiến trúc</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Một số kiểu kiến trúc</a:t>
            </a:r>
            <a:endParaRPr lang="en-GB" sz="3000" b="0" u="none" strike="noStrike">
              <a:solidFill>
                <a:schemeClr val="dk1"/>
              </a:solidFill>
              <a:effectLst/>
              <a:uFillTx/>
              <a:latin typeface="Calibri"/>
            </a:endParaRPr>
          </a:p>
          <a:p>
            <a:pPr indent="0">
              <a:lnSpc>
                <a:spcPct val="100000"/>
              </a:lnSpc>
              <a:spcBef>
                <a:spcPts val="601"/>
              </a:spcBef>
              <a:buNone/>
            </a:pPr>
            <a:endParaRPr lang="en-GB" sz="3000" b="0" u="none" strike="noStrike">
              <a:solidFill>
                <a:schemeClr val="dk1"/>
              </a:solidFill>
              <a:effectLst/>
              <a:uFillTx/>
              <a:latin typeface="Calibri"/>
            </a:endParaRPr>
          </a:p>
        </p:txBody>
      </p:sp>
      <p:sp>
        <p:nvSpPr>
          <p:cNvPr id="244" name="PlaceHolder 3"/>
          <p:cNvSpPr>
            <a:spLocks noGrp="1"/>
          </p:cNvSpPr>
          <p:nvPr>
            <p:ph type="ftr" idx="107"/>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245" name="PlaceHolder 4"/>
          <p:cNvSpPr>
            <a:spLocks noGrp="1"/>
          </p:cNvSpPr>
          <p:nvPr>
            <p:ph type="sldNum" idx="108"/>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tr-TR" sz="1100" b="0" u="none" strike="noStrike">
                <a:solidFill>
                  <a:schemeClr val="dk1">
                    <a:tint val="75000"/>
                  </a:schemeClr>
                </a:solidFill>
                <a:effectLst/>
                <a:uFillTx/>
                <a:latin typeface="Arial"/>
              </a:defRPr>
            </a:lvl1pPr>
          </a:lstStyle>
          <a:p>
            <a:pPr indent="0" algn="r">
              <a:lnSpc>
                <a:spcPct val="100000"/>
              </a:lnSpc>
              <a:buNone/>
            </a:pPr>
            <a:fld id="{1FEEA7B3-5C68-4962-9AE9-DA6CA281871F}" type="slidenum">
              <a:rPr lang="tr-TR" sz="1100" b="0" u="none" strike="noStrike">
                <a:solidFill>
                  <a:schemeClr val="dk1">
                    <a:tint val="75000"/>
                  </a:schemeClr>
                </a:solidFill>
                <a:effectLst/>
                <a:uFillTx/>
                <a:latin typeface="Arial"/>
              </a:rPr>
              <a:t>&lt;number&gt;</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PlaceHolder 1"/>
          <p:cNvSpPr>
            <a:spLocks noGrp="1"/>
          </p:cNvSpPr>
          <p:nvPr>
            <p:ph type="title"/>
          </p:nvPr>
        </p:nvSpPr>
        <p:spPr>
          <a:xfrm>
            <a:off x="682920" y="2122560"/>
            <a:ext cx="7739640" cy="1464120"/>
          </a:xfrm>
          <a:prstGeom prst="rect">
            <a:avLst/>
          </a:prstGeom>
          <a:noFill/>
          <a:ln w="9360">
            <a:noFill/>
          </a:ln>
        </p:spPr>
        <p:txBody>
          <a:bodyPr numCol="1" spcCol="0" lIns="86760" rIns="86760" tIns="43560" bIns="43560" anchor="ctr">
            <a:noAutofit/>
          </a:bodyPr>
          <a:p>
            <a:pPr indent="0" algn="ctr">
              <a:lnSpc>
                <a:spcPct val="100000"/>
              </a:lnSpc>
              <a:buNone/>
            </a:pPr>
            <a:r>
              <a:rPr lang="en-US" sz="4200" b="1" u="none" strike="noStrike">
                <a:solidFill>
                  <a:schemeClr val="accent6">
                    <a:lumMod val="50000"/>
                  </a:schemeClr>
                </a:solidFill>
                <a:effectLst/>
                <a:uFillTx/>
                <a:latin typeface="Calibri"/>
              </a:rPr>
              <a:t>Hỏi - Đáp</a:t>
            </a:r>
            <a:endParaRPr lang="en-GB" sz="4200" b="0" u="none" strike="noStrike">
              <a:solidFill>
                <a:schemeClr val="dk1"/>
              </a:solidFill>
              <a:effectLst/>
              <a:uFillTx/>
              <a:latin typeface="Times New Roman"/>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Tài liệu tham khảo</a:t>
            </a:r>
            <a:endParaRPr lang="en-GB" sz="4200" b="0" u="none" strike="noStrike">
              <a:solidFill>
                <a:schemeClr val="dk1"/>
              </a:solidFill>
              <a:effectLst/>
              <a:uFillTx/>
              <a:latin typeface="Times New Roman"/>
            </a:endParaRPr>
          </a:p>
        </p:txBody>
      </p:sp>
      <p:sp>
        <p:nvSpPr>
          <p:cNvPr id="248" name="PlaceHolder 2"/>
          <p:cNvSpPr>
            <a:spLocks noGrp="1"/>
          </p:cNvSpPr>
          <p:nvPr>
            <p:ph/>
          </p:nvPr>
        </p:nvSpPr>
        <p:spPr>
          <a:xfrm>
            <a:off x="455400" y="1594440"/>
            <a:ext cx="8195040" cy="450900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Len Bass et al., Software architecture in practice, 3</a:t>
            </a:r>
            <a:r>
              <a:rPr lang="en-US" sz="3000" b="0" u="none" strike="noStrike" baseline="30000">
                <a:solidFill>
                  <a:schemeClr val="dk1"/>
                </a:solidFill>
                <a:effectLst/>
                <a:uFillTx/>
                <a:latin typeface="Calibri"/>
              </a:rPr>
              <a:t>rd</a:t>
            </a:r>
            <a:r>
              <a:rPr lang="en-US" sz="3000" b="0" u="none" strike="noStrike">
                <a:solidFill>
                  <a:schemeClr val="dk1"/>
                </a:solidFill>
                <a:effectLst/>
                <a:uFillTx/>
                <a:latin typeface="Calibri"/>
              </a:rPr>
              <a:t> Edition</a:t>
            </a:r>
            <a:endParaRPr lang="en-GB"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Microsoft, Microsoft Application Architecture Guide, 2</a:t>
            </a:r>
            <a:r>
              <a:rPr lang="en-US" sz="3000" b="0" u="none" strike="noStrike" baseline="30000">
                <a:solidFill>
                  <a:schemeClr val="dk1"/>
                </a:solidFill>
                <a:effectLst/>
                <a:uFillTx/>
                <a:latin typeface="Calibri"/>
              </a:rPr>
              <a:t>nd</a:t>
            </a:r>
            <a:r>
              <a:rPr lang="en-US" sz="3000" b="0" u="none" strike="noStrike">
                <a:solidFill>
                  <a:schemeClr val="dk1"/>
                </a:solidFill>
                <a:effectLst/>
                <a:uFillTx/>
                <a:latin typeface="Calibri"/>
              </a:rPr>
              <a:t> Edition</a:t>
            </a:r>
            <a:endParaRPr lang="en-GB" sz="3000" b="0" u="none" strike="noStrike">
              <a:solidFill>
                <a:schemeClr val="dk1"/>
              </a:solidFill>
              <a:effectLst/>
              <a:uFillTx/>
              <a:latin typeface="Calibri"/>
            </a:endParaRPr>
          </a:p>
          <a:p>
            <a:pPr indent="0">
              <a:lnSpc>
                <a:spcPct val="100000"/>
              </a:lnSpc>
              <a:spcBef>
                <a:spcPts val="601"/>
              </a:spcBef>
              <a:buNone/>
            </a:pPr>
            <a:endParaRPr lang="en-GB" sz="3000" b="0" u="none" strike="noStrike">
              <a:solidFill>
                <a:schemeClr val="dk1"/>
              </a:solidFill>
              <a:effectLst/>
              <a:uFillTx/>
              <a:latin typeface="Calibri"/>
            </a:endParaRPr>
          </a:p>
        </p:txBody>
      </p:sp>
      <p:sp>
        <p:nvSpPr>
          <p:cNvPr id="249" name="PlaceHolder 3"/>
          <p:cNvSpPr>
            <a:spLocks noGrp="1"/>
          </p:cNvSpPr>
          <p:nvPr>
            <p:ph type="ftr" idx="109"/>
          </p:nvPr>
        </p:nvSpPr>
        <p:spPr>
          <a:xfrm>
            <a:off x="2266920" y="6332760"/>
            <a:ext cx="4419360" cy="363240"/>
          </a:xfrm>
          <a:prstGeom prst="rect">
            <a:avLst/>
          </a:prstGeom>
          <a:noFill/>
          <a:ln w="0">
            <a:noFill/>
          </a:ln>
        </p:spPr>
        <p:txBody>
          <a:bodyPr lIns="86760" rIns="86760" tIns="43560" bIns="43560" anchor="ctr">
            <a:noAutofit/>
          </a:bodyPr>
          <a:lstStyle>
            <a:lvl1pPr indent="0" algn="ctr">
              <a:lnSpc>
                <a:spcPct val="100000"/>
              </a:lnSpc>
              <a:buNone/>
              <a:defRPr lang="vi-VN" sz="1100" b="0" u="none" strike="noStrike">
                <a:solidFill>
                  <a:schemeClr val="dk1">
                    <a:tint val="75000"/>
                  </a:schemeClr>
                </a:solidFill>
                <a:effectLst/>
                <a:uFillTx/>
                <a:latin typeface="Calibri"/>
              </a:defRPr>
            </a:lvl1pPr>
          </a:lstStyle>
          <a:p>
            <a:pPr indent="0" algn="ctr">
              <a:lnSpc>
                <a:spcPct val="100000"/>
              </a:lnSpc>
              <a:buNone/>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250" name="PlaceHolder 4"/>
          <p:cNvSpPr>
            <a:spLocks noGrp="1"/>
          </p:cNvSpPr>
          <p:nvPr>
            <p:ph type="sldNum" idx="110"/>
          </p:nvPr>
        </p:nvSpPr>
        <p:spPr>
          <a:xfrm>
            <a:off x="6525720" y="6332760"/>
            <a:ext cx="2124360" cy="363240"/>
          </a:xfrm>
          <a:prstGeom prst="rect">
            <a:avLst/>
          </a:prstGeom>
          <a:noFill/>
          <a:ln w="0">
            <a:noFill/>
          </a:ln>
        </p:spPr>
        <p:txBody>
          <a:bodyPr lIns="86760" rIns="86760" tIns="43560" bIns="43560" anchor="ctr">
            <a:noAutofit/>
          </a:bodyPr>
          <a:lstStyle>
            <a:lvl1pPr indent="0" algn="r">
              <a:lnSpc>
                <a:spcPct val="100000"/>
              </a:lnSpc>
              <a:buNone/>
              <a:defRPr lang="en-US" sz="1100" b="0" u="none" strike="noStrike">
                <a:solidFill>
                  <a:schemeClr val="dk1">
                    <a:tint val="75000"/>
                  </a:schemeClr>
                </a:solidFill>
                <a:effectLst/>
                <a:uFillTx/>
                <a:latin typeface="Arial"/>
              </a:defRPr>
            </a:lvl1pPr>
          </a:lstStyle>
          <a:p>
            <a:pPr indent="0" algn="r">
              <a:lnSpc>
                <a:spcPct val="100000"/>
              </a:lnSpc>
              <a:buNone/>
            </a:pPr>
            <a:fld id="{7D52CE5E-F2A2-4D8D-AD50-08BE8F3CDB05}" type="slidenum">
              <a:rPr lang="en-US" sz="1100" b="0" u="none" strike="noStrike">
                <a:solidFill>
                  <a:schemeClr val="dk1">
                    <a:tint val="75000"/>
                  </a:schemeClr>
                </a:solidFill>
                <a:effectLst/>
                <a:uFillTx/>
                <a:latin typeface="Arial"/>
              </a:rPr>
              <a:t>&lt;number&gt;</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2_SE">
  <a:themeElements>
    <a:clrScheme name="Metro">
      <a:dk1>
        <a:srgbClr val="000000"/>
      </a:dk1>
      <a:lt1>
        <a:srgbClr val="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65306</TotalTime>
  <Application>LibreOffice/25.8.7.3$Linux_X86_64 LibreOffice_project/580$Build-3</Application>
  <AppVersion>15.0000</AppVersion>
  <Pages>42</Pages>
  <Words>3638</Words>
  <Paragraphs>318</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2000-04-28T08:06:41Z</dcterms:created>
  <dc:creator>Ian Sommerville</dc:creator>
  <dc:description/>
  <dc:language>en-US</dc:language>
  <cp:lastModifiedBy/>
  <cp:lastPrinted>2004-04-23T15:45:57Z</cp:lastPrinted>
  <dcterms:modified xsi:type="dcterms:W3CDTF">2026-06-01T20:08:03Z</dcterms:modified>
  <cp:revision>259</cp:revision>
  <dc:subject/>
  <dc:title>Software Processes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29</vt:i4>
  </property>
  <property fmtid="{D5CDD505-2E9C-101B-9397-08002B2CF9AE}" pid="3" name="PresentationFormat">
    <vt:lpwstr>Custom</vt:lpwstr>
  </property>
  <property fmtid="{D5CDD505-2E9C-101B-9397-08002B2CF9AE}" pid="4" name="Slides">
    <vt:i4>39</vt:i4>
  </property>
</Properties>
</file>